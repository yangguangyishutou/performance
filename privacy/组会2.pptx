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199688-7D30-B61E-34A1-D888807F9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E48AE2-BAFC-4E86-DBDF-102F0E37D7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736BCE-1889-2411-348C-177332B79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AA7F-A783-4F43-BE1A-D4E9C2A8570B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185127-94FC-DCD2-9004-594FD51E0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262A66-6526-BC64-D8D3-2B9EE58E6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044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3AF8B9-09C4-5F36-AF33-769939325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232848-86F6-CF45-3DE1-8AF7BABE6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E6050D-5846-0744-638C-B45C1C511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AA7F-A783-4F43-BE1A-D4E9C2A8570B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53F4B6-6EEA-178E-3921-7F000C02B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B67EB8-3E82-B71C-696C-0C832C2AE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454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5B5A5E-9391-3A29-C2B5-59A6B17AA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5DE9DF-7440-A5FC-961E-2719B6026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BFD623-85E1-37D0-FE26-492E523F7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AA7F-A783-4F43-BE1A-D4E9C2A8570B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CF9639-2F53-2F4B-178E-19A1606B7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183996-2A9D-5853-F856-F1D2EB80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685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EEC634-8910-8784-A61C-6FEA334DA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F2C42D-3AEE-9BFA-0623-A80572D52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F562B7-E99E-5972-8D66-9AAE0DD05C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C680A0-C17F-EE9E-B188-88A0EAD3F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AA7F-A783-4F43-BE1A-D4E9C2A8570B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788704-0D77-FF33-E088-B2305BC1C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AAB399-3301-5AFE-93A6-40B26DF40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243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2FA167-9FFD-7306-C0CC-9697AABA7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454856-D48B-505E-98D1-25A5AD0A3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A6DA1B-B44F-2036-67E1-3F8629610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7DD8587-DB48-55F7-C16C-07383C7A51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F4757BF-4060-8C7F-9184-6F489A1880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71E3B2E-8141-6F3B-DB8A-75C9C7323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AA7F-A783-4F43-BE1A-D4E9C2A8570B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50D6C30-44CF-D530-3CB5-35F81FB32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1466241-63E6-34AE-3889-B6552EE7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537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95851E-46DC-8098-AFBF-7E8F261F1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201BEC8-256F-BC6D-B122-F86AEB705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AA7F-A783-4F43-BE1A-D4E9C2A8570B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73AC62-AC42-C9D3-194A-D2A1E3EA5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DE8A61-BD91-9D08-E4DB-AC9CF644C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137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65DB2D-19F1-F081-ED39-DA660648C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AA7F-A783-4F43-BE1A-D4E9C2A8570B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4BC8A8-AEF2-9672-8933-14B3A3BBB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3F42C7-7CD5-4C83-FC16-836E5E5E8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30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328FF1-A549-3A6E-346B-E8733C56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DF633B-C083-2D4E-9354-367007418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0C78C9-66D0-2ABA-C021-81A6EF3E8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FD4B75-1E48-DB97-0AAC-C9486C2EE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AA7F-A783-4F43-BE1A-D4E9C2A8570B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84924A-C978-906E-FA49-DF9126E1A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2B3442-3118-6BE2-E718-AECD0A49F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16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E80BDD-6D11-76F0-F35C-2FD279591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B9F3560-D135-5404-0F84-06915D577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4F9DFE-670E-924B-8890-8C9B2F429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3D72A0-ADDC-63DA-FD9C-D5CBBF56F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AA7F-A783-4F43-BE1A-D4E9C2A8570B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55BE92-EA9D-6047-4A5D-A34D66D6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DE94F4-C2D8-00E6-DAFE-D7C70FF9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006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FE50E5-5E93-C6B4-4CDD-CC63DC5CF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CEBE93-FDF4-AED2-BDAF-5B5F7E4D6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06034D-5E25-5D4E-6102-9CD7D525A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AA7F-A783-4F43-BE1A-D4E9C2A8570B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99413D-9826-5DEF-5424-C7398B77D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041B0E-BD01-F053-5A3F-63908DAF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619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098BE62-FF7F-E67F-8603-0F3FD81523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53F7C0-82EF-DD25-B6F5-F14D2601B6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EC1FF6-FF5B-13A7-1E7D-ACAC94ADB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AA7F-A783-4F43-BE1A-D4E9C2A8570B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BF1ED4-539E-9613-7CC2-89CFB7E20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FF46F3-20EA-CF43-DBD2-CF89ACC63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724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900AF3E-5C32-6AFA-A0E4-511C8451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68F88E-0444-1C20-C058-3BE504851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F26311-65DF-DFA1-8928-DA098D6A61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5AA7F-A783-4F43-BE1A-D4E9C2A8570B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040925-5F52-A9AB-7C98-9EA39501A4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DC19CB-A644-9415-2740-CC82502C7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503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941B565-9B88-685A-9455-E52D5E7946DB}"/>
              </a:ext>
            </a:extLst>
          </p:cNvPr>
          <p:cNvSpPr txBox="1"/>
          <p:nvPr/>
        </p:nvSpPr>
        <p:spPr>
          <a:xfrm>
            <a:off x="389272" y="88091"/>
            <a:ext cx="9934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Breaking Abstractions and </a:t>
            </a:r>
            <a:r>
              <a:rPr lang="en-US" altLang="zh-CN" dirty="0" err="1"/>
              <a:t>Unstructuring</a:t>
            </a:r>
            <a:r>
              <a:rPr lang="en-US" altLang="zh-CN" dirty="0"/>
              <a:t> Data Structures               </a:t>
            </a:r>
            <a:r>
              <a:rPr lang="zh-CN" altLang="en-US" dirty="0"/>
              <a:t>展示了具体改变程序结构的做法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1D0C67-5114-DE58-8805-CA1FCD10C1ED}"/>
              </a:ext>
            </a:extLst>
          </p:cNvPr>
          <p:cNvSpPr txBox="1"/>
          <p:nvPr/>
        </p:nvSpPr>
        <p:spPr>
          <a:xfrm>
            <a:off x="389272" y="1478635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增加隐蔽的恒真或恒假条件判断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CD0C4F-32A9-E982-2B03-88DC47DBC73D}"/>
              </a:ext>
            </a:extLst>
          </p:cNvPr>
          <p:cNvSpPr txBox="1"/>
          <p:nvPr/>
        </p:nvSpPr>
        <p:spPr>
          <a:xfrm>
            <a:off x="389272" y="268601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重构类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901199-4220-7F0C-AD84-62D6968CBD74}"/>
              </a:ext>
            </a:extLst>
          </p:cNvPr>
          <p:cNvSpPr txBox="1"/>
          <p:nvPr/>
        </p:nvSpPr>
        <p:spPr>
          <a:xfrm>
            <a:off x="389272" y="41719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重构数组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BB09833-F306-87EC-1546-E249BB686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323" y="1183892"/>
            <a:ext cx="3912175" cy="121135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406783E-828D-50A8-FE79-D0039EDAF5B2}"/>
              </a:ext>
            </a:extLst>
          </p:cNvPr>
          <p:cNvSpPr txBox="1"/>
          <p:nvPr/>
        </p:nvSpPr>
        <p:spPr>
          <a:xfrm>
            <a:off x="2151030" y="4171988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合并、拆分、升维、降维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76141BF-7FBB-BA39-01B0-CE717D80C5FA}"/>
              </a:ext>
            </a:extLst>
          </p:cNvPr>
          <p:cNvSpPr txBox="1"/>
          <p:nvPr/>
        </p:nvSpPr>
        <p:spPr>
          <a:xfrm>
            <a:off x="343265" y="537561"/>
            <a:ext cx="75119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公司上传源码，用</a:t>
            </a:r>
            <a:r>
              <a:rPr lang="en-US" altLang="zh-CN" dirty="0"/>
              <a:t>GPT</a:t>
            </a:r>
            <a:r>
              <a:rPr lang="zh-CN" altLang="en-US" dirty="0"/>
              <a:t>生成测试数据，此过程中</a:t>
            </a:r>
            <a:r>
              <a:rPr lang="en-US" altLang="zh-CN" dirty="0"/>
              <a:t>GPT</a:t>
            </a:r>
            <a:r>
              <a:rPr lang="zh-CN" altLang="en-US" dirty="0"/>
              <a:t>学习了源码</a:t>
            </a:r>
            <a:endParaRPr lang="en-US" altLang="zh-CN" dirty="0"/>
          </a:p>
          <a:p>
            <a:r>
              <a:rPr lang="zh-CN" altLang="en-US" dirty="0"/>
              <a:t>通过改变程序结构实现混淆，防止</a:t>
            </a:r>
            <a:r>
              <a:rPr lang="en-US" altLang="zh-CN" dirty="0"/>
              <a:t>GPT</a:t>
            </a:r>
            <a:r>
              <a:rPr lang="zh-CN" altLang="en-US" dirty="0"/>
              <a:t>学走真正有效的源码结构、算法等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BB27607-8FE0-887F-2937-F679C82A6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616" y="3470124"/>
            <a:ext cx="3736154" cy="322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54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554F0C7-29A1-5336-E2B4-CCFD3080C427}"/>
              </a:ext>
            </a:extLst>
          </p:cNvPr>
          <p:cNvSpPr txBox="1"/>
          <p:nvPr/>
        </p:nvSpPr>
        <p:spPr>
          <a:xfrm>
            <a:off x="718867" y="433045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合并变量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515747-9EE7-EE16-E280-1DB6216D6A52}"/>
              </a:ext>
            </a:extLst>
          </p:cNvPr>
          <p:cNvSpPr txBox="1"/>
          <p:nvPr/>
        </p:nvSpPr>
        <p:spPr>
          <a:xfrm>
            <a:off x="2547667" y="4330459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,…,V</a:t>
            </a:r>
            <a:r>
              <a:rPr lang="en-US" altLang="zh-CN" baseline="-25000" dirty="0"/>
              <a:t>K</a:t>
            </a:r>
            <a:r>
              <a:rPr lang="en-US" altLang="zh-CN" dirty="0"/>
              <a:t>---&gt;V</a:t>
            </a:r>
            <a:r>
              <a:rPr lang="en-US" altLang="zh-CN" baseline="-25000" dirty="0"/>
              <a:t>M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3300A7-CFAE-B4CF-054C-ADE35AA496B1}"/>
              </a:ext>
            </a:extLst>
          </p:cNvPr>
          <p:cNvSpPr txBox="1"/>
          <p:nvPr/>
        </p:nvSpPr>
        <p:spPr>
          <a:xfrm>
            <a:off x="2547667" y="4628874"/>
            <a:ext cx="6114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如</a:t>
            </a:r>
            <a:r>
              <a:rPr lang="en-US" altLang="zh-CN" dirty="0"/>
              <a:t>2</a:t>
            </a:r>
            <a:r>
              <a:rPr lang="zh-CN" altLang="en-US" dirty="0"/>
              <a:t>个</a:t>
            </a:r>
            <a:r>
              <a:rPr lang="en-US" altLang="zh-CN" dirty="0"/>
              <a:t>32</a:t>
            </a:r>
            <a:r>
              <a:rPr lang="zh-CN" altLang="en-US" dirty="0"/>
              <a:t>位整型（</a:t>
            </a:r>
            <a:r>
              <a:rPr lang="en-US" altLang="zh-CN" dirty="0"/>
              <a:t>X,Y</a:t>
            </a:r>
            <a:r>
              <a:rPr lang="zh-CN" altLang="en-US" dirty="0"/>
              <a:t>）合并为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64</a:t>
            </a:r>
            <a:r>
              <a:rPr lang="zh-CN" altLang="en-US" dirty="0"/>
              <a:t>位整型</a:t>
            </a:r>
            <a:r>
              <a:rPr lang="en-US" altLang="zh-CN" dirty="0"/>
              <a:t>(Z)</a:t>
            </a:r>
            <a:r>
              <a:rPr lang="zh-CN" altLang="en-US" dirty="0"/>
              <a:t>：</a:t>
            </a:r>
            <a:r>
              <a:rPr lang="en-US" altLang="zh-CN" dirty="0"/>
              <a:t>Z=2</a:t>
            </a:r>
            <a:r>
              <a:rPr lang="en-US" altLang="zh-CN" baseline="30000" dirty="0"/>
              <a:t>32</a:t>
            </a:r>
            <a:r>
              <a:rPr lang="en-US" altLang="zh-CN" dirty="0"/>
              <a:t>*Y+X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C5A9D4-06D3-7925-DF43-6814B2073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667" y="4998206"/>
            <a:ext cx="5756695" cy="107577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34A29E4-2D1A-7AFE-57AA-A3EEE400CCF2}"/>
              </a:ext>
            </a:extLst>
          </p:cNvPr>
          <p:cNvSpPr txBox="1"/>
          <p:nvPr/>
        </p:nvSpPr>
        <p:spPr>
          <a:xfrm>
            <a:off x="2471359" y="6073984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显然混淆后的运算难以理解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F70CD8F-A3FD-7E90-13FF-FBF6D8430F1C}"/>
              </a:ext>
            </a:extLst>
          </p:cNvPr>
          <p:cNvSpPr txBox="1"/>
          <p:nvPr/>
        </p:nvSpPr>
        <p:spPr>
          <a:xfrm>
            <a:off x="718867" y="396112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拆分变量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08280E-94CB-BF2A-4F9A-7FD2BBD16D37}"/>
              </a:ext>
            </a:extLst>
          </p:cNvPr>
          <p:cNvSpPr txBox="1"/>
          <p:nvPr/>
        </p:nvSpPr>
        <p:spPr>
          <a:xfrm>
            <a:off x="158512" y="1265208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将静态直接定义的语句变为在程序中生成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3719BCD-D7CE-6605-4C6B-6E2563789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355" y="38291"/>
            <a:ext cx="5796027" cy="316092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8821B24-B531-F7D0-11E1-C84EE18AD127}"/>
              </a:ext>
            </a:extLst>
          </p:cNvPr>
          <p:cNvSpPr txBox="1"/>
          <p:nvPr/>
        </p:nvSpPr>
        <p:spPr>
          <a:xfrm>
            <a:off x="210183" y="173321"/>
            <a:ext cx="2779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此页内容可以与密码结合</a:t>
            </a:r>
          </a:p>
        </p:txBody>
      </p:sp>
    </p:spTree>
    <p:extLst>
      <p:ext uri="{BB962C8B-B14F-4D97-AF65-F5344CB8AC3E}">
        <p14:creationId xmlns:p14="http://schemas.microsoft.com/office/powerpoint/2010/main" val="4073657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136</Words>
  <Application>Microsoft Office PowerPoint</Application>
  <PresentationFormat>宽屏</PresentationFormat>
  <Paragraphs>14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笑云 刘</dc:creator>
  <cp:lastModifiedBy>笑云 刘</cp:lastModifiedBy>
  <cp:revision>69</cp:revision>
  <dcterms:created xsi:type="dcterms:W3CDTF">2024-05-29T07:48:34Z</dcterms:created>
  <dcterms:modified xsi:type="dcterms:W3CDTF">2024-05-29T13:58:50Z</dcterms:modified>
</cp:coreProperties>
</file>