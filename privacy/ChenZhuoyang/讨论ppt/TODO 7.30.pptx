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9"/>
    <p:restoredTop sz="94667"/>
  </p:normalViewPr>
  <p:slideViewPr>
    <p:cSldViewPr snapToGrid="0">
      <p:cViewPr>
        <p:scale>
          <a:sx n="126" d="100"/>
          <a:sy n="126" d="100"/>
        </p:scale>
        <p:origin x="157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0A363-4022-3544-A94D-A26FF85AAF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EBCCE-BDBC-EB4B-B59F-4F52D60419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09801" y="1453666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Text2SQL Dataset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3453950" y="951960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Training Set</a:t>
            </a:r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3542964" y="3264933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Testing Set</a:t>
            </a:r>
            <a:endParaRPr lang="en-US" sz="1400" dirty="0"/>
          </a:p>
        </p:txBody>
      </p: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 flipV="1">
            <a:off x="2192945" y="1243273"/>
            <a:ext cx="1261005" cy="501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192945" y="1744979"/>
            <a:ext cx="1350019" cy="1811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947646" y="906308"/>
            <a:ext cx="2063469" cy="636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Trained Model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6" idx="3"/>
            <a:endCxn id="13" idx="1"/>
          </p:cNvCxnSpPr>
          <p:nvPr/>
        </p:nvCxnSpPr>
        <p:spPr>
          <a:xfrm flipV="1">
            <a:off x="5137094" y="1224493"/>
            <a:ext cx="810552" cy="18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81360" y="376179"/>
            <a:ext cx="327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？ </a:t>
            </a:r>
            <a:r>
              <a:rPr lang="en-US" altLang="zh-CN" dirty="0"/>
              <a:t>Schema Only vs </a:t>
            </a:r>
            <a:r>
              <a:rPr lang="en-US" altLang="zh-CN" dirty="0" err="1"/>
              <a:t>Schema+Data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189140" y="776835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工具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dirty="0"/>
              <a:t>工具</a:t>
            </a:r>
            <a:r>
              <a:rPr lang="en-US" altLang="zh-CN" dirty="0"/>
              <a:t>2</a:t>
            </a:r>
            <a:endParaRPr lang="en-US" altLang="zh-CN" dirty="0"/>
          </a:p>
          <a:p>
            <a:r>
              <a:rPr lang="en-US" dirty="0"/>
              <a:t>工具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5400000">
            <a:off x="9802100" y="1073023"/>
            <a:ext cx="2063469" cy="1266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 rot="5400000">
            <a:off x="9653057" y="1642347"/>
            <a:ext cx="924820" cy="126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9894092" y="241672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12459" y="241672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SD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823447" y="4474176"/>
            <a:ext cx="2063469" cy="6363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1</a:t>
            </a:r>
            <a:endParaRPr lang="en-US" sz="1400" dirty="0"/>
          </a:p>
          <a:p>
            <a:pPr algn="ctr"/>
            <a:r>
              <a:rPr lang="en-US" sz="1400" dirty="0"/>
              <a:t>脱敏</a:t>
            </a:r>
            <a:r>
              <a:rPr lang="zh-CN" altLang="en-US" sz="1400" dirty="0"/>
              <a:t>？</a:t>
            </a:r>
            <a:endParaRPr lang="en-US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629920" y="4507600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Testing Set</a:t>
            </a:r>
            <a:endParaRPr lang="en-US" sz="1400" dirty="0"/>
          </a:p>
        </p:txBody>
      </p:sp>
      <p:cxnSp>
        <p:nvCxnSpPr>
          <p:cNvPr id="27" name="Straight Arrow Connector 26"/>
          <p:cNvCxnSpPr>
            <a:stCxn id="26" idx="3"/>
            <a:endCxn id="25" idx="1"/>
          </p:cNvCxnSpPr>
          <p:nvPr/>
        </p:nvCxnSpPr>
        <p:spPr>
          <a:xfrm flipV="1">
            <a:off x="2313064" y="4792361"/>
            <a:ext cx="510383" cy="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759911" y="4463160"/>
            <a:ext cx="2063469" cy="6363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Training</a:t>
            </a:r>
            <a:endParaRPr lang="en-US" sz="1400" dirty="0"/>
          </a:p>
        </p:txBody>
      </p:sp>
      <p:cxnSp>
        <p:nvCxnSpPr>
          <p:cNvPr id="31" name="Straight Arrow Connector 30"/>
          <p:cNvCxnSpPr>
            <a:stCxn id="25" idx="3"/>
            <a:endCxn id="30" idx="1"/>
          </p:cNvCxnSpPr>
          <p:nvPr/>
        </p:nvCxnSpPr>
        <p:spPr>
          <a:xfrm flipV="1">
            <a:off x="4886916" y="4781345"/>
            <a:ext cx="872995" cy="1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548990" y="4453856"/>
            <a:ext cx="2063469" cy="636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Privacy-Robust Model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 rot="5400000">
            <a:off x="10584995" y="1137551"/>
            <a:ext cx="1934412" cy="1266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11389360" y="2560320"/>
            <a:ext cx="62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80921" y="346226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Text2SQL Dataset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7574683" y="1956429"/>
            <a:ext cx="2063469" cy="636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LLM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2587924" y="1974613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Testing Set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4" idx="3"/>
            <a:endCxn id="6" idx="1"/>
          </p:cNvCxnSpPr>
          <p:nvPr/>
        </p:nvCxnSpPr>
        <p:spPr>
          <a:xfrm>
            <a:off x="2264065" y="637539"/>
            <a:ext cx="323859" cy="1628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3976" y="346226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Table Schema + Data</a:t>
            </a:r>
            <a:endParaRPr lang="en-US" sz="1400" dirty="0"/>
          </a:p>
        </p:txBody>
      </p:sp>
      <p:cxnSp>
        <p:nvCxnSpPr>
          <p:cNvPr id="9" name="Straight Arrow Connector 8"/>
          <p:cNvCxnSpPr>
            <a:stCxn id="4" idx="3"/>
            <a:endCxn id="8" idx="1"/>
          </p:cNvCxnSpPr>
          <p:nvPr/>
        </p:nvCxnSpPr>
        <p:spPr>
          <a:xfrm>
            <a:off x="2264065" y="637539"/>
            <a:ext cx="2219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1647" y="1974613"/>
            <a:ext cx="1683144" cy="5826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RAG</a:t>
            </a:r>
            <a:endParaRPr lang="en-US" sz="1400" dirty="0"/>
          </a:p>
        </p:txBody>
      </p:sp>
      <p:cxnSp>
        <p:nvCxnSpPr>
          <p:cNvPr id="13" name="Straight Arrow Connector 12"/>
          <p:cNvCxnSpPr>
            <a:stCxn id="8" idx="2"/>
            <a:endCxn id="12" idx="0"/>
          </p:cNvCxnSpPr>
          <p:nvPr/>
        </p:nvCxnSpPr>
        <p:spPr>
          <a:xfrm>
            <a:off x="5325548" y="928852"/>
            <a:ext cx="537671" cy="1045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  <a:endCxn id="12" idx="1"/>
          </p:cNvCxnSpPr>
          <p:nvPr/>
        </p:nvCxnSpPr>
        <p:spPr>
          <a:xfrm>
            <a:off x="4271068" y="2265926"/>
            <a:ext cx="750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3"/>
            <a:endCxn id="5" idx="1"/>
          </p:cNvCxnSpPr>
          <p:nvPr/>
        </p:nvCxnSpPr>
        <p:spPr>
          <a:xfrm>
            <a:off x="6704791" y="2265926"/>
            <a:ext cx="869892" cy="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51248" y="1254986"/>
            <a:ext cx="169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/>
              <a:t>rivacy leakage!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481368" y="1121467"/>
            <a:ext cx="2063469" cy="6363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Step 1</a:t>
            </a:r>
            <a:endParaRPr lang="en-US" sz="1400" dirty="0"/>
          </a:p>
          <a:p>
            <a:pPr algn="ctr"/>
            <a:r>
              <a:rPr lang="en-US" sz="1400" dirty="0"/>
              <a:t>脱敏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2590800" y="3810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靶子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848452" y="1757837"/>
            <a:ext cx="763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工具</a:t>
            </a:r>
            <a:r>
              <a:rPr lang="en-US" altLang="zh-CN" dirty="0"/>
              <a:t>4</a:t>
            </a:r>
            <a:endParaRPr lang="en-US" altLang="zh-CN" dirty="0"/>
          </a:p>
          <a:p>
            <a:r>
              <a:rPr lang="en-US" dirty="0"/>
              <a:t>工具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dirty="0"/>
              <a:t>工具</a:t>
            </a:r>
            <a:r>
              <a:rPr lang="en-US" altLang="zh-CN" dirty="0"/>
              <a:t>6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WPS 演示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等线</vt:lpstr>
      <vt:lpstr>微软雅黑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Kaifeng Huang</dc:creator>
  <cp:lastModifiedBy>陈茁扬</cp:lastModifiedBy>
  <cp:revision>2</cp:revision>
  <dcterms:created xsi:type="dcterms:W3CDTF">2024-07-30T13:14:00Z</dcterms:created>
  <dcterms:modified xsi:type="dcterms:W3CDTF">2024-08-06T08:42:18Z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267D81628D344B90893A6CEE82EA4BD9_13</vt:lpwstr>
  </property>
  <property fmtid="{D5CDD505-2E9C-101B-9397-08002B2CF9AE}" pid="3" name="KSOProductBuildVer">
    <vt:lpwstr>2052-12.1.0.16929</vt:lpwstr>
  </property>
</Properties>
</file>