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2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75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38835" y="62992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投稿</a:t>
            </a:r>
            <a:r>
              <a:rPr lang="zh-CN" altLang="en-US"/>
              <a:t>总结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38835" y="62992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前期花了很多时间在，阅读文章探索的过程——privacy综述、密码学、text2sql、机器学习的MIA、LLM的MIA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 确定选题（LLM-MIA）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确定具体要做的内容，从min-k出发，发现创新点。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48000" y="310642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主要负责论文的写作和各项todo的跟进，把握文章的整体方向。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48000" y="310642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写作上：故事需要make sense，保持逻辑的严谨和自洽（文章举例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48000" y="2552065"/>
            <a:ext cx="6096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实验上：不断思考，发现问题-解决问题的能力很重要，例如在跑完的数据里发现方法效果不理想，就要从多个角度去审视这个问题，是其他方法太好了还是我们的方法不够好；如果是前者就不好解决了，如果是后者再思考方法设计本身有没有可提高的地方，再详细去看实验中的数据，抽一些样本来看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48000" y="2690495"/>
            <a:ext cx="60960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整个过程也有一年多了，想起来很漫长实际做起来也还好。心态上：接受题目和实验的不断推翻重来，当作一个打磨作品的过程，多关注这个过程中的各个节点需要解决的问题，多和老师沟通各种想法（如新的idea、困难或者卡点。做到了上面这些，产出结果应该是顺理成章的了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48000" y="2829560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作为本科生，在前期每周花个两三天时间完成一下todo，产出一些思考就够了，并不会花太多时间；后期按老师的节奏把实验和文章完成，花的时间可能会多一些，但是对于科研会有一个全面的认识。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commondata" val="eyJoZGlkIjoiMTFmMWJmZjM1MTUzOGJhZGQ2YzVjZTI0ZGVkOTAwZTk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517</Words>
  <Application>WPS 演示</Application>
  <PresentationFormat>宽屏</PresentationFormat>
  <Paragraphs>18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陈茁扬</cp:lastModifiedBy>
  <cp:revision>156</cp:revision>
  <dcterms:created xsi:type="dcterms:W3CDTF">2019-06-19T02:08:00Z</dcterms:created>
  <dcterms:modified xsi:type="dcterms:W3CDTF">2025-08-10T14:25:24Z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2714BC2042754196817988410A36725A</vt:lpwstr>
  </property>
</Properties>
</file>