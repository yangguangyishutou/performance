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Lst>
  <p:sldSz cx="30275213" cy="42803763"/>
  <p:notesSz cx="6858000" cy="9144000"/>
  <p:custDataLst>
    <p:tags r:id="rId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D7ED"/>
    <a:srgbClr val="EBEBED"/>
    <a:srgbClr val="F9F6FB"/>
    <a:srgbClr val="6A2E9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291"/>
    <p:restoredTop sz="94673"/>
  </p:normalViewPr>
  <p:slideViewPr>
    <p:cSldViewPr snapToGrid="0">
      <p:cViewPr varScale="1">
        <p:scale>
          <a:sx n="17" d="100"/>
          <a:sy n="17" d="100"/>
        </p:scale>
        <p:origin x="3360" y="3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tags" Target="tags/tag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7005156"/>
            <a:ext cx="25733931" cy="14902051"/>
          </a:xfrm>
        </p:spPr>
        <p:txBody>
          <a:bodyPr anchor="b"/>
          <a:lstStyle>
            <a:lvl1pPr algn="ctr">
              <a:defRPr sz="19865"/>
            </a:lvl1pPr>
          </a:lstStyle>
          <a:p>
            <a:r>
              <a:rPr lang="en-US"/>
              <a:t>Click to edit Master title style</a:t>
            </a:r>
            <a:endParaRPr lang="en-US" dirty="0"/>
          </a:p>
        </p:txBody>
      </p:sp>
      <p:sp>
        <p:nvSpPr>
          <p:cNvPr id="3" name="Subtitle 2"/>
          <p:cNvSpPr>
            <a:spLocks noGrp="1"/>
          </p:cNvSpPr>
          <p:nvPr>
            <p:ph type="subTitle" idx="1"/>
          </p:nvPr>
        </p:nvSpPr>
        <p:spPr>
          <a:xfrm>
            <a:off x="3784402" y="22481887"/>
            <a:ext cx="22706410" cy="10334331"/>
          </a:xfrm>
        </p:spPr>
        <p:txBody>
          <a:bodyPr/>
          <a:lstStyle>
            <a:lvl1pPr marL="0" indent="0" algn="ctr">
              <a:buNone/>
              <a:defRPr sz="7945"/>
            </a:lvl1pPr>
            <a:lvl2pPr marL="1513840" indent="0" algn="ctr">
              <a:buNone/>
              <a:defRPr sz="6620"/>
            </a:lvl2pPr>
            <a:lvl3pPr marL="3027680" indent="0" algn="ctr">
              <a:buNone/>
              <a:defRPr sz="5960"/>
            </a:lvl3pPr>
            <a:lvl4pPr marL="4541520" indent="0" algn="ctr">
              <a:buNone/>
              <a:defRPr sz="5295"/>
            </a:lvl4pPr>
            <a:lvl5pPr marL="6054725" indent="0" algn="ctr">
              <a:buNone/>
              <a:defRPr sz="5295"/>
            </a:lvl5pPr>
            <a:lvl6pPr marL="7568565" indent="0" algn="ctr">
              <a:buNone/>
              <a:defRPr sz="5295"/>
            </a:lvl6pPr>
            <a:lvl7pPr marL="9082405" indent="0" algn="ctr">
              <a:buNone/>
              <a:defRPr sz="5295"/>
            </a:lvl7pPr>
            <a:lvl8pPr marL="10596245" indent="0" algn="ctr">
              <a:buNone/>
              <a:defRPr sz="5295"/>
            </a:lvl8pPr>
            <a:lvl9pPr marL="12110085" indent="0" algn="ctr">
              <a:buNone/>
              <a:defRPr sz="5295"/>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C5565DA-1A89-D346-B05F-3D6C1EA5130B}" type="datetimeFigureOut">
              <a:rPr lang="en-US" smtClean="0"/>
              <a:t>12/18/25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6CC858-FE44-0743-8466-F3B564109D88}"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5565DA-1A89-D346-B05F-3D6C1EA5130B}" type="datetimeFigureOut">
              <a:rPr lang="en-US" smtClean="0"/>
              <a:t>12/18/25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6CC858-FE44-0743-8466-F3B564109D88}"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71229"/>
            <a:ext cx="26112371" cy="17805173"/>
          </a:xfrm>
        </p:spPr>
        <p:txBody>
          <a:bodyPr anchor="b"/>
          <a:lstStyle>
            <a:lvl1pPr>
              <a:defRPr sz="19865"/>
            </a:lvl1pPr>
          </a:lstStyle>
          <a:p>
            <a:r>
              <a:rPr lang="en-US"/>
              <a:t>Click to edit Master title style</a:t>
            </a:r>
            <a:endParaRPr lang="en-US" dirty="0"/>
          </a:p>
        </p:txBody>
      </p:sp>
      <p:sp>
        <p:nvSpPr>
          <p:cNvPr id="3" name="Text Placeholder 2"/>
          <p:cNvSpPr>
            <a:spLocks noGrp="1"/>
          </p:cNvSpPr>
          <p:nvPr>
            <p:ph type="body" idx="1"/>
          </p:nvPr>
        </p:nvSpPr>
        <p:spPr>
          <a:xfrm>
            <a:off x="2065654" y="28644846"/>
            <a:ext cx="26112371" cy="9363320"/>
          </a:xfrm>
        </p:spPr>
        <p:txBody>
          <a:bodyPr/>
          <a:lstStyle>
            <a:lvl1pPr marL="0" indent="0">
              <a:buNone/>
              <a:defRPr sz="7945">
                <a:solidFill>
                  <a:schemeClr val="tx1"/>
                </a:solidFill>
              </a:defRPr>
            </a:lvl1pPr>
            <a:lvl2pPr marL="1513840" indent="0">
              <a:buNone/>
              <a:defRPr sz="6620">
                <a:solidFill>
                  <a:schemeClr val="tx1">
                    <a:tint val="75000"/>
                  </a:schemeClr>
                </a:solidFill>
              </a:defRPr>
            </a:lvl2pPr>
            <a:lvl3pPr marL="3027680" indent="0">
              <a:buNone/>
              <a:defRPr sz="5960">
                <a:solidFill>
                  <a:schemeClr val="tx1">
                    <a:tint val="75000"/>
                  </a:schemeClr>
                </a:solidFill>
              </a:defRPr>
            </a:lvl3pPr>
            <a:lvl4pPr marL="4541520" indent="0">
              <a:buNone/>
              <a:defRPr sz="5295">
                <a:solidFill>
                  <a:schemeClr val="tx1">
                    <a:tint val="75000"/>
                  </a:schemeClr>
                </a:solidFill>
              </a:defRPr>
            </a:lvl4pPr>
            <a:lvl5pPr marL="6054725" indent="0">
              <a:buNone/>
              <a:defRPr sz="5295">
                <a:solidFill>
                  <a:schemeClr val="tx1">
                    <a:tint val="75000"/>
                  </a:schemeClr>
                </a:solidFill>
              </a:defRPr>
            </a:lvl5pPr>
            <a:lvl6pPr marL="7568565" indent="0">
              <a:buNone/>
              <a:defRPr sz="5295">
                <a:solidFill>
                  <a:schemeClr val="tx1">
                    <a:tint val="75000"/>
                  </a:schemeClr>
                </a:solidFill>
              </a:defRPr>
            </a:lvl6pPr>
            <a:lvl7pPr marL="9082405" indent="0">
              <a:buNone/>
              <a:defRPr sz="5295">
                <a:solidFill>
                  <a:schemeClr val="tx1">
                    <a:tint val="75000"/>
                  </a:schemeClr>
                </a:solidFill>
              </a:defRPr>
            </a:lvl7pPr>
            <a:lvl8pPr marL="10596245" indent="0">
              <a:buNone/>
              <a:defRPr sz="5295">
                <a:solidFill>
                  <a:schemeClr val="tx1">
                    <a:tint val="75000"/>
                  </a:schemeClr>
                </a:solidFill>
              </a:defRPr>
            </a:lvl8pPr>
            <a:lvl9pPr marL="12110085" indent="0">
              <a:buNone/>
              <a:defRPr sz="529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5565DA-1A89-D346-B05F-3D6C1EA5130B}" type="datetimeFigureOut">
              <a:rPr lang="en-US" smtClean="0"/>
              <a:t>12/18/25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6CC858-FE44-0743-8466-F3B564109D88}"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81421" y="11394520"/>
            <a:ext cx="12866966" cy="271585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326826" y="11394520"/>
            <a:ext cx="12866966" cy="271585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5565DA-1A89-D346-B05F-3D6C1EA5130B}" type="datetimeFigureOut">
              <a:rPr lang="en-US" smtClean="0"/>
              <a:t>12/18/25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6CC858-FE44-0743-8466-F3B564109D88}"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278913"/>
            <a:ext cx="26112371" cy="82734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85368" y="10492870"/>
            <a:ext cx="12807832" cy="5142393"/>
          </a:xfrm>
        </p:spPr>
        <p:txBody>
          <a:bodyPr anchor="b"/>
          <a:lstStyle>
            <a:lvl1pPr marL="0" indent="0">
              <a:buNone/>
              <a:defRPr sz="7945" b="1"/>
            </a:lvl1pPr>
            <a:lvl2pPr marL="1513840" indent="0">
              <a:buNone/>
              <a:defRPr sz="6620" b="1"/>
            </a:lvl2pPr>
            <a:lvl3pPr marL="3027680" indent="0">
              <a:buNone/>
              <a:defRPr sz="5960" b="1"/>
            </a:lvl3pPr>
            <a:lvl4pPr marL="4541520" indent="0">
              <a:buNone/>
              <a:defRPr sz="5295" b="1"/>
            </a:lvl4pPr>
            <a:lvl5pPr marL="6054725" indent="0">
              <a:buNone/>
              <a:defRPr sz="5295" b="1"/>
            </a:lvl5pPr>
            <a:lvl6pPr marL="7568565" indent="0">
              <a:buNone/>
              <a:defRPr sz="5295" b="1"/>
            </a:lvl6pPr>
            <a:lvl7pPr marL="9082405" indent="0">
              <a:buNone/>
              <a:defRPr sz="5295" b="1"/>
            </a:lvl7pPr>
            <a:lvl8pPr marL="10596245" indent="0">
              <a:buNone/>
              <a:defRPr sz="5295" b="1"/>
            </a:lvl8pPr>
            <a:lvl9pPr marL="12110085" indent="0">
              <a:buNone/>
              <a:defRPr sz="5295" b="1"/>
            </a:lvl9pPr>
          </a:lstStyle>
          <a:p>
            <a:pPr lvl="0"/>
            <a:r>
              <a:rPr lang="en-US"/>
              <a:t>Click to edit Master text styles</a:t>
            </a:r>
          </a:p>
        </p:txBody>
      </p:sp>
      <p:sp>
        <p:nvSpPr>
          <p:cNvPr id="4" name="Content Placeholder 3"/>
          <p:cNvSpPr>
            <a:spLocks noGrp="1"/>
          </p:cNvSpPr>
          <p:nvPr>
            <p:ph sz="half" idx="2"/>
          </p:nvPr>
        </p:nvSpPr>
        <p:spPr>
          <a:xfrm>
            <a:off x="2085368" y="15635264"/>
            <a:ext cx="12807832" cy="22997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326828" y="10492870"/>
            <a:ext cx="12870909" cy="5142393"/>
          </a:xfrm>
        </p:spPr>
        <p:txBody>
          <a:bodyPr anchor="b"/>
          <a:lstStyle>
            <a:lvl1pPr marL="0" indent="0">
              <a:buNone/>
              <a:defRPr sz="7945" b="1"/>
            </a:lvl1pPr>
            <a:lvl2pPr marL="1513840" indent="0">
              <a:buNone/>
              <a:defRPr sz="6620" b="1"/>
            </a:lvl2pPr>
            <a:lvl3pPr marL="3027680" indent="0">
              <a:buNone/>
              <a:defRPr sz="5960" b="1"/>
            </a:lvl3pPr>
            <a:lvl4pPr marL="4541520" indent="0">
              <a:buNone/>
              <a:defRPr sz="5295" b="1"/>
            </a:lvl4pPr>
            <a:lvl5pPr marL="6054725" indent="0">
              <a:buNone/>
              <a:defRPr sz="5295" b="1"/>
            </a:lvl5pPr>
            <a:lvl6pPr marL="7568565" indent="0">
              <a:buNone/>
              <a:defRPr sz="5295" b="1"/>
            </a:lvl6pPr>
            <a:lvl7pPr marL="9082405" indent="0">
              <a:buNone/>
              <a:defRPr sz="5295" b="1"/>
            </a:lvl7pPr>
            <a:lvl8pPr marL="10596245" indent="0">
              <a:buNone/>
              <a:defRPr sz="5295" b="1"/>
            </a:lvl8pPr>
            <a:lvl9pPr marL="12110085" indent="0">
              <a:buNone/>
              <a:defRPr sz="5295" b="1"/>
            </a:lvl9pPr>
          </a:lstStyle>
          <a:p>
            <a:pPr lvl="0"/>
            <a:r>
              <a:rPr lang="en-US"/>
              <a:t>Click to edit Master text styles</a:t>
            </a:r>
          </a:p>
        </p:txBody>
      </p:sp>
      <p:sp>
        <p:nvSpPr>
          <p:cNvPr id="6" name="Content Placeholder 5"/>
          <p:cNvSpPr>
            <a:spLocks noGrp="1"/>
          </p:cNvSpPr>
          <p:nvPr>
            <p:ph sz="quarter" idx="4"/>
          </p:nvPr>
        </p:nvSpPr>
        <p:spPr>
          <a:xfrm>
            <a:off x="15326828" y="15635264"/>
            <a:ext cx="12870909" cy="22997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5565DA-1A89-D346-B05F-3D6C1EA5130B}" type="datetimeFigureOut">
              <a:rPr lang="en-US" smtClean="0"/>
              <a:t>12/18/25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86CC858-FE44-0743-8466-F3B564109D88}"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5565DA-1A89-D346-B05F-3D6C1EA5130B}" type="datetimeFigureOut">
              <a:rPr lang="en-US" smtClean="0"/>
              <a:t>12/18/25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86CC858-FE44-0743-8466-F3B564109D88}"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5565DA-1A89-D346-B05F-3D6C1EA5130B}" type="datetimeFigureOut">
              <a:rPr lang="en-US" smtClean="0"/>
              <a:t>12/18/25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86CC858-FE44-0743-8466-F3B564109D88}"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US"/>
              <a:t>Click to edit Master title style</a:t>
            </a:r>
            <a:endParaRPr lang="en-US" dirty="0"/>
          </a:p>
        </p:txBody>
      </p:sp>
      <p:sp>
        <p:nvSpPr>
          <p:cNvPr id="3" name="Content Placeholder 2"/>
          <p:cNvSpPr>
            <a:spLocks noGrp="1"/>
          </p:cNvSpPr>
          <p:nvPr>
            <p:ph idx="1"/>
          </p:nvPr>
        </p:nvSpPr>
        <p:spPr>
          <a:xfrm>
            <a:off x="12870909" y="6162959"/>
            <a:ext cx="15326827" cy="30418415"/>
          </a:xfrm>
        </p:spPr>
        <p:txBody>
          <a:bodyPr/>
          <a:lstStyle>
            <a:lvl1pPr>
              <a:defRPr sz="10595"/>
            </a:lvl1pPr>
            <a:lvl2pPr>
              <a:defRPr sz="9270"/>
            </a:lvl2pPr>
            <a:lvl3pPr>
              <a:defRPr sz="7945"/>
            </a:lvl3pPr>
            <a:lvl4pPr>
              <a:defRPr sz="6620"/>
            </a:lvl4pPr>
            <a:lvl5pPr>
              <a:defRPr sz="6620"/>
            </a:lvl5pPr>
            <a:lvl6pPr>
              <a:defRPr sz="6620"/>
            </a:lvl6pPr>
            <a:lvl7pPr>
              <a:defRPr sz="6620"/>
            </a:lvl7pPr>
            <a:lvl8pPr>
              <a:defRPr sz="6620"/>
            </a:lvl8pPr>
            <a:lvl9pPr>
              <a:defRPr sz="6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5"/>
            </a:lvl1pPr>
            <a:lvl2pPr marL="1513840" indent="0">
              <a:buNone/>
              <a:defRPr sz="4635"/>
            </a:lvl2pPr>
            <a:lvl3pPr marL="3027680" indent="0">
              <a:buNone/>
              <a:defRPr sz="3975"/>
            </a:lvl3pPr>
            <a:lvl4pPr marL="4541520" indent="0">
              <a:buNone/>
              <a:defRPr sz="3310"/>
            </a:lvl4pPr>
            <a:lvl5pPr marL="6054725" indent="0">
              <a:buNone/>
              <a:defRPr sz="3310"/>
            </a:lvl5pPr>
            <a:lvl6pPr marL="7568565" indent="0">
              <a:buNone/>
              <a:defRPr sz="3310"/>
            </a:lvl6pPr>
            <a:lvl7pPr marL="9082405" indent="0">
              <a:buNone/>
              <a:defRPr sz="3310"/>
            </a:lvl7pPr>
            <a:lvl8pPr marL="10596245" indent="0">
              <a:buNone/>
              <a:defRPr sz="3310"/>
            </a:lvl8pPr>
            <a:lvl9pPr marL="12110085" indent="0">
              <a:buNone/>
              <a:defRPr sz="3310"/>
            </a:lvl9pPr>
          </a:lstStyle>
          <a:p>
            <a:pPr lvl="0"/>
            <a:r>
              <a:rPr lang="en-US"/>
              <a:t>Click to edit Master text styles</a:t>
            </a:r>
          </a:p>
        </p:txBody>
      </p:sp>
      <p:sp>
        <p:nvSpPr>
          <p:cNvPr id="5" name="Date Placeholder 4"/>
          <p:cNvSpPr>
            <a:spLocks noGrp="1"/>
          </p:cNvSpPr>
          <p:nvPr>
            <p:ph type="dt" sz="half" idx="10"/>
          </p:nvPr>
        </p:nvSpPr>
        <p:spPr/>
        <p:txBody>
          <a:bodyPr/>
          <a:lstStyle/>
          <a:p>
            <a:fld id="{1C5565DA-1A89-D346-B05F-3D6C1EA5130B}" type="datetimeFigureOut">
              <a:rPr lang="en-US" smtClean="0"/>
              <a:t>12/18/25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6CC858-FE44-0743-8466-F3B564109D88}"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70909" y="6162959"/>
            <a:ext cx="15326827" cy="30418415"/>
          </a:xfrm>
        </p:spPr>
        <p:txBody>
          <a:bodyPr anchor="t"/>
          <a:lstStyle>
            <a:lvl1pPr marL="0" indent="0">
              <a:buNone/>
              <a:defRPr sz="10595"/>
            </a:lvl1pPr>
            <a:lvl2pPr marL="1513840" indent="0">
              <a:buNone/>
              <a:defRPr sz="9270"/>
            </a:lvl2pPr>
            <a:lvl3pPr marL="3027680" indent="0">
              <a:buNone/>
              <a:defRPr sz="7945"/>
            </a:lvl3pPr>
            <a:lvl4pPr marL="4541520" indent="0">
              <a:buNone/>
              <a:defRPr sz="6620"/>
            </a:lvl4pPr>
            <a:lvl5pPr marL="6054725" indent="0">
              <a:buNone/>
              <a:defRPr sz="6620"/>
            </a:lvl5pPr>
            <a:lvl6pPr marL="7568565" indent="0">
              <a:buNone/>
              <a:defRPr sz="6620"/>
            </a:lvl6pPr>
            <a:lvl7pPr marL="9082405" indent="0">
              <a:buNone/>
              <a:defRPr sz="6620"/>
            </a:lvl7pPr>
            <a:lvl8pPr marL="10596245" indent="0">
              <a:buNone/>
              <a:defRPr sz="6620"/>
            </a:lvl8pPr>
            <a:lvl9pPr marL="12110085" indent="0">
              <a:buNone/>
              <a:defRPr sz="6620"/>
            </a:lvl9pPr>
          </a:lstStyle>
          <a:p>
            <a:r>
              <a:rPr lang="en-US"/>
              <a:t>Click icon to add picture</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5"/>
            </a:lvl1pPr>
            <a:lvl2pPr marL="1513840" indent="0">
              <a:buNone/>
              <a:defRPr sz="4635"/>
            </a:lvl2pPr>
            <a:lvl3pPr marL="3027680" indent="0">
              <a:buNone/>
              <a:defRPr sz="3975"/>
            </a:lvl3pPr>
            <a:lvl4pPr marL="4541520" indent="0">
              <a:buNone/>
              <a:defRPr sz="3310"/>
            </a:lvl4pPr>
            <a:lvl5pPr marL="6054725" indent="0">
              <a:buNone/>
              <a:defRPr sz="3310"/>
            </a:lvl5pPr>
            <a:lvl6pPr marL="7568565" indent="0">
              <a:buNone/>
              <a:defRPr sz="3310"/>
            </a:lvl6pPr>
            <a:lvl7pPr marL="9082405" indent="0">
              <a:buNone/>
              <a:defRPr sz="3310"/>
            </a:lvl7pPr>
            <a:lvl8pPr marL="10596245" indent="0">
              <a:buNone/>
              <a:defRPr sz="3310"/>
            </a:lvl8pPr>
            <a:lvl9pPr marL="12110085" indent="0">
              <a:buNone/>
              <a:defRPr sz="3310"/>
            </a:lvl9pPr>
          </a:lstStyle>
          <a:p>
            <a:pPr lvl="0"/>
            <a:r>
              <a:rPr lang="en-US"/>
              <a:t>Click to edit Master text styles</a:t>
            </a:r>
          </a:p>
        </p:txBody>
      </p:sp>
      <p:sp>
        <p:nvSpPr>
          <p:cNvPr id="5" name="Date Placeholder 4"/>
          <p:cNvSpPr>
            <a:spLocks noGrp="1"/>
          </p:cNvSpPr>
          <p:nvPr>
            <p:ph type="dt" sz="half" idx="10"/>
          </p:nvPr>
        </p:nvSpPr>
        <p:spPr/>
        <p:txBody>
          <a:bodyPr/>
          <a:lstStyle/>
          <a:p>
            <a:fld id="{1C5565DA-1A89-D346-B05F-3D6C1EA5130B}" type="datetimeFigureOut">
              <a:rPr lang="en-US" smtClean="0"/>
              <a:t>12/18/25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6CC858-FE44-0743-8466-F3B564109D88}"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5565DA-1A89-D346-B05F-3D6C1EA5130B}" type="datetimeFigureOut">
              <a:rPr lang="en-US" smtClean="0"/>
              <a:t>12/18/25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6CC858-FE44-0743-8466-F3B564109D88}"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2278904"/>
            <a:ext cx="6528093" cy="3627421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81423" y="2278904"/>
            <a:ext cx="19205838" cy="3627421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5565DA-1A89-D346-B05F-3D6C1EA5130B}" type="datetimeFigureOut">
              <a:rPr lang="en-US" smtClean="0"/>
              <a:t>12/18/25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6CC858-FE44-0743-8466-F3B564109D8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2278913"/>
            <a:ext cx="26112371" cy="82734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81421" y="11394520"/>
            <a:ext cx="26112371" cy="2715859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81421" y="39672756"/>
            <a:ext cx="6811923" cy="2278904"/>
          </a:xfrm>
          <a:prstGeom prst="rect">
            <a:avLst/>
          </a:prstGeom>
        </p:spPr>
        <p:txBody>
          <a:bodyPr vert="horz" lIns="91440" tIns="45720" rIns="91440" bIns="45720" rtlCol="0" anchor="ctr"/>
          <a:lstStyle>
            <a:lvl1pPr algn="l">
              <a:defRPr sz="3975">
                <a:solidFill>
                  <a:schemeClr val="tx1">
                    <a:tint val="75000"/>
                  </a:schemeClr>
                </a:solidFill>
              </a:defRPr>
            </a:lvl1pPr>
          </a:lstStyle>
          <a:p>
            <a:fld id="{1C5565DA-1A89-D346-B05F-3D6C1EA5130B}" type="datetimeFigureOut">
              <a:rPr lang="en-US" smtClean="0"/>
              <a:t>12/18/25</a:t>
            </a:fld>
            <a:endParaRPr lang="en-US"/>
          </a:p>
        </p:txBody>
      </p:sp>
      <p:sp>
        <p:nvSpPr>
          <p:cNvPr id="5" name="Footer Placeholder 4"/>
          <p:cNvSpPr>
            <a:spLocks noGrp="1"/>
          </p:cNvSpPr>
          <p:nvPr>
            <p:ph type="ftr" sz="quarter" idx="3"/>
          </p:nvPr>
        </p:nvSpPr>
        <p:spPr>
          <a:xfrm>
            <a:off x="10028665" y="39672756"/>
            <a:ext cx="10217884" cy="2278904"/>
          </a:xfrm>
          <a:prstGeom prst="rect">
            <a:avLst/>
          </a:prstGeom>
        </p:spPr>
        <p:txBody>
          <a:bodyPr vert="horz" lIns="91440" tIns="45720" rIns="91440" bIns="45720" rtlCol="0" anchor="ctr"/>
          <a:lstStyle>
            <a:lvl1pPr algn="ctr">
              <a:defRPr sz="3975">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1381869" y="39672756"/>
            <a:ext cx="6811923" cy="2278904"/>
          </a:xfrm>
          <a:prstGeom prst="rect">
            <a:avLst/>
          </a:prstGeom>
        </p:spPr>
        <p:txBody>
          <a:bodyPr vert="horz" lIns="91440" tIns="45720" rIns="91440" bIns="45720" rtlCol="0" anchor="ctr"/>
          <a:lstStyle>
            <a:lvl1pPr algn="r">
              <a:defRPr sz="3975">
                <a:solidFill>
                  <a:schemeClr val="tx1">
                    <a:tint val="75000"/>
                  </a:schemeClr>
                </a:solidFill>
              </a:defRPr>
            </a:lvl1pPr>
          </a:lstStyle>
          <a:p>
            <a:fld id="{286CC858-FE44-0743-8466-F3B564109D8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027680" rtl="0" eaLnBrk="1" latinLnBrk="0" hangingPunct="1">
        <a:lnSpc>
          <a:spcPct val="90000"/>
        </a:lnSpc>
        <a:spcBef>
          <a:spcPct val="0"/>
        </a:spcBef>
        <a:buNone/>
        <a:defRPr sz="14570" kern="1200">
          <a:solidFill>
            <a:schemeClr val="tx1"/>
          </a:solidFill>
          <a:latin typeface="+mj-lt"/>
          <a:ea typeface="+mj-ea"/>
          <a:cs typeface="+mj-cs"/>
        </a:defRPr>
      </a:lvl1pPr>
    </p:titleStyle>
    <p:bodyStyle>
      <a:lvl1pPr marL="756920" indent="-756920" algn="l" defTabSz="3027680" rtl="0" eaLnBrk="1" latinLnBrk="0" hangingPunct="1">
        <a:lnSpc>
          <a:spcPct val="90000"/>
        </a:lnSpc>
        <a:spcBef>
          <a:spcPts val="3310"/>
        </a:spcBef>
        <a:buFont typeface="Arial" panose="020B0604020202020204" pitchFamily="34" charset="0"/>
        <a:buChar char="•"/>
        <a:defRPr sz="9270" kern="1200">
          <a:solidFill>
            <a:schemeClr val="tx1"/>
          </a:solidFill>
          <a:latin typeface="+mn-lt"/>
          <a:ea typeface="+mn-ea"/>
          <a:cs typeface="+mn-cs"/>
        </a:defRPr>
      </a:lvl1pPr>
      <a:lvl2pPr marL="2270760" indent="-756920" algn="l" defTabSz="3027680" rtl="0" eaLnBrk="1" latinLnBrk="0" hangingPunct="1">
        <a:lnSpc>
          <a:spcPct val="90000"/>
        </a:lnSpc>
        <a:spcBef>
          <a:spcPts val="1655"/>
        </a:spcBef>
        <a:buFont typeface="Arial" panose="020B0604020202020204" pitchFamily="34" charset="0"/>
        <a:buChar char="•"/>
        <a:defRPr sz="7945" kern="1200">
          <a:solidFill>
            <a:schemeClr val="tx1"/>
          </a:solidFill>
          <a:latin typeface="+mn-lt"/>
          <a:ea typeface="+mn-ea"/>
          <a:cs typeface="+mn-cs"/>
        </a:defRPr>
      </a:lvl2pPr>
      <a:lvl3pPr marL="3784600" indent="-756920" algn="l" defTabSz="3027680" rtl="0" eaLnBrk="1" latinLnBrk="0" hangingPunct="1">
        <a:lnSpc>
          <a:spcPct val="90000"/>
        </a:lnSpc>
        <a:spcBef>
          <a:spcPts val="1655"/>
        </a:spcBef>
        <a:buFont typeface="Arial" panose="020B0604020202020204" pitchFamily="34" charset="0"/>
        <a:buChar char="•"/>
        <a:defRPr sz="6620" kern="1200">
          <a:solidFill>
            <a:schemeClr val="tx1"/>
          </a:solidFill>
          <a:latin typeface="+mn-lt"/>
          <a:ea typeface="+mn-ea"/>
          <a:cs typeface="+mn-cs"/>
        </a:defRPr>
      </a:lvl3pPr>
      <a:lvl4pPr marL="5297805" indent="-756920" algn="l" defTabSz="3027680"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645" indent="-756920" algn="l" defTabSz="3027680"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485" indent="-756920" algn="l" defTabSz="3027680"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25" indent="-756920" algn="l" defTabSz="3027680"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165" indent="-756920" algn="l" defTabSz="3027680"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7005" indent="-756920" algn="l" defTabSz="3027680"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680" rtl="0" eaLnBrk="1" latinLnBrk="0" hangingPunct="1">
        <a:defRPr sz="5960" kern="1200">
          <a:solidFill>
            <a:schemeClr val="tx1"/>
          </a:solidFill>
          <a:latin typeface="+mn-lt"/>
          <a:ea typeface="+mn-ea"/>
          <a:cs typeface="+mn-cs"/>
        </a:defRPr>
      </a:lvl1pPr>
      <a:lvl2pPr marL="1513840" algn="l" defTabSz="3027680" rtl="0" eaLnBrk="1" latinLnBrk="0" hangingPunct="1">
        <a:defRPr sz="5960" kern="1200">
          <a:solidFill>
            <a:schemeClr val="tx1"/>
          </a:solidFill>
          <a:latin typeface="+mn-lt"/>
          <a:ea typeface="+mn-ea"/>
          <a:cs typeface="+mn-cs"/>
        </a:defRPr>
      </a:lvl2pPr>
      <a:lvl3pPr marL="3027680" algn="l" defTabSz="3027680" rtl="0" eaLnBrk="1" latinLnBrk="0" hangingPunct="1">
        <a:defRPr sz="5960" kern="1200">
          <a:solidFill>
            <a:schemeClr val="tx1"/>
          </a:solidFill>
          <a:latin typeface="+mn-lt"/>
          <a:ea typeface="+mn-ea"/>
          <a:cs typeface="+mn-cs"/>
        </a:defRPr>
      </a:lvl3pPr>
      <a:lvl4pPr marL="4541520" algn="l" defTabSz="3027680" rtl="0" eaLnBrk="1" latinLnBrk="0" hangingPunct="1">
        <a:defRPr sz="5960" kern="1200">
          <a:solidFill>
            <a:schemeClr val="tx1"/>
          </a:solidFill>
          <a:latin typeface="+mn-lt"/>
          <a:ea typeface="+mn-ea"/>
          <a:cs typeface="+mn-cs"/>
        </a:defRPr>
      </a:lvl4pPr>
      <a:lvl5pPr marL="6054725" algn="l" defTabSz="3027680" rtl="0" eaLnBrk="1" latinLnBrk="0" hangingPunct="1">
        <a:defRPr sz="5960" kern="1200">
          <a:solidFill>
            <a:schemeClr val="tx1"/>
          </a:solidFill>
          <a:latin typeface="+mn-lt"/>
          <a:ea typeface="+mn-ea"/>
          <a:cs typeface="+mn-cs"/>
        </a:defRPr>
      </a:lvl5pPr>
      <a:lvl6pPr marL="7568565" algn="l" defTabSz="3027680" rtl="0" eaLnBrk="1" latinLnBrk="0" hangingPunct="1">
        <a:defRPr sz="5960" kern="1200">
          <a:solidFill>
            <a:schemeClr val="tx1"/>
          </a:solidFill>
          <a:latin typeface="+mn-lt"/>
          <a:ea typeface="+mn-ea"/>
          <a:cs typeface="+mn-cs"/>
        </a:defRPr>
      </a:lvl6pPr>
      <a:lvl7pPr marL="9082405" algn="l" defTabSz="3027680" rtl="0" eaLnBrk="1" latinLnBrk="0" hangingPunct="1">
        <a:defRPr sz="5960" kern="1200">
          <a:solidFill>
            <a:schemeClr val="tx1"/>
          </a:solidFill>
          <a:latin typeface="+mn-lt"/>
          <a:ea typeface="+mn-ea"/>
          <a:cs typeface="+mn-cs"/>
        </a:defRPr>
      </a:lvl7pPr>
      <a:lvl8pPr marL="10596245" algn="l" defTabSz="3027680" rtl="0" eaLnBrk="1" latinLnBrk="0" hangingPunct="1">
        <a:defRPr sz="5960" kern="1200">
          <a:solidFill>
            <a:schemeClr val="tx1"/>
          </a:solidFill>
          <a:latin typeface="+mn-lt"/>
          <a:ea typeface="+mn-ea"/>
          <a:cs typeface="+mn-cs"/>
        </a:defRPr>
      </a:lvl8pPr>
      <a:lvl9pPr marL="12110085" algn="l" defTabSz="3027680"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27510" y="-10457"/>
            <a:ext cx="30275213" cy="5580103"/>
          </a:xfrm>
          <a:prstGeom prst="rect">
            <a:avLst/>
          </a:prstGeom>
          <a:solidFill>
            <a:srgbClr val="6A2E9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6039122" y="137472"/>
            <a:ext cx="17988640" cy="2554545"/>
          </a:xfrm>
          <a:prstGeom prst="rect">
            <a:avLst/>
          </a:prstGeom>
          <a:noFill/>
        </p:spPr>
        <p:txBody>
          <a:bodyPr wrap="square">
            <a:spAutoFit/>
          </a:bodyPr>
          <a:lstStyle/>
          <a:p>
            <a:pPr algn="ctr"/>
            <a:r>
              <a:rPr lang="en-GB" sz="8000" b="0" dirty="0">
                <a:solidFill>
                  <a:schemeClr val="bg1"/>
                </a:solidFill>
                <a:effectLst/>
                <a:latin typeface="Trebuchet MS" panose="020B0603020202020204" pitchFamily="34" charset="0"/>
              </a:rPr>
              <a:t>Uncovering Pretraining Code in LLMs: A Syntax-Aware Attribution Approach </a:t>
            </a:r>
            <a:endParaRPr lang="en-GB" sz="8000" dirty="0">
              <a:solidFill>
                <a:schemeClr val="bg1"/>
              </a:solidFill>
              <a:latin typeface="Trebuchet MS" panose="020B0603020202020204" pitchFamily="34" charset="0"/>
            </a:endParaRPr>
          </a:p>
        </p:txBody>
      </p:sp>
      <p:sp>
        <p:nvSpPr>
          <p:cNvPr id="6" name="TextBox 5"/>
          <p:cNvSpPr txBox="1"/>
          <p:nvPr/>
        </p:nvSpPr>
        <p:spPr>
          <a:xfrm>
            <a:off x="6844540" y="2680266"/>
            <a:ext cx="17988640" cy="3416320"/>
          </a:xfrm>
          <a:prstGeom prst="rect">
            <a:avLst/>
          </a:prstGeom>
          <a:noFill/>
        </p:spPr>
        <p:txBody>
          <a:bodyPr wrap="square" rtlCol="0">
            <a:spAutoFit/>
          </a:bodyPr>
          <a:lstStyle/>
          <a:p>
            <a:pPr algn="ctr"/>
            <a:r>
              <a:rPr lang="en-GB" sz="3600" b="0" dirty="0" err="1">
                <a:solidFill>
                  <a:schemeClr val="bg1"/>
                </a:solidFill>
                <a:effectLst/>
                <a:latin typeface="Trebuchet MS" panose="020B0603020202020204" pitchFamily="34" charset="0"/>
              </a:rPr>
              <a:t>Yuanheng</a:t>
            </a:r>
            <a:r>
              <a:rPr lang="en-GB" sz="3600" b="0" dirty="0">
                <a:solidFill>
                  <a:schemeClr val="bg1"/>
                </a:solidFill>
                <a:effectLst/>
                <a:latin typeface="Trebuchet MS" panose="020B0603020202020204" pitchFamily="34" charset="0"/>
              </a:rPr>
              <a:t> Li</a:t>
            </a:r>
            <a:r>
              <a:rPr lang="en-GB" sz="3600" baseline="30000" dirty="0">
                <a:solidFill>
                  <a:schemeClr val="bg1"/>
                </a:solidFill>
                <a:effectLst/>
                <a:latin typeface="Trebuchet MS" panose="020B0603020202020204" pitchFamily="34" charset="0"/>
              </a:rPr>
              <a:t>1</a:t>
            </a:r>
            <a:r>
              <a:rPr lang="en-GB" sz="3600" dirty="0">
                <a:solidFill>
                  <a:schemeClr val="bg1"/>
                </a:solidFill>
                <a:effectLst/>
                <a:latin typeface="Trebuchet MS" panose="020B0603020202020204" pitchFamily="34" charset="0"/>
              </a:rPr>
              <a:t>*</a:t>
            </a:r>
            <a:r>
              <a:rPr lang="en-GB" sz="3600" b="0" dirty="0">
                <a:solidFill>
                  <a:schemeClr val="bg1"/>
                </a:solidFill>
                <a:effectLst/>
                <a:latin typeface="Trebuchet MS" panose="020B0603020202020204" pitchFamily="34" charset="0"/>
              </a:rPr>
              <a:t>, </a:t>
            </a:r>
            <a:r>
              <a:rPr lang="en-GB" sz="3600" b="0" dirty="0" err="1">
                <a:solidFill>
                  <a:schemeClr val="bg1"/>
                </a:solidFill>
                <a:effectLst/>
                <a:latin typeface="Trebuchet MS" panose="020B0603020202020204" pitchFamily="34" charset="0"/>
              </a:rPr>
              <a:t>Zhuoyang</a:t>
            </a:r>
            <a:r>
              <a:rPr lang="en-GB" sz="3600" b="0" dirty="0">
                <a:solidFill>
                  <a:schemeClr val="bg1"/>
                </a:solidFill>
                <a:effectLst/>
                <a:latin typeface="Trebuchet MS" panose="020B0603020202020204" pitchFamily="34" charset="0"/>
              </a:rPr>
              <a:t> Chen</a:t>
            </a:r>
            <a:r>
              <a:rPr lang="en-GB" sz="3600" baseline="30000" dirty="0">
                <a:solidFill>
                  <a:schemeClr val="bg1"/>
                </a:solidFill>
                <a:effectLst/>
                <a:latin typeface="Trebuchet MS" panose="020B0603020202020204" pitchFamily="34" charset="0"/>
              </a:rPr>
              <a:t>1</a:t>
            </a:r>
            <a:r>
              <a:rPr lang="en-GB" sz="3600" dirty="0">
                <a:solidFill>
                  <a:schemeClr val="bg1"/>
                </a:solidFill>
                <a:effectLst/>
                <a:latin typeface="Trebuchet MS" panose="020B0603020202020204" pitchFamily="34" charset="0"/>
              </a:rPr>
              <a:t>*</a:t>
            </a:r>
            <a:r>
              <a:rPr lang="en-GB" sz="3600" b="0" dirty="0">
                <a:solidFill>
                  <a:schemeClr val="bg1"/>
                </a:solidFill>
                <a:effectLst/>
                <a:latin typeface="Trebuchet MS" panose="020B0603020202020204" pitchFamily="34" charset="0"/>
              </a:rPr>
              <a:t>, </a:t>
            </a:r>
            <a:r>
              <a:rPr lang="en-GB" sz="3600" b="0" dirty="0" err="1">
                <a:solidFill>
                  <a:schemeClr val="bg1"/>
                </a:solidFill>
                <a:effectLst/>
                <a:latin typeface="Trebuchet MS" panose="020B0603020202020204" pitchFamily="34" charset="0"/>
              </a:rPr>
              <a:t>Xiaoyun</a:t>
            </a:r>
            <a:r>
              <a:rPr lang="en-GB" sz="3600" b="0" dirty="0">
                <a:solidFill>
                  <a:schemeClr val="bg1"/>
                </a:solidFill>
                <a:effectLst/>
                <a:latin typeface="Trebuchet MS" panose="020B0603020202020204" pitchFamily="34" charset="0"/>
              </a:rPr>
              <a:t> Liu</a:t>
            </a:r>
            <a:r>
              <a:rPr lang="en-GB" sz="3600" baseline="30000" dirty="0">
                <a:solidFill>
                  <a:schemeClr val="bg1"/>
                </a:solidFill>
                <a:effectLst/>
                <a:latin typeface="Trebuchet MS" panose="020B0603020202020204" pitchFamily="34" charset="0"/>
              </a:rPr>
              <a:t>1</a:t>
            </a:r>
            <a:r>
              <a:rPr lang="en-GB" sz="3600" b="0" dirty="0">
                <a:solidFill>
                  <a:schemeClr val="bg1"/>
                </a:solidFill>
                <a:effectLst/>
                <a:latin typeface="Trebuchet MS" panose="020B0603020202020204" pitchFamily="34" charset="0"/>
              </a:rPr>
              <a:t>, </a:t>
            </a:r>
            <a:r>
              <a:rPr lang="en-GB" sz="3600" b="0" dirty="0" err="1">
                <a:solidFill>
                  <a:schemeClr val="bg1"/>
                </a:solidFill>
                <a:effectLst/>
                <a:latin typeface="Trebuchet MS" panose="020B0603020202020204" pitchFamily="34" charset="0"/>
              </a:rPr>
              <a:t>Yuhao</a:t>
            </a:r>
            <a:r>
              <a:rPr lang="en-GB" sz="3600" b="0" dirty="0">
                <a:solidFill>
                  <a:schemeClr val="bg1"/>
                </a:solidFill>
                <a:effectLst/>
                <a:latin typeface="Trebuchet MS" panose="020B0603020202020204" pitchFamily="34" charset="0"/>
              </a:rPr>
              <a:t> Wang</a:t>
            </a:r>
            <a:r>
              <a:rPr lang="en-GB" sz="3600" baseline="30000" dirty="0">
                <a:solidFill>
                  <a:schemeClr val="bg1"/>
                </a:solidFill>
                <a:effectLst/>
                <a:latin typeface="Trebuchet MS" panose="020B0603020202020204" pitchFamily="34" charset="0"/>
              </a:rPr>
              <a:t>1</a:t>
            </a:r>
            <a:r>
              <a:rPr lang="en-GB" sz="3600" b="0" dirty="0">
                <a:solidFill>
                  <a:schemeClr val="bg1"/>
                </a:solidFill>
                <a:effectLst/>
                <a:latin typeface="Trebuchet MS" panose="020B0603020202020204" pitchFamily="34" charset="0"/>
              </a:rPr>
              <a:t>, </a:t>
            </a:r>
            <a:r>
              <a:rPr lang="en-GB" sz="3600" b="0" dirty="0" err="1">
                <a:solidFill>
                  <a:schemeClr val="bg1"/>
                </a:solidFill>
                <a:effectLst/>
                <a:latin typeface="Trebuchet MS" panose="020B0603020202020204" pitchFamily="34" charset="0"/>
              </a:rPr>
              <a:t>Mingwei</a:t>
            </a:r>
            <a:r>
              <a:rPr lang="en-GB" sz="3600" b="0" dirty="0">
                <a:solidFill>
                  <a:schemeClr val="bg1"/>
                </a:solidFill>
                <a:effectLst/>
                <a:latin typeface="Trebuchet MS" panose="020B0603020202020204" pitchFamily="34" charset="0"/>
              </a:rPr>
              <a:t> Liu</a:t>
            </a:r>
            <a:r>
              <a:rPr lang="en-GB" sz="3600" baseline="30000" dirty="0">
                <a:solidFill>
                  <a:schemeClr val="bg1"/>
                </a:solidFill>
                <a:effectLst/>
                <a:latin typeface="Trebuchet MS" panose="020B0603020202020204" pitchFamily="34" charset="0"/>
              </a:rPr>
              <a:t>2</a:t>
            </a:r>
            <a:r>
              <a:rPr lang="en-GB" sz="3600" b="0" dirty="0">
                <a:solidFill>
                  <a:schemeClr val="bg1"/>
                </a:solidFill>
                <a:effectLst/>
                <a:latin typeface="Trebuchet MS" panose="020B0603020202020204" pitchFamily="34" charset="0"/>
              </a:rPr>
              <a:t>, </a:t>
            </a:r>
          </a:p>
          <a:p>
            <a:pPr algn="ctr"/>
            <a:r>
              <a:rPr lang="en-GB" sz="3600" b="0" dirty="0">
                <a:solidFill>
                  <a:schemeClr val="bg1"/>
                </a:solidFill>
                <a:effectLst/>
                <a:latin typeface="Trebuchet MS" panose="020B0603020202020204" pitchFamily="34" charset="0"/>
              </a:rPr>
              <a:t>Yang Shi</a:t>
            </a:r>
            <a:r>
              <a:rPr lang="en-GB" sz="3600" baseline="30000" dirty="0">
                <a:solidFill>
                  <a:schemeClr val="bg1"/>
                </a:solidFill>
                <a:effectLst/>
                <a:latin typeface="Trebuchet MS" panose="020B0603020202020204" pitchFamily="34" charset="0"/>
              </a:rPr>
              <a:t>1</a:t>
            </a:r>
            <a:r>
              <a:rPr lang="en-GB" sz="3600" b="0" dirty="0">
                <a:solidFill>
                  <a:schemeClr val="bg1"/>
                </a:solidFill>
                <a:effectLst/>
                <a:latin typeface="Trebuchet MS" panose="020B0603020202020204" pitchFamily="34" charset="0"/>
              </a:rPr>
              <a:t>, Kaifeng Huang</a:t>
            </a:r>
            <a:r>
              <a:rPr lang="en-GB" sz="3600" baseline="30000" dirty="0">
                <a:solidFill>
                  <a:schemeClr val="bg1"/>
                </a:solidFill>
                <a:effectLst/>
                <a:latin typeface="Trebuchet MS" panose="020B0603020202020204" pitchFamily="34" charset="0"/>
              </a:rPr>
              <a:t>1†</a:t>
            </a:r>
            <a:r>
              <a:rPr lang="en-GB" sz="3600" b="0" dirty="0">
                <a:solidFill>
                  <a:schemeClr val="bg1"/>
                </a:solidFill>
                <a:effectLst/>
                <a:latin typeface="Trebuchet MS" panose="020B0603020202020204" pitchFamily="34" charset="0"/>
              </a:rPr>
              <a:t>, </a:t>
            </a:r>
            <a:r>
              <a:rPr lang="en-GB" sz="3600" b="0" dirty="0" err="1">
                <a:solidFill>
                  <a:schemeClr val="bg1"/>
                </a:solidFill>
                <a:effectLst/>
                <a:latin typeface="Trebuchet MS" panose="020B0603020202020204" pitchFamily="34" charset="0"/>
              </a:rPr>
              <a:t>Shengjie</a:t>
            </a:r>
            <a:r>
              <a:rPr lang="en-GB" sz="3600" b="0" dirty="0">
                <a:solidFill>
                  <a:schemeClr val="bg1"/>
                </a:solidFill>
                <a:effectLst/>
                <a:latin typeface="Trebuchet MS" panose="020B0603020202020204" pitchFamily="34" charset="0"/>
              </a:rPr>
              <a:t> Zhao</a:t>
            </a:r>
            <a:r>
              <a:rPr lang="en-GB" sz="3600" baseline="30000" dirty="0">
                <a:solidFill>
                  <a:schemeClr val="bg1"/>
                </a:solidFill>
                <a:effectLst/>
                <a:latin typeface="Trebuchet MS" panose="020B0603020202020204" pitchFamily="34" charset="0"/>
              </a:rPr>
              <a:t>1</a:t>
            </a:r>
            <a:r>
              <a:rPr lang="en-GB" sz="3600" dirty="0">
                <a:solidFill>
                  <a:schemeClr val="bg1"/>
                </a:solidFill>
                <a:effectLst/>
                <a:latin typeface="Trebuchet MS" panose="020B0603020202020204" pitchFamily="34" charset="0"/>
              </a:rPr>
              <a:t> </a:t>
            </a:r>
            <a:endParaRPr lang="en-GB" sz="3600" dirty="0">
              <a:solidFill>
                <a:schemeClr val="bg1"/>
              </a:solidFill>
              <a:latin typeface="Trebuchet MS" panose="020B0603020202020204" pitchFamily="34" charset="0"/>
            </a:endParaRPr>
          </a:p>
          <a:p>
            <a:pPr algn="ctr"/>
            <a:r>
              <a:rPr lang="en-GB" sz="3600" dirty="0">
                <a:solidFill>
                  <a:schemeClr val="bg1"/>
                </a:solidFill>
                <a:latin typeface="Trebuchet MS" panose="020B0603020202020204" pitchFamily="34" charset="0"/>
              </a:rPr>
              <a:t>1</a:t>
            </a:r>
            <a:r>
              <a:rPr lang="en-GB" sz="3600" dirty="0">
                <a:solidFill>
                  <a:schemeClr val="bg1"/>
                </a:solidFill>
                <a:effectLst/>
                <a:latin typeface="Trebuchet MS" panose="020B0603020202020204" pitchFamily="34" charset="0"/>
              </a:rPr>
              <a:t>: School of Computer Science and Technology, Tongji University</a:t>
            </a:r>
          </a:p>
          <a:p>
            <a:pPr algn="ctr"/>
            <a:r>
              <a:rPr lang="en-GB" sz="3600" dirty="0">
                <a:solidFill>
                  <a:schemeClr val="bg1"/>
                </a:solidFill>
                <a:effectLst/>
                <a:latin typeface="Trebuchet MS" panose="020B0603020202020204" pitchFamily="34" charset="0"/>
              </a:rPr>
              <a:t>2: School of Software Engineering, Sun Yat-</a:t>
            </a:r>
            <a:r>
              <a:rPr lang="en-GB" sz="3600" dirty="0" err="1">
                <a:solidFill>
                  <a:schemeClr val="bg1"/>
                </a:solidFill>
                <a:effectLst/>
                <a:latin typeface="Trebuchet MS" panose="020B0603020202020204" pitchFamily="34" charset="0"/>
              </a:rPr>
              <a:t>sen</a:t>
            </a:r>
            <a:r>
              <a:rPr lang="en-GB" sz="3600" dirty="0">
                <a:solidFill>
                  <a:schemeClr val="bg1"/>
                </a:solidFill>
                <a:effectLst/>
                <a:latin typeface="Trebuchet MS" panose="020B0603020202020204" pitchFamily="34" charset="0"/>
              </a:rPr>
              <a:t> University </a:t>
            </a:r>
          </a:p>
          <a:p>
            <a:pPr algn="ctr"/>
            <a:r>
              <a:rPr lang="en-GB" sz="3600" dirty="0">
                <a:solidFill>
                  <a:schemeClr val="bg1"/>
                </a:solidFill>
                <a:latin typeface="Trebuchet MS" panose="020B0603020202020204" pitchFamily="34" charset="0"/>
              </a:rPr>
              <a:t>*: Equal contribution, </a:t>
            </a:r>
            <a:r>
              <a:rPr lang="en-GB" sz="3600" dirty="0">
                <a:solidFill>
                  <a:schemeClr val="bg1"/>
                </a:solidFill>
                <a:effectLst/>
                <a:latin typeface="Trebuchet MS" panose="020B0603020202020204" pitchFamily="34" charset="0"/>
              </a:rPr>
              <a:t>†: Corresponding author</a:t>
            </a:r>
            <a:endParaRPr lang="en-GB" sz="3600" dirty="0">
              <a:solidFill>
                <a:schemeClr val="bg1"/>
              </a:solidFill>
              <a:latin typeface="Trebuchet MS" panose="020B0603020202020204" pitchFamily="34" charset="0"/>
            </a:endParaRPr>
          </a:p>
          <a:p>
            <a:pPr algn="ctr"/>
            <a:endParaRPr lang="en-GB" sz="3600" dirty="0">
              <a:solidFill>
                <a:schemeClr val="bg1"/>
              </a:solidFill>
              <a:latin typeface="Trebuchet MS" panose="020B0603020202020204" pitchFamily="34" charset="0"/>
            </a:endParaRPr>
          </a:p>
        </p:txBody>
      </p:sp>
      <p:pic>
        <p:nvPicPr>
          <p:cNvPr id="13" name="Picture 12"/>
          <p:cNvPicPr>
            <a:picLocks noChangeAspect="1"/>
          </p:cNvPicPr>
          <p:nvPr/>
        </p:nvPicPr>
        <p:blipFill>
          <a:blip r:embed="rId2"/>
          <a:stretch>
            <a:fillRect/>
          </a:stretch>
        </p:blipFill>
        <p:spPr>
          <a:xfrm>
            <a:off x="32953235" y="6187160"/>
            <a:ext cx="16329482" cy="2795137"/>
          </a:xfrm>
          <a:prstGeom prst="rect">
            <a:avLst/>
          </a:prstGeom>
        </p:spPr>
      </p:pic>
      <p:pic>
        <p:nvPicPr>
          <p:cNvPr id="18" name="Picture 17"/>
          <p:cNvPicPr>
            <a:picLocks noChangeAspect="1"/>
          </p:cNvPicPr>
          <p:nvPr/>
        </p:nvPicPr>
        <p:blipFill>
          <a:blip r:embed="rId3">
            <a:duotone>
              <a:schemeClr val="bg2">
                <a:shade val="45000"/>
                <a:satMod val="135000"/>
              </a:schemeClr>
              <a:prstClr val="white"/>
            </a:duotone>
          </a:blip>
          <a:stretch>
            <a:fillRect/>
          </a:stretch>
        </p:blipFill>
        <p:spPr>
          <a:xfrm>
            <a:off x="24736928" y="2885585"/>
            <a:ext cx="4754101" cy="1351397"/>
          </a:xfrm>
          <a:prstGeom prst="rect">
            <a:avLst/>
          </a:prstGeom>
        </p:spPr>
      </p:pic>
      <p:pic>
        <p:nvPicPr>
          <p:cNvPr id="20" name="Picture 19"/>
          <p:cNvPicPr>
            <a:picLocks noChangeAspect="1"/>
          </p:cNvPicPr>
          <p:nvPr/>
        </p:nvPicPr>
        <p:blipFill rotWithShape="1">
          <a:blip r:embed="rId4">
            <a:biLevel thresh="25000"/>
          </a:blip>
          <a:srcRect l="6371" t="36849" r="3524" b="34725"/>
          <a:stretch>
            <a:fillRect/>
          </a:stretch>
        </p:blipFill>
        <p:spPr>
          <a:xfrm>
            <a:off x="24550777" y="682091"/>
            <a:ext cx="5105869" cy="1610744"/>
          </a:xfrm>
          <a:prstGeom prst="rect">
            <a:avLst/>
          </a:prstGeom>
        </p:spPr>
      </p:pic>
      <p:sp>
        <p:nvSpPr>
          <p:cNvPr id="24" name="Rectangle 23"/>
          <p:cNvSpPr/>
          <p:nvPr/>
        </p:nvSpPr>
        <p:spPr>
          <a:xfrm>
            <a:off x="732155" y="6188710"/>
            <a:ext cx="14077950" cy="7520305"/>
          </a:xfrm>
          <a:prstGeom prst="rect">
            <a:avLst/>
          </a:prstGeom>
          <a:solidFill>
            <a:srgbClr val="EBEB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Bef>
                <a:spcPts val="1200"/>
              </a:spcBef>
            </a:pPr>
            <a:r>
              <a:rPr lang="en-US" sz="7200" dirty="0">
                <a:solidFill>
                  <a:schemeClr val="tx1"/>
                </a:solidFill>
              </a:rPr>
              <a:t>Background</a:t>
            </a:r>
            <a:endParaRPr lang="en-US" sz="4400" dirty="0">
              <a:solidFill>
                <a:schemeClr val="tx1"/>
              </a:solidFill>
            </a:endParaRPr>
          </a:p>
          <a:p>
            <a:pPr marL="571500" indent="-571500">
              <a:buFont typeface="Arial" panose="020B0604020202020204" pitchFamily="34" charset="0"/>
              <a:buChar char="•"/>
            </a:pPr>
            <a:r>
              <a:rPr lang="en-GB" sz="4400" dirty="0">
                <a:solidFill>
                  <a:schemeClr val="tx1"/>
                </a:solidFill>
              </a:rPr>
              <a:t>LLM coding capabilities are derived from open-source software, which is subject to strict licensing obligations. Historical GPL litigations demonstrate the consequences of license violations.</a:t>
            </a:r>
          </a:p>
          <a:p>
            <a:pPr marL="457200" indent="-457200">
              <a:buFont typeface="Arial" panose="020B0604020202020204" pitchFamily="34" charset="0"/>
              <a:buChar char="•"/>
            </a:pPr>
            <a:r>
              <a:rPr lang="en-GB" sz="4400" dirty="0">
                <a:solidFill>
                  <a:schemeClr val="tx1"/>
                </a:solidFill>
              </a:rPr>
              <a:t>Recent lawsuits highlight legal and ethical risks in using copyrighted text and code for model training.</a:t>
            </a:r>
          </a:p>
          <a:p>
            <a:pPr marL="457200" indent="-457200">
              <a:buFont typeface="Arial" panose="020B0604020202020204" pitchFamily="34" charset="0"/>
              <a:buChar char="•"/>
            </a:pPr>
            <a:r>
              <a:rPr lang="en-GB" sz="4400" dirty="0">
                <a:solidFill>
                  <a:schemeClr val="tx1"/>
                </a:solidFill>
              </a:rPr>
              <a:t>Therefore, it underscores the need for transparency, accountability, and protection of human creativity in LLM development.</a:t>
            </a:r>
          </a:p>
        </p:txBody>
      </p:sp>
      <p:sp>
        <p:nvSpPr>
          <p:cNvPr id="25" name="Rectangle 24"/>
          <p:cNvSpPr/>
          <p:nvPr/>
        </p:nvSpPr>
        <p:spPr>
          <a:xfrm>
            <a:off x="15529560" y="6187440"/>
            <a:ext cx="14032230" cy="9083040"/>
          </a:xfrm>
          <a:prstGeom prst="rect">
            <a:avLst/>
          </a:prstGeom>
          <a:solidFill>
            <a:srgbClr val="EBEB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Bef>
                <a:spcPts val="1200"/>
              </a:spcBef>
            </a:pPr>
            <a:r>
              <a:rPr lang="en-US" sz="7200" dirty="0">
                <a:solidFill>
                  <a:schemeClr val="tx1"/>
                </a:solidFill>
              </a:rPr>
              <a:t>Member Inference Attack (MIA)</a:t>
            </a:r>
          </a:p>
          <a:p>
            <a:pPr marL="571500" indent="-571500">
              <a:buFont typeface="Arial" panose="020B0604020202020204" pitchFamily="34" charset="0"/>
              <a:buChar char="•"/>
            </a:pPr>
            <a:r>
              <a:rPr lang="en-GB" sz="4400" dirty="0">
                <a:solidFill>
                  <a:schemeClr val="tx1"/>
                </a:solidFill>
              </a:rPr>
              <a:t>MIAs were used to detect training samples in machine learning. Early MIAs relied on shadow models that mimic the target model’s architecture and training process.</a:t>
            </a:r>
          </a:p>
          <a:p>
            <a:pPr marL="571500" indent="-571500">
              <a:buFont typeface="Arial" panose="020B0604020202020204" pitchFamily="34" charset="0"/>
              <a:buChar char="•"/>
            </a:pPr>
            <a:r>
              <a:rPr lang="en-GB" sz="4400" dirty="0">
                <a:solidFill>
                  <a:schemeClr val="tx1"/>
                </a:solidFill>
              </a:rPr>
              <a:t>In language models, MIAs reveal both verbatim and non-verbatim memorization, with the latter being significantly harder to detect.</a:t>
            </a:r>
          </a:p>
          <a:p>
            <a:pPr marL="571500" indent="-571500">
              <a:buFont typeface="Arial" panose="020B0604020202020204" pitchFamily="34" charset="0"/>
              <a:buChar char="•"/>
            </a:pPr>
            <a:r>
              <a:rPr lang="en-GB" sz="4400" dirty="0">
                <a:solidFill>
                  <a:schemeClr val="tx1"/>
                </a:solidFill>
              </a:rPr>
              <a:t>A recent work (Shi et al., ICLR 2024) proposes Min-K based on the hypothesis that non-member samples tend to contain a small number of low-probability (outlier) tokens, whereas member samples are less likely to exhibit such tokens. </a:t>
            </a:r>
          </a:p>
        </p:txBody>
      </p:sp>
      <p:sp>
        <p:nvSpPr>
          <p:cNvPr id="26" name="Rectangle 25"/>
          <p:cNvSpPr/>
          <p:nvPr/>
        </p:nvSpPr>
        <p:spPr>
          <a:xfrm>
            <a:off x="737870" y="14328775"/>
            <a:ext cx="14079600" cy="8011160"/>
          </a:xfrm>
          <a:prstGeom prst="rect">
            <a:avLst/>
          </a:prstGeom>
          <a:solidFill>
            <a:srgbClr val="EBEB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7200" b="1" dirty="0">
                <a:solidFill>
                  <a:schemeClr val="tx1"/>
                </a:solidFill>
              </a:rPr>
              <a:t>Intuition</a:t>
            </a:r>
            <a:endParaRPr lang="en-GB" sz="7200" dirty="0">
              <a:solidFill>
                <a:schemeClr val="tx1"/>
              </a:solidFill>
            </a:endParaRPr>
          </a:p>
          <a:p>
            <a:pPr marL="571500" indent="-571500">
              <a:buFont typeface="Arial" panose="020B0604020202020204" pitchFamily="34" charset="0"/>
              <a:buChar char="•"/>
            </a:pPr>
            <a:r>
              <a:rPr lang="en-GB" sz="4400" dirty="0">
                <a:solidFill>
                  <a:schemeClr val="tx1"/>
                </a:solidFill>
              </a:rPr>
              <a:t>While methods like Min-K apply to code, strict syntax rules introduce predictable tokens that encode language constraints rather than authorship. </a:t>
            </a:r>
          </a:p>
          <a:p>
            <a:pPr marL="571500" indent="-571500">
              <a:buFont typeface="Arial" panose="020B0604020202020204" pitchFamily="34" charset="0"/>
              <a:buChar char="•"/>
            </a:pPr>
            <a:r>
              <a:rPr lang="en-GB" sz="4400" dirty="0">
                <a:solidFill>
                  <a:schemeClr val="tx1"/>
                </a:solidFill>
              </a:rPr>
              <a:t>Including such inevitable tokens weakens membership inference signals in code-related LLMs.</a:t>
            </a:r>
          </a:p>
        </p:txBody>
      </p:sp>
      <p:sp>
        <p:nvSpPr>
          <p:cNvPr id="27" name="Rectangle 26"/>
          <p:cNvSpPr/>
          <p:nvPr/>
        </p:nvSpPr>
        <p:spPr>
          <a:xfrm>
            <a:off x="736600" y="22956520"/>
            <a:ext cx="14079600" cy="15217775"/>
          </a:xfrm>
          <a:prstGeom prst="rect">
            <a:avLst/>
          </a:prstGeom>
          <a:solidFill>
            <a:srgbClr val="EBEB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7200" b="1" i="1" dirty="0" err="1">
                <a:solidFill>
                  <a:schemeClr val="tx1"/>
                </a:solidFill>
              </a:rPr>
              <a:t>SynPrune</a:t>
            </a:r>
            <a:endParaRPr lang="en-GB" sz="7200" b="1" i="1" dirty="0">
              <a:solidFill>
                <a:schemeClr val="tx1"/>
              </a:solidFill>
            </a:endParaRPr>
          </a:p>
          <a:p>
            <a:r>
              <a:rPr lang="en-GB" sz="4400" dirty="0">
                <a:solidFill>
                  <a:schemeClr val="tx1"/>
                </a:solidFill>
              </a:rPr>
              <a:t>	We study Python syntax conventions and identify tokens that are mandatory and highly predictable, deriving 47 Python syntax conventions.</a:t>
            </a:r>
          </a:p>
          <a:p>
            <a:pPr marL="857250" indent="-857250">
              <a:buFont typeface="Arial" panose="020B0604020202020204" pitchFamily="34" charset="0"/>
              <a:buChar char="•"/>
            </a:pPr>
            <a:endParaRPr lang="en-GB" sz="4400" dirty="0">
              <a:solidFill>
                <a:schemeClr val="tx1"/>
              </a:solidFill>
            </a:endParaRPr>
          </a:p>
          <a:p>
            <a:pPr marL="857250" indent="-857250">
              <a:buFont typeface="Arial" panose="020B0604020202020204" pitchFamily="34" charset="0"/>
              <a:buChar char="•"/>
            </a:pPr>
            <a:endParaRPr lang="en-GB" sz="4400" dirty="0">
              <a:solidFill>
                <a:schemeClr val="tx1"/>
              </a:solidFill>
            </a:endParaRPr>
          </a:p>
          <a:p>
            <a:pPr marL="857250" indent="-857250">
              <a:buFont typeface="Arial" panose="020B0604020202020204" pitchFamily="34" charset="0"/>
              <a:buChar char="•"/>
            </a:pPr>
            <a:endParaRPr lang="en-GB" sz="4400" dirty="0">
              <a:solidFill>
                <a:schemeClr val="tx1"/>
              </a:solidFill>
            </a:endParaRPr>
          </a:p>
          <a:p>
            <a:pPr marL="857250" indent="-857250">
              <a:buFont typeface="Arial" panose="020B0604020202020204" pitchFamily="34" charset="0"/>
              <a:buChar char="•"/>
            </a:pPr>
            <a:endParaRPr lang="en-GB" sz="4400" dirty="0">
              <a:solidFill>
                <a:schemeClr val="tx1"/>
              </a:solidFill>
            </a:endParaRPr>
          </a:p>
          <a:p>
            <a:pPr marL="857250" indent="-857250">
              <a:buFont typeface="Arial" panose="020B0604020202020204" pitchFamily="34" charset="0"/>
              <a:buChar char="•"/>
            </a:pPr>
            <a:endParaRPr lang="en-GB" sz="4400" dirty="0">
              <a:solidFill>
                <a:schemeClr val="tx1"/>
              </a:solidFill>
            </a:endParaRPr>
          </a:p>
          <a:p>
            <a:pPr marL="857250" indent="-857250">
              <a:buFont typeface="Arial" panose="020B0604020202020204" pitchFamily="34" charset="0"/>
              <a:buChar char="•"/>
            </a:pPr>
            <a:endParaRPr lang="en-GB" sz="4400" dirty="0">
              <a:solidFill>
                <a:schemeClr val="tx1"/>
              </a:solidFill>
            </a:endParaRPr>
          </a:p>
          <a:p>
            <a:pPr marL="857250" indent="-857250">
              <a:buFont typeface="Arial" panose="020B0604020202020204" pitchFamily="34" charset="0"/>
              <a:buChar char="•"/>
            </a:pPr>
            <a:endParaRPr lang="en-GB" sz="4400" dirty="0">
              <a:solidFill>
                <a:schemeClr val="tx1"/>
              </a:solidFill>
            </a:endParaRPr>
          </a:p>
          <a:p>
            <a:pPr marL="857250" indent="-857250">
              <a:buFont typeface="Arial" panose="020B0604020202020204" pitchFamily="34" charset="0"/>
              <a:buChar char="•"/>
            </a:pPr>
            <a:endParaRPr lang="en-GB" sz="4400" dirty="0">
              <a:solidFill>
                <a:schemeClr val="tx1"/>
              </a:solidFill>
            </a:endParaRPr>
          </a:p>
          <a:p>
            <a:r>
              <a:rPr lang="en-GB" sz="4400" dirty="0">
                <a:solidFill>
                  <a:schemeClr val="tx1"/>
                </a:solidFill>
              </a:rPr>
              <a:t>	We propose </a:t>
            </a:r>
            <a:r>
              <a:rPr lang="en-GB" sz="4400" dirty="0" err="1">
                <a:solidFill>
                  <a:schemeClr val="tx1"/>
                </a:solidFill>
              </a:rPr>
              <a:t>SynPrune</a:t>
            </a:r>
            <a:r>
              <a:rPr lang="en-GB" sz="4400" dirty="0">
                <a:solidFill>
                  <a:schemeClr val="tx1"/>
                </a:solidFill>
              </a:rPr>
              <a:t>, a syntax-pruned MIA that removes syntax-determined tokens before membership inference.</a:t>
            </a:r>
          </a:p>
        </p:txBody>
      </p:sp>
      <p:sp>
        <p:nvSpPr>
          <p:cNvPr id="29" name="Rectangle 28"/>
          <p:cNvSpPr/>
          <p:nvPr/>
        </p:nvSpPr>
        <p:spPr>
          <a:xfrm>
            <a:off x="15540990" y="15896590"/>
            <a:ext cx="14032799" cy="13893800"/>
          </a:xfrm>
          <a:prstGeom prst="rect">
            <a:avLst/>
          </a:prstGeom>
          <a:solidFill>
            <a:srgbClr val="EBEB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7200" b="1" dirty="0">
                <a:solidFill>
                  <a:schemeClr val="tx1"/>
                </a:solidFill>
              </a:rPr>
              <a:t>Evaluation</a:t>
            </a:r>
          </a:p>
          <a:p>
            <a:pPr marL="685800" indent="-685800">
              <a:buFont typeface="Arial" panose="020B0604020202020204" pitchFamily="34" charset="0"/>
              <a:buChar char="•"/>
            </a:pPr>
            <a:r>
              <a:rPr lang="en-GB" sz="4400" dirty="0">
                <a:solidFill>
                  <a:schemeClr val="tx1"/>
                </a:solidFill>
              </a:rPr>
              <a:t>We construct an Python MIA benchmark with confirmed members and non-members for LLM evaluation. </a:t>
            </a:r>
          </a:p>
          <a:p>
            <a:pPr marL="685800" indent="-685800">
              <a:buFont typeface="Arial" panose="020B0604020202020204" pitchFamily="34" charset="0"/>
              <a:buChar char="•"/>
            </a:pPr>
            <a:r>
              <a:rPr lang="en-GB" sz="4400" dirty="0" err="1">
                <a:solidFill>
                  <a:schemeClr val="tx1"/>
                </a:solidFill>
              </a:rPr>
              <a:t>SynPrune</a:t>
            </a:r>
            <a:r>
              <a:rPr lang="en-GB" sz="4400" dirty="0">
                <a:solidFill>
                  <a:schemeClr val="tx1"/>
                </a:solidFill>
              </a:rPr>
              <a:t> consistently outperforms all baselines across balanced and imbalanced member/non-member ratios, achieving an average AUROC improvement of </a:t>
            </a:r>
            <a:r>
              <a:rPr lang="en-GB" sz="4400" b="1" dirty="0">
                <a:solidFill>
                  <a:schemeClr val="tx1"/>
                </a:solidFill>
              </a:rPr>
              <a:t>15.4%</a:t>
            </a:r>
            <a:r>
              <a:rPr lang="en-GB" sz="4400" dirty="0">
                <a:solidFill>
                  <a:schemeClr val="tx1"/>
                </a:solidFill>
              </a:rPr>
              <a:t> over prior methods.</a:t>
            </a:r>
          </a:p>
          <a:p>
            <a:pPr marL="685800" indent="-685800">
              <a:buFont typeface="Arial" panose="020B0604020202020204" pitchFamily="34" charset="0"/>
              <a:buChar char="•"/>
            </a:pPr>
            <a:r>
              <a:rPr lang="en-GB" sz="4400" dirty="0">
                <a:solidFill>
                  <a:schemeClr val="tx1"/>
                </a:solidFill>
              </a:rPr>
              <a:t>Analyses show strong robustness, meaningful contributions from all syntax conventions, generalizable thresholds across models.</a:t>
            </a:r>
          </a:p>
          <a:p>
            <a:pPr marL="685800" indent="-685800">
              <a:buFont typeface="Arial" panose="020B0604020202020204" pitchFamily="34" charset="0"/>
              <a:buChar char="•"/>
            </a:pPr>
            <a:endParaRPr lang="en-GB" sz="4800" dirty="0">
              <a:solidFill>
                <a:schemeClr val="tx1"/>
              </a:solidFill>
            </a:endParaRPr>
          </a:p>
        </p:txBody>
      </p:sp>
      <p:pic>
        <p:nvPicPr>
          <p:cNvPr id="30" name="Picture 29"/>
          <p:cNvPicPr>
            <a:picLocks noChangeAspect="1"/>
          </p:cNvPicPr>
          <p:nvPr/>
        </p:nvPicPr>
        <p:blipFill>
          <a:blip r:embed="rId5"/>
          <a:stretch>
            <a:fillRect/>
          </a:stretch>
        </p:blipFill>
        <p:spPr>
          <a:xfrm>
            <a:off x="16684446" y="23012343"/>
            <a:ext cx="11715684" cy="6261013"/>
          </a:xfrm>
          <a:prstGeom prst="rect">
            <a:avLst/>
          </a:prstGeom>
        </p:spPr>
      </p:pic>
      <p:sp>
        <p:nvSpPr>
          <p:cNvPr id="31" name="Rectangle 30"/>
          <p:cNvSpPr/>
          <p:nvPr/>
        </p:nvSpPr>
        <p:spPr>
          <a:xfrm>
            <a:off x="736600" y="38792150"/>
            <a:ext cx="28836620" cy="3408045"/>
          </a:xfrm>
          <a:prstGeom prst="rect">
            <a:avLst/>
          </a:prstGeom>
          <a:solidFill>
            <a:srgbClr val="EBEB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7200" b="1" dirty="0">
                <a:solidFill>
                  <a:schemeClr val="tx1"/>
                </a:solidFill>
              </a:rPr>
              <a:t>Acknowledgement</a:t>
            </a:r>
            <a:endParaRPr lang="en-GB" sz="7200" dirty="0">
              <a:solidFill>
                <a:schemeClr val="tx1"/>
              </a:solidFill>
            </a:endParaRPr>
          </a:p>
          <a:p>
            <a:r>
              <a:rPr lang="en-GB" sz="3200" b="0" dirty="0">
                <a:solidFill>
                  <a:schemeClr val="tx1"/>
                </a:solidFill>
                <a:effectLst/>
                <a:latin typeface="Menlo" panose="020B0609030804020204" pitchFamily="49" charset="0"/>
              </a:rPr>
              <a:t>This work was supported in part by the National Key R\&amp;D Program of China (Grant No. 2023YFC3806000 and 2023YFC3806002), in part by the National Natural Science Foundation of China (Grant No. 62402342, 62402113), in part by Shanghai Municipal Science and Technology Major Project No. 2021SHZDZX0100, and in part by Shanghai Sailing Program (No. 24YF2749500).</a:t>
            </a:r>
            <a:br>
              <a:rPr lang="en-GB" sz="4400" b="0" dirty="0">
                <a:solidFill>
                  <a:schemeClr val="tx1"/>
                </a:solidFill>
                <a:effectLst/>
                <a:latin typeface="Menlo" panose="020B0609030804020204" pitchFamily="49" charset="0"/>
              </a:rPr>
            </a:br>
            <a:endParaRPr lang="en-GB" sz="4400" b="0" dirty="0">
              <a:solidFill>
                <a:schemeClr val="tx1"/>
              </a:solidFill>
              <a:effectLst/>
              <a:latin typeface="Menlo" panose="020B0609030804020204" pitchFamily="49" charset="0"/>
            </a:endParaRPr>
          </a:p>
          <a:p>
            <a:endParaRPr lang="en-GB" sz="4400" dirty="0">
              <a:solidFill>
                <a:schemeClr val="tx1"/>
              </a:solidFill>
            </a:endParaRPr>
          </a:p>
        </p:txBody>
      </p:sp>
      <p:pic>
        <p:nvPicPr>
          <p:cNvPr id="1028"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8567" y="137472"/>
            <a:ext cx="3810000" cy="2374900"/>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p:cNvSpPr txBox="1"/>
          <p:nvPr/>
        </p:nvSpPr>
        <p:spPr>
          <a:xfrm>
            <a:off x="687932" y="2761835"/>
            <a:ext cx="5403678" cy="1569660"/>
          </a:xfrm>
          <a:prstGeom prst="rect">
            <a:avLst/>
          </a:prstGeom>
          <a:noFill/>
        </p:spPr>
        <p:txBody>
          <a:bodyPr wrap="square" rtlCol="0">
            <a:spAutoFit/>
          </a:bodyPr>
          <a:lstStyle/>
          <a:p>
            <a:r>
              <a:rPr lang="en-GB" sz="2400" dirty="0">
                <a:solidFill>
                  <a:schemeClr val="bg1"/>
                </a:solidFill>
              </a:rPr>
              <a:t>The 40th Annual AAAI Conference on Artificial Intelligence</a:t>
            </a:r>
          </a:p>
          <a:p>
            <a:r>
              <a:rPr lang="en-GB" sz="2400" dirty="0">
                <a:solidFill>
                  <a:schemeClr val="bg1"/>
                </a:solidFill>
              </a:rPr>
              <a:t>JANUARY 20 – JANUARY 27, 2026 | SINGAPORE</a:t>
            </a:r>
          </a:p>
        </p:txBody>
      </p:sp>
      <p:sp>
        <p:nvSpPr>
          <p:cNvPr id="34" name="Rectangle 33"/>
          <p:cNvSpPr/>
          <p:nvPr/>
        </p:nvSpPr>
        <p:spPr>
          <a:xfrm>
            <a:off x="15528925" y="30417135"/>
            <a:ext cx="14032799" cy="7757160"/>
          </a:xfrm>
          <a:prstGeom prst="rect">
            <a:avLst/>
          </a:prstGeom>
          <a:solidFill>
            <a:srgbClr val="EBEBED"/>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7200" b="1" dirty="0">
                <a:solidFill>
                  <a:schemeClr val="tx1"/>
                </a:solidFill>
              </a:rPr>
              <a:t>Conclusion</a:t>
            </a:r>
          </a:p>
          <a:p>
            <a:r>
              <a:rPr lang="en-GB" sz="4400" dirty="0">
                <a:solidFill>
                  <a:schemeClr val="tx1"/>
                </a:solidFill>
              </a:rPr>
              <a:t>We propose </a:t>
            </a:r>
            <a:r>
              <a:rPr lang="en-GB" sz="4400" dirty="0" err="1">
                <a:solidFill>
                  <a:schemeClr val="tx1"/>
                </a:solidFill>
              </a:rPr>
              <a:t>SynPrune</a:t>
            </a:r>
            <a:r>
              <a:rPr lang="en-GB" sz="4400" dirty="0">
                <a:solidFill>
                  <a:schemeClr val="tx1"/>
                </a:solidFill>
              </a:rPr>
              <a:t>, a syntax-pruned MIA designed specifically for code-based membership inference. By excluding syntax-constrained tokens, </a:t>
            </a:r>
            <a:r>
              <a:rPr lang="en-GB" sz="4400" dirty="0" err="1">
                <a:solidFill>
                  <a:schemeClr val="tx1"/>
                </a:solidFill>
              </a:rPr>
              <a:t>SynPrune</a:t>
            </a:r>
            <a:r>
              <a:rPr lang="en-GB" sz="4400" dirty="0">
                <a:solidFill>
                  <a:schemeClr val="tx1"/>
                </a:solidFill>
              </a:rPr>
              <a:t> isolates semantically meaningful signals of memorization.</a:t>
            </a:r>
          </a:p>
          <a:p>
            <a:r>
              <a:rPr lang="en-GB" sz="4400" b="1" dirty="0">
                <a:solidFill>
                  <a:schemeClr val="tx1"/>
                </a:solidFill>
              </a:rPr>
              <a:t>Future Work</a:t>
            </a:r>
          </a:p>
          <a:p>
            <a:pPr marL="571500" indent="-571500">
              <a:buFont typeface="Arial" panose="020B0604020202020204" pitchFamily="34" charset="0"/>
              <a:buChar char="•"/>
            </a:pPr>
            <a:r>
              <a:rPr lang="en-GB" sz="4400" dirty="0">
                <a:solidFill>
                  <a:schemeClr val="tx1"/>
                </a:solidFill>
              </a:rPr>
              <a:t>Language Extension </a:t>
            </a:r>
          </a:p>
          <a:p>
            <a:pPr marL="571500" indent="-571500">
              <a:buFont typeface="Arial" panose="020B0604020202020204" pitchFamily="34" charset="0"/>
              <a:buChar char="•"/>
            </a:pPr>
            <a:r>
              <a:rPr lang="en-GB" sz="4400" dirty="0">
                <a:solidFill>
                  <a:schemeClr val="tx1"/>
                </a:solidFill>
              </a:rPr>
              <a:t>LLM Extension</a:t>
            </a:r>
          </a:p>
          <a:p>
            <a:pPr marL="571500" indent="-571500">
              <a:buFont typeface="Arial" panose="020B0604020202020204" pitchFamily="34" charset="0"/>
              <a:buChar char="•"/>
            </a:pPr>
            <a:r>
              <a:rPr lang="en-GB" sz="4400" dirty="0">
                <a:solidFill>
                  <a:schemeClr val="tx1"/>
                </a:solidFill>
              </a:rPr>
              <a:t>Benchmark Extension</a:t>
            </a:r>
          </a:p>
          <a:p>
            <a:pPr marL="571500" indent="-571500">
              <a:buFont typeface="Arial" panose="020B0604020202020204" pitchFamily="34" charset="0"/>
              <a:buChar char="•"/>
            </a:pPr>
            <a:r>
              <a:rPr lang="en-GB" sz="4400" dirty="0">
                <a:solidFill>
                  <a:schemeClr val="tx1"/>
                </a:solidFill>
              </a:rPr>
              <a:t>Uniform cross-language syntax convention design</a:t>
            </a:r>
          </a:p>
        </p:txBody>
      </p:sp>
      <p:grpSp>
        <p:nvGrpSpPr>
          <p:cNvPr id="35" name="Group 34"/>
          <p:cNvGrpSpPr/>
          <p:nvPr/>
        </p:nvGrpSpPr>
        <p:grpSpPr>
          <a:xfrm>
            <a:off x="2313746" y="19496882"/>
            <a:ext cx="10878616" cy="1980000"/>
            <a:chOff x="248781" y="3594290"/>
            <a:chExt cx="10878616" cy="1980000"/>
          </a:xfrm>
        </p:grpSpPr>
        <p:sp>
          <p:nvSpPr>
            <p:cNvPr id="36" name="Rounded Rectangle 35"/>
            <p:cNvSpPr/>
            <p:nvPr/>
          </p:nvSpPr>
          <p:spPr>
            <a:xfrm>
              <a:off x="391870" y="3594290"/>
              <a:ext cx="10735527" cy="1980000"/>
            </a:xfrm>
            <a:prstGeom prst="roundRect">
              <a:avLst>
                <a:gd name="adj" fmla="val 2712"/>
              </a:avLst>
            </a:prstGeom>
            <a:solidFill>
              <a:srgbClr val="E2D7ED"/>
            </a:solidFill>
            <a:ln>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rebuchet MS" panose="020B0603020202020204" pitchFamily="34" charset="0"/>
              </a:endParaRPr>
            </a:p>
          </p:txBody>
        </p:sp>
        <p:pic>
          <p:nvPicPr>
            <p:cNvPr id="37" name="Picture 36"/>
            <p:cNvPicPr>
              <a:picLocks noChangeAspect="1"/>
            </p:cNvPicPr>
            <p:nvPr/>
          </p:nvPicPr>
          <p:blipFill>
            <a:blip r:embed="rId7"/>
            <a:stretch>
              <a:fillRect/>
            </a:stretch>
          </p:blipFill>
          <p:spPr>
            <a:xfrm>
              <a:off x="5115961" y="4570229"/>
              <a:ext cx="895664" cy="895664"/>
            </a:xfrm>
            <a:prstGeom prst="rect">
              <a:avLst/>
            </a:prstGeom>
          </p:spPr>
        </p:pic>
        <p:sp>
          <p:nvSpPr>
            <p:cNvPr id="38" name="TextBox 37"/>
            <p:cNvSpPr txBox="1"/>
            <p:nvPr/>
          </p:nvSpPr>
          <p:spPr>
            <a:xfrm>
              <a:off x="2009018" y="5016268"/>
              <a:ext cx="3218267" cy="400110"/>
            </a:xfrm>
            <a:prstGeom prst="rect">
              <a:avLst/>
            </a:prstGeom>
            <a:noFill/>
          </p:spPr>
          <p:txBody>
            <a:bodyPr wrap="square" rtlCol="0">
              <a:spAutoFit/>
            </a:bodyPr>
            <a:lstStyle/>
            <a:p>
              <a:pPr algn="ctr"/>
              <a:r>
                <a:rPr lang="en-US" sz="2000" dirty="0">
                  <a:latin typeface="Trebuchet MS" panose="020B0603020202020204" pitchFamily="34" charset="0"/>
                </a:rPr>
                <a:t>Language Syntax</a:t>
              </a:r>
            </a:p>
          </p:txBody>
        </p:sp>
        <p:sp>
          <p:nvSpPr>
            <p:cNvPr id="39" name="TextBox 38"/>
            <p:cNvSpPr txBox="1"/>
            <p:nvPr/>
          </p:nvSpPr>
          <p:spPr>
            <a:xfrm>
              <a:off x="248781" y="5016268"/>
              <a:ext cx="2561680" cy="400110"/>
            </a:xfrm>
            <a:prstGeom prst="rect">
              <a:avLst/>
            </a:prstGeom>
            <a:noFill/>
          </p:spPr>
          <p:txBody>
            <a:bodyPr wrap="square" rtlCol="0">
              <a:spAutoFit/>
            </a:bodyPr>
            <a:lstStyle/>
            <a:p>
              <a:pPr algn="ctr"/>
              <a:r>
                <a:rPr lang="en-US" sz="2000" dirty="0">
                  <a:latin typeface="Trebuchet MS" panose="020B0603020202020204" pitchFamily="34" charset="0"/>
                </a:rPr>
                <a:t>Task Specification</a:t>
              </a:r>
            </a:p>
          </p:txBody>
        </p:sp>
        <p:cxnSp>
          <p:nvCxnSpPr>
            <p:cNvPr id="40" name="Straight Arrow Connector 39"/>
            <p:cNvCxnSpPr/>
            <p:nvPr/>
          </p:nvCxnSpPr>
          <p:spPr>
            <a:xfrm>
              <a:off x="4490268" y="4468127"/>
              <a:ext cx="2052000" cy="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7112657" y="5016268"/>
              <a:ext cx="3045008" cy="400110"/>
            </a:xfrm>
            <a:prstGeom prst="rect">
              <a:avLst/>
            </a:prstGeom>
            <a:noFill/>
          </p:spPr>
          <p:txBody>
            <a:bodyPr wrap="square" rtlCol="0">
              <a:spAutoFit/>
            </a:bodyPr>
            <a:lstStyle/>
            <a:p>
              <a:pPr algn="ctr"/>
              <a:r>
                <a:rPr lang="en-US" sz="2000" dirty="0">
                  <a:latin typeface="Trebuchet MS" panose="020B0603020202020204" pitchFamily="34" charset="0"/>
                </a:rPr>
                <a:t>Copyright</a:t>
              </a:r>
              <a:r>
                <a:rPr lang="en-US" altLang="zh-CN" sz="2000" dirty="0">
                  <a:latin typeface="Trebuchet MS" panose="020B0603020202020204" pitchFamily="34" charset="0"/>
                </a:rPr>
                <a:t>-Owned </a:t>
              </a:r>
              <a:r>
                <a:rPr lang="en-US" sz="2000" dirty="0">
                  <a:latin typeface="Trebuchet MS" panose="020B0603020202020204" pitchFamily="34" charset="0"/>
                </a:rPr>
                <a:t>Code</a:t>
              </a:r>
            </a:p>
          </p:txBody>
        </p:sp>
        <p:sp>
          <p:nvSpPr>
            <p:cNvPr id="42" name="TextBox 41"/>
            <p:cNvSpPr txBox="1"/>
            <p:nvPr/>
          </p:nvSpPr>
          <p:spPr>
            <a:xfrm>
              <a:off x="2848687" y="3788434"/>
              <a:ext cx="1614801" cy="1200329"/>
            </a:xfrm>
            <a:prstGeom prst="rect">
              <a:avLst/>
            </a:prstGeom>
            <a:solidFill>
              <a:schemeClr val="bg1"/>
            </a:solidFill>
            <a:ln w="12700">
              <a:solidFill>
                <a:schemeClr val="tx1"/>
              </a:solidFill>
            </a:ln>
          </p:spPr>
          <p:txBody>
            <a:bodyPr wrap="none" rtlCol="0">
              <a:spAutoFit/>
            </a:bodyPr>
            <a:lstStyle/>
            <a:p>
              <a:pPr marL="342900" indent="-342900">
                <a:buAutoNum type="arabicPeriod"/>
              </a:pPr>
              <a:r>
                <a:rPr lang="en-US" dirty="0">
                  <a:latin typeface="Trebuchet MS" panose="020B0603020202020204" pitchFamily="34" charset="0"/>
                </a:rPr>
                <a:t>For</a:t>
              </a:r>
            </a:p>
            <a:p>
              <a:pPr marL="342900" indent="-342900">
                <a:buAutoNum type="arabicPeriod"/>
              </a:pPr>
              <a:r>
                <a:rPr lang="en-US" dirty="0">
                  <a:latin typeface="Trebuchet MS" panose="020B0603020202020204" pitchFamily="34" charset="0"/>
                </a:rPr>
                <a:t>If Else</a:t>
              </a:r>
            </a:p>
            <a:p>
              <a:pPr marL="342900" indent="-342900">
                <a:buAutoNum type="arabicPeriod"/>
              </a:pPr>
              <a:r>
                <a:rPr lang="en-US" dirty="0">
                  <a:latin typeface="Trebuchet MS" panose="020B0603020202020204" pitchFamily="34" charset="0"/>
                </a:rPr>
                <a:t>Try except</a:t>
              </a:r>
            </a:p>
            <a:p>
              <a:pPr marL="342900" indent="-342900">
                <a:buAutoNum type="arabicPeriod"/>
              </a:pPr>
              <a:r>
                <a:rPr lang="en-US" dirty="0">
                  <a:latin typeface="Trebuchet MS" panose="020B0603020202020204" pitchFamily="34" charset="0"/>
                </a:rPr>
                <a:t>…</a:t>
              </a:r>
            </a:p>
          </p:txBody>
        </p:sp>
        <p:pic>
          <p:nvPicPr>
            <p:cNvPr id="43" name="Picture 42"/>
            <p:cNvPicPr>
              <a:picLocks noChangeAspect="1"/>
            </p:cNvPicPr>
            <p:nvPr/>
          </p:nvPicPr>
          <p:blipFill>
            <a:blip r:embed="rId8"/>
            <a:stretch>
              <a:fillRect/>
            </a:stretch>
          </p:blipFill>
          <p:spPr>
            <a:xfrm>
              <a:off x="760718" y="3839426"/>
              <a:ext cx="1016000" cy="1016000"/>
            </a:xfrm>
            <a:prstGeom prst="rect">
              <a:avLst/>
            </a:prstGeom>
          </p:spPr>
        </p:pic>
        <p:sp>
          <p:nvSpPr>
            <p:cNvPr id="44" name="TextBox 43"/>
            <p:cNvSpPr txBox="1"/>
            <p:nvPr/>
          </p:nvSpPr>
          <p:spPr>
            <a:xfrm>
              <a:off x="4545943" y="3949260"/>
              <a:ext cx="1944000" cy="504000"/>
            </a:xfrm>
            <a:prstGeom prst="rect">
              <a:avLst/>
            </a:prstGeom>
            <a:solidFill>
              <a:schemeClr val="tx1">
                <a:lumMod val="85000"/>
                <a:lumOff val="15000"/>
              </a:schemeClr>
            </a:solidFill>
          </p:spPr>
          <p:txBody>
            <a:bodyPr wrap="none" rtlCol="0">
              <a:noAutofit/>
            </a:bodyPr>
            <a:lstStyle/>
            <a:p>
              <a:pPr algn="ctr"/>
              <a:r>
                <a:rPr lang="en-US" sz="2400" dirty="0">
                  <a:solidFill>
                    <a:schemeClr val="bg1"/>
                  </a:solidFill>
                  <a:latin typeface="Trebuchet MS" panose="020B0603020202020204" pitchFamily="34" charset="0"/>
                </a:rPr>
                <a:t>Programming</a:t>
              </a:r>
            </a:p>
          </p:txBody>
        </p:sp>
        <p:sp>
          <p:nvSpPr>
            <p:cNvPr id="45" name="TextBox 44"/>
            <p:cNvSpPr txBox="1"/>
            <p:nvPr/>
          </p:nvSpPr>
          <p:spPr>
            <a:xfrm>
              <a:off x="6848683" y="3987164"/>
              <a:ext cx="3996000" cy="978878"/>
            </a:xfrm>
            <a:prstGeom prst="rect">
              <a:avLst/>
            </a:prstGeom>
            <a:solidFill>
              <a:schemeClr val="bg1">
                <a:lumMod val="85000"/>
              </a:schemeClr>
            </a:solidFill>
            <a:ln w="12700">
              <a:solidFill>
                <a:schemeClr val="tx1"/>
              </a:solidFill>
            </a:ln>
          </p:spPr>
          <p:txBody>
            <a:bodyPr wrap="square" rtlCol="0">
              <a:noAutofit/>
            </a:bodyPr>
            <a:lstStyle/>
            <a:p>
              <a:r>
                <a:rPr lang="en-US" sz="1100" dirty="0">
                  <a:solidFill>
                    <a:srgbClr val="0000FF"/>
                  </a:solidFill>
                  <a:latin typeface="Trebuchet MS" panose="020B0603020202020204" pitchFamily="34" charset="0"/>
                </a:rPr>
                <a:t>def</a:t>
              </a:r>
              <a:r>
                <a:rPr lang="en-US" sz="1100" dirty="0">
                  <a:solidFill>
                    <a:srgbClr val="3B3B3B"/>
                  </a:solidFill>
                  <a:latin typeface="Trebuchet MS" panose="020B0603020202020204" pitchFamily="34" charset="0"/>
                </a:rPr>
                <a:t> </a:t>
              </a:r>
              <a:r>
                <a:rPr lang="en-US" sz="1100" dirty="0">
                  <a:solidFill>
                    <a:srgbClr val="795E26"/>
                  </a:solidFill>
                  <a:latin typeface="Trebuchet MS" panose="020B0603020202020204" pitchFamily="34" charset="0"/>
                </a:rPr>
                <a:t>add</a:t>
              </a:r>
              <a:r>
                <a:rPr lang="en-US" sz="1100" dirty="0">
                  <a:solidFill>
                    <a:srgbClr val="3B3B3B"/>
                  </a:solidFill>
                  <a:latin typeface="Trebuchet MS" panose="020B0603020202020204" pitchFamily="34" charset="0"/>
                </a:rPr>
                <a:t>(</a:t>
              </a:r>
              <a:r>
                <a:rPr lang="en-US" sz="1100" dirty="0">
                  <a:solidFill>
                    <a:srgbClr val="001080"/>
                  </a:solidFill>
                  <a:latin typeface="Trebuchet MS" panose="020B0603020202020204" pitchFamily="34" charset="0"/>
                </a:rPr>
                <a:t>self</a:t>
              </a:r>
              <a:r>
                <a:rPr lang="en-US" sz="1100" dirty="0">
                  <a:solidFill>
                    <a:srgbClr val="3B3B3B"/>
                  </a:solidFill>
                  <a:latin typeface="Trebuchet MS" panose="020B0603020202020204" pitchFamily="34" charset="0"/>
                </a:rPr>
                <a:t>, </a:t>
              </a:r>
              <a:r>
                <a:rPr lang="en-US" sz="1100" dirty="0">
                  <a:solidFill>
                    <a:srgbClr val="001080"/>
                  </a:solidFill>
                  <a:latin typeface="Trebuchet MS" panose="020B0603020202020204" pitchFamily="34" charset="0"/>
                </a:rPr>
                <a:t>row</a:t>
              </a:r>
              <a:r>
                <a:rPr lang="en-US" sz="1100" dirty="0">
                  <a:solidFill>
                    <a:srgbClr val="3B3B3B"/>
                  </a:solidFill>
                  <a:latin typeface="Trebuchet MS" panose="020B0603020202020204" pitchFamily="34" charset="0"/>
                </a:rPr>
                <a:t>):</a:t>
              </a:r>
            </a:p>
            <a:p>
              <a:r>
                <a:rPr lang="en-US" sz="1100" dirty="0">
                  <a:solidFill>
                    <a:srgbClr val="3B3B3B"/>
                  </a:solidFill>
                  <a:latin typeface="Trebuchet MS" panose="020B0603020202020204" pitchFamily="34" charset="0"/>
                </a:rPr>
                <a:t>	…</a:t>
              </a:r>
            </a:p>
            <a:p>
              <a:r>
                <a:rPr lang="en-US" sz="1100" dirty="0">
                  <a:solidFill>
                    <a:srgbClr val="AF00DB"/>
                  </a:solidFill>
                  <a:latin typeface="Trebuchet MS" panose="020B0603020202020204" pitchFamily="34" charset="0"/>
                </a:rPr>
                <a:t>	for</a:t>
              </a:r>
              <a:r>
                <a:rPr lang="en-US" sz="1100" dirty="0">
                  <a:solidFill>
                    <a:srgbClr val="3B3B3B"/>
                  </a:solidFill>
                  <a:latin typeface="Trebuchet MS" panose="020B0603020202020204" pitchFamily="34" charset="0"/>
                </a:rPr>
                <a:t> </a:t>
              </a:r>
              <a:r>
                <a:rPr lang="en-US" sz="1100" dirty="0" err="1">
                  <a:solidFill>
                    <a:srgbClr val="001080"/>
                  </a:solidFill>
                  <a:latin typeface="Trebuchet MS" panose="020B0603020202020204" pitchFamily="34" charset="0"/>
                </a:rPr>
                <a:t>i</a:t>
              </a:r>
              <a:r>
                <a:rPr lang="en-US" sz="1100" dirty="0">
                  <a:solidFill>
                    <a:srgbClr val="3B3B3B"/>
                  </a:solidFill>
                  <a:latin typeface="Trebuchet MS" panose="020B0603020202020204" pitchFamily="34" charset="0"/>
                </a:rPr>
                <a:t>, </a:t>
              </a:r>
              <a:r>
                <a:rPr lang="en-US" sz="1100" dirty="0">
                  <a:solidFill>
                    <a:srgbClr val="001080"/>
                  </a:solidFill>
                  <a:latin typeface="Trebuchet MS" panose="020B0603020202020204" pitchFamily="34" charset="0"/>
                </a:rPr>
                <a:t>f</a:t>
              </a:r>
              <a:r>
                <a:rPr lang="en-US" sz="1100" dirty="0">
                  <a:solidFill>
                    <a:srgbClr val="3B3B3B"/>
                  </a:solidFill>
                  <a:latin typeface="Trebuchet MS" panose="020B0603020202020204" pitchFamily="34" charset="0"/>
                </a:rPr>
                <a:t> </a:t>
              </a:r>
              <a:r>
                <a:rPr lang="en-US" sz="1100" dirty="0">
                  <a:solidFill>
                    <a:srgbClr val="AF00DB"/>
                  </a:solidFill>
                  <a:latin typeface="Trebuchet MS" panose="020B0603020202020204" pitchFamily="34" charset="0"/>
                </a:rPr>
                <a:t>in</a:t>
              </a:r>
              <a:r>
                <a:rPr lang="en-US" sz="1100" dirty="0">
                  <a:solidFill>
                    <a:srgbClr val="3B3B3B"/>
                  </a:solidFill>
                  <a:latin typeface="Trebuchet MS" panose="020B0603020202020204" pitchFamily="34" charset="0"/>
                </a:rPr>
                <a:t> </a:t>
              </a:r>
              <a:r>
                <a:rPr lang="en-US" sz="1100" dirty="0">
                  <a:solidFill>
                    <a:srgbClr val="267F99"/>
                  </a:solidFill>
                  <a:latin typeface="Trebuchet MS" panose="020B0603020202020204" pitchFamily="34" charset="0"/>
                </a:rPr>
                <a:t>enumerate</a:t>
              </a:r>
              <a:r>
                <a:rPr lang="en-US" sz="1100" dirty="0">
                  <a:solidFill>
                    <a:srgbClr val="3B3B3B"/>
                  </a:solidFill>
                  <a:latin typeface="Trebuchet MS" panose="020B0603020202020204" pitchFamily="34" charset="0"/>
                </a:rPr>
                <a:t>(</a:t>
              </a:r>
              <a:r>
                <a:rPr lang="en-US" sz="1100" dirty="0">
                  <a:solidFill>
                    <a:srgbClr val="001080"/>
                  </a:solidFill>
                  <a:latin typeface="Trebuchet MS" panose="020B0603020202020204" pitchFamily="34" charset="0"/>
                </a:rPr>
                <a:t>row</a:t>
              </a:r>
              <a:r>
                <a:rPr lang="en-US" sz="1100" dirty="0">
                  <a:solidFill>
                    <a:srgbClr val="3B3B3B"/>
                  </a:solidFill>
                  <a:latin typeface="Trebuchet MS" panose="020B0603020202020204" pitchFamily="34" charset="0"/>
                </a:rPr>
                <a:t>):</a:t>
              </a:r>
            </a:p>
            <a:p>
              <a:r>
                <a:rPr lang="en-US" sz="1100" dirty="0">
                  <a:solidFill>
                    <a:srgbClr val="AF00DB"/>
                  </a:solidFill>
                  <a:latin typeface="Trebuchet MS" panose="020B0603020202020204" pitchFamily="34" charset="0"/>
                </a:rPr>
                <a:t>		if</a:t>
              </a:r>
              <a:r>
                <a:rPr lang="en-US" sz="1100" dirty="0">
                  <a:solidFill>
                    <a:srgbClr val="3B3B3B"/>
                  </a:solidFill>
                  <a:latin typeface="Trebuchet MS" panose="020B0603020202020204" pitchFamily="34" charset="0"/>
                </a:rPr>
                <a:t> </a:t>
              </a:r>
              <a:r>
                <a:rPr lang="en-US" sz="1100" dirty="0" err="1">
                  <a:solidFill>
                    <a:srgbClr val="795E26"/>
                  </a:solidFill>
                  <a:latin typeface="Trebuchet MS" panose="020B0603020202020204" pitchFamily="34" charset="0"/>
                </a:rPr>
                <a:t>len</a:t>
              </a:r>
              <a:r>
                <a:rPr lang="en-US" sz="1100" dirty="0">
                  <a:solidFill>
                    <a:srgbClr val="3B3B3B"/>
                  </a:solidFill>
                  <a:latin typeface="Trebuchet MS" panose="020B0603020202020204" pitchFamily="34" charset="0"/>
                </a:rPr>
                <a:t>(</a:t>
              </a:r>
              <a:r>
                <a:rPr lang="en-US" sz="1100" dirty="0">
                  <a:solidFill>
                    <a:srgbClr val="001080"/>
                  </a:solidFill>
                  <a:latin typeface="Trebuchet MS" panose="020B0603020202020204" pitchFamily="34" charset="0"/>
                </a:rPr>
                <a:t>f</a:t>
              </a:r>
              <a:r>
                <a:rPr lang="en-US" sz="1100" dirty="0">
                  <a:solidFill>
                    <a:srgbClr val="3B3B3B"/>
                  </a:solidFill>
                  <a:latin typeface="Trebuchet MS" panose="020B0603020202020204" pitchFamily="34" charset="0"/>
                </a:rPr>
                <a:t>) </a:t>
              </a:r>
              <a:r>
                <a:rPr lang="en-US" sz="1100" dirty="0">
                  <a:solidFill>
                    <a:srgbClr val="000000"/>
                  </a:solidFill>
                  <a:latin typeface="Trebuchet MS" panose="020B0603020202020204" pitchFamily="34" charset="0"/>
                </a:rPr>
                <a:t>&gt;</a:t>
              </a:r>
              <a:r>
                <a:rPr lang="en-US" sz="1100" dirty="0">
                  <a:solidFill>
                    <a:srgbClr val="3B3B3B"/>
                  </a:solidFill>
                  <a:latin typeface="Trebuchet MS" panose="020B0603020202020204" pitchFamily="34" charset="0"/>
                </a:rPr>
                <a:t> </a:t>
              </a:r>
              <a:r>
                <a:rPr lang="en-US" sz="1100" dirty="0" err="1">
                  <a:solidFill>
                    <a:srgbClr val="001080"/>
                  </a:solidFill>
                  <a:latin typeface="Trebuchet MS" panose="020B0603020202020204" pitchFamily="34" charset="0"/>
                </a:rPr>
                <a:t>self</a:t>
              </a:r>
              <a:r>
                <a:rPr lang="en-US" sz="1100" dirty="0" err="1">
                  <a:solidFill>
                    <a:srgbClr val="3B3B3B"/>
                  </a:solidFill>
                  <a:latin typeface="Trebuchet MS" panose="020B0603020202020204" pitchFamily="34" charset="0"/>
                </a:rPr>
                <a:t>.max_col_size</a:t>
              </a:r>
              <a:r>
                <a:rPr lang="en-US" sz="1100" dirty="0">
                  <a:solidFill>
                    <a:srgbClr val="3B3B3B"/>
                  </a:solidFill>
                  <a:latin typeface="Trebuchet MS" panose="020B0603020202020204" pitchFamily="34" charset="0"/>
                </a:rPr>
                <a:t>[</a:t>
              </a:r>
              <a:r>
                <a:rPr lang="en-US" sz="1100" dirty="0" err="1">
                  <a:solidFill>
                    <a:srgbClr val="001080"/>
                  </a:solidFill>
                  <a:latin typeface="Trebuchet MS" panose="020B0603020202020204" pitchFamily="34" charset="0"/>
                </a:rPr>
                <a:t>i</a:t>
              </a:r>
              <a:r>
                <a:rPr lang="en-US" sz="1100" dirty="0">
                  <a:solidFill>
                    <a:srgbClr val="3B3B3B"/>
                  </a:solidFill>
                  <a:latin typeface="Trebuchet MS" panose="020B0603020202020204" pitchFamily="34" charset="0"/>
                </a:rPr>
                <a:t>]: </a:t>
              </a:r>
            </a:p>
            <a:p>
              <a:r>
                <a:rPr lang="en-US" sz="1100" dirty="0">
                  <a:solidFill>
                    <a:srgbClr val="3B3B3B"/>
                  </a:solidFill>
                  <a:latin typeface="Trebuchet MS" panose="020B0603020202020204" pitchFamily="34" charset="0"/>
                </a:rPr>
                <a:t>	… </a:t>
              </a:r>
            </a:p>
          </p:txBody>
        </p:sp>
        <p:sp>
          <p:nvSpPr>
            <p:cNvPr id="46" name="Cross 45"/>
            <p:cNvSpPr/>
            <p:nvPr/>
          </p:nvSpPr>
          <p:spPr>
            <a:xfrm>
              <a:off x="2081556" y="4204167"/>
              <a:ext cx="398174" cy="396349"/>
            </a:xfrm>
            <a:prstGeom prst="plus">
              <a:avLst>
                <a:gd name="adj" fmla="val 37729"/>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Trebuchet MS" panose="020B0603020202020204" pitchFamily="34" charset="0"/>
              </a:endParaRPr>
            </a:p>
          </p:txBody>
        </p:sp>
      </p:grpSp>
      <p:pic>
        <p:nvPicPr>
          <p:cNvPr id="1209" name="Picture 1208"/>
          <p:cNvPicPr>
            <a:picLocks noChangeAspect="1"/>
          </p:cNvPicPr>
          <p:nvPr/>
        </p:nvPicPr>
        <p:blipFill>
          <a:blip r:embed="rId9"/>
          <a:stretch>
            <a:fillRect/>
          </a:stretch>
        </p:blipFill>
        <p:spPr>
          <a:xfrm>
            <a:off x="3005121" y="26142850"/>
            <a:ext cx="9064436" cy="5132071"/>
          </a:xfrm>
          <a:prstGeom prst="rect">
            <a:avLst/>
          </a:prstGeom>
        </p:spPr>
      </p:pic>
      <p:pic>
        <p:nvPicPr>
          <p:cNvPr id="1211" name="Picture 1210"/>
          <p:cNvPicPr>
            <a:picLocks noChangeAspect="1"/>
          </p:cNvPicPr>
          <p:nvPr/>
        </p:nvPicPr>
        <p:blipFill>
          <a:blip r:embed="rId10"/>
          <a:stretch>
            <a:fillRect/>
          </a:stretch>
        </p:blipFill>
        <p:spPr>
          <a:xfrm>
            <a:off x="2126231" y="33715011"/>
            <a:ext cx="11900718" cy="3874651"/>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FmMWJmZjM1MTUzOGJhZGQ2YzVjZTI0ZGVkOTAwZTkifQ=="/>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537</Words>
  <Application>Microsoft Macintosh PowerPoint</Application>
  <PresentationFormat>Custom</PresentationFormat>
  <Paragraphs>56</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Menlo</vt:lpstr>
      <vt:lpstr>Trebuchet MS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Kaifeng Huang</dc:creator>
  <cp:lastModifiedBy>Kaifeng Huang</cp:lastModifiedBy>
  <cp:revision>6</cp:revision>
  <dcterms:created xsi:type="dcterms:W3CDTF">2025-12-16T15:01:00Z</dcterms:created>
  <dcterms:modified xsi:type="dcterms:W3CDTF">2025-12-18T05:27:03Z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7813AE0FA623488DB4FCD63B57883EA7_12</vt:lpwstr>
  </property>
  <property fmtid="{D5CDD505-2E9C-101B-9397-08002B2CF9AE}" pid="3" name="KSOProductBuildVer">
    <vt:lpwstr>2052-12.1.0.16929</vt:lpwstr>
  </property>
</Properties>
</file>