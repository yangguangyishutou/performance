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"/>
  </p:notesMasterIdLst>
  <p:sldIdLst>
    <p:sldId id="256" r:id="rId3"/>
    <p:sldId id="257" r:id="rId4"/>
    <p:sldId id="259" r:id="rId5"/>
    <p:sldId id="258" r:id="rId7"/>
    <p:sldId id="260" r:id="rId8"/>
    <p:sldId id="261" r:id="rId9"/>
  </p:sldIdLst>
  <p:sldSz cx="30192345" cy="17657445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85"/>
    <p:restoredTop sz="89905"/>
  </p:normalViewPr>
  <p:slideViewPr>
    <p:cSldViewPr snapToGrid="0">
      <p:cViewPr>
        <p:scale>
          <a:sx n="79" d="100"/>
          <a:sy n="79" d="100"/>
        </p:scale>
        <p:origin x="152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9.sv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0.png"/><Relationship Id="rId7" Type="http://schemas.openxmlformats.org/officeDocument/2006/relationships/image" Target="../media/image9.sv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0.png"/><Relationship Id="rId7" Type="http://schemas.openxmlformats.org/officeDocument/2006/relationships/image" Target="../media/image9.sv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4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US" dirty="0"/>
              <a:t>or … in …</a:t>
            </a:r>
            <a:endParaRPr lang="en-US" dirty="0"/>
          </a:p>
          <a:p>
            <a:r>
              <a:rPr lang="en-US" dirty="0"/>
              <a:t>i</a:t>
            </a:r>
            <a:r>
              <a:rPr lang="en-US" dirty="0"/>
              <a:t>f …</a:t>
            </a:r>
            <a:endParaRPr lang="en-US" dirty="0"/>
          </a:p>
          <a:p>
            <a:r>
              <a:rPr lang="en-US" dirty="0"/>
              <a:t>e</a:t>
            </a:r>
            <a:r>
              <a:rPr lang="en-US" dirty="0"/>
              <a:t>lse 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  <a:endParaRPr lang="en-US" dirty="0"/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  <a:r>
              <a:rPr lang="en-US" dirty="0"/>
              <a:t>et token probabilities</a:t>
            </a:r>
            <a:endParaRPr lang="en-US" dirty="0"/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US" dirty="0"/>
              <a:t>or … in …</a:t>
            </a:r>
            <a:endParaRPr lang="en-US" dirty="0"/>
          </a:p>
          <a:p>
            <a:r>
              <a:rPr lang="en-US" dirty="0"/>
              <a:t>i</a:t>
            </a:r>
            <a:r>
              <a:rPr lang="en-US" dirty="0"/>
              <a:t>f …</a:t>
            </a:r>
            <a:endParaRPr lang="en-US" dirty="0"/>
          </a:p>
          <a:p>
            <a:r>
              <a:rPr lang="en-US" dirty="0"/>
              <a:t>e</a:t>
            </a:r>
            <a:r>
              <a:rPr lang="en-US" dirty="0"/>
              <a:t>lse …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endParaRPr 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endParaRPr lang="en-US" dirty="0"/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endParaRPr 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endParaRPr lang="en-US" dirty="0"/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  <a:endParaRPr lang="en-US" dirty="0"/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  <a:endParaRPr lang="en-US" dirty="0"/>
          </a:p>
          <a:p>
            <a:r>
              <a:rPr lang="en-US" dirty="0"/>
              <a:t>	if n &gt; 0:</a:t>
            </a:r>
            <a:endParaRPr lang="en-US" dirty="0"/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  <a:endParaRPr lang="en-US" dirty="0"/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  <a:endParaRPr lang="en-US" dirty="0"/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  <a:endParaRPr lang="en-US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US" dirty="0"/>
              <a:t>or … in …</a:t>
            </a:r>
            <a:endParaRPr lang="en-US" dirty="0"/>
          </a:p>
          <a:p>
            <a:r>
              <a:rPr lang="en-US" dirty="0"/>
              <a:t>i</a:t>
            </a:r>
            <a:r>
              <a:rPr lang="en-US" dirty="0"/>
              <a:t>f …</a:t>
            </a:r>
            <a:endParaRPr lang="en-US" dirty="0"/>
          </a:p>
          <a:p>
            <a:r>
              <a:rPr lang="en-US" dirty="0"/>
              <a:t>e</a:t>
            </a:r>
            <a:r>
              <a:rPr lang="en-US" dirty="0"/>
              <a:t>lse 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  <a:endParaRPr lang="en-US" dirty="0"/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  <a:r>
              <a:rPr lang="en-US" dirty="0"/>
              <a:t>et token probabilities</a:t>
            </a:r>
            <a:endParaRPr lang="en-US" dirty="0"/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US" dirty="0"/>
              <a:t>or … in …</a:t>
            </a:r>
            <a:endParaRPr lang="en-US" dirty="0"/>
          </a:p>
          <a:p>
            <a:r>
              <a:rPr lang="en-US" dirty="0"/>
              <a:t>i</a:t>
            </a:r>
            <a:r>
              <a:rPr lang="en-US" dirty="0"/>
              <a:t>f …</a:t>
            </a:r>
            <a:endParaRPr lang="en-US" dirty="0"/>
          </a:p>
          <a:p>
            <a:r>
              <a:rPr lang="en-US" dirty="0"/>
              <a:t>e</a:t>
            </a:r>
            <a:r>
              <a:rPr lang="en-US" dirty="0"/>
              <a:t>lse …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endParaRPr 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endParaRPr lang="en-US" dirty="0"/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endParaRPr 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endParaRPr lang="en-US" dirty="0"/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  <a:endParaRPr lang="en-US" dirty="0"/>
          </a:p>
          <a:p>
            <a:r>
              <a:rPr lang="en-US" dirty="0"/>
              <a:t>	…</a:t>
            </a:r>
            <a:endParaRPr lang="en-US" dirty="0"/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  <a:endParaRPr lang="en-US" dirty="0"/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  <a:endParaRPr lang="en-US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  <a:endParaRPr lang="en-US" dirty="0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  <a:endParaRPr lang="en-US" dirty="0"/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US" dirty="0"/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  <a:endParaRPr lang="en-US" dirty="0"/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  <a:endParaRPr lang="en-US" sz="1200" dirty="0"/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  <a:endParaRPr lang="en-US" sz="1200" dirty="0"/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  <a:endParaRPr lang="en-US" sz="3200" dirty="0">
              <a:latin typeface="Bradley Hand" pitchFamily="2" charset="77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  <a:endParaRPr lang="en-US" sz="2800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  <a:endParaRPr lang="en-US" sz="2800" dirty="0"/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US" dirty="0"/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  <a:endParaRPr lang="en-US" sz="900" dirty="0">
                <a:solidFill>
                  <a:srgbClr val="D7BA7D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  <a:endParaRPr lang="en-US" sz="900" dirty="0"/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  <a:endParaRPr lang="en-US" sz="900" dirty="0">
                <a:solidFill>
                  <a:srgbClr val="D7BA7D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  <a:endParaRPr lang="en-US" sz="900" dirty="0">
                <a:solidFill>
                  <a:srgbClr val="D7BA7D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  <a:endParaRPr lang="en-US" sz="1100" dirty="0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US" dirty="0"/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  <a:endParaRPr lang="en-US" sz="1600" dirty="0"/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  <a:endParaRPr lang="en-US" dirty="0"/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  <a:endParaRPr lang="en-US" sz="3200" dirty="0">
              <a:latin typeface="Bradley Hand" pitchFamily="2" charset="77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  <a:endParaRPr lang="en-US" sz="2800" dirty="0"/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US" dirty="0"/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  <a:endParaRPr 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</a:t>
            </a:r>
            <a:r>
              <a:rPr lang="en-US" sz="1200" dirty="0"/>
              <a:t>T</a:t>
            </a:r>
            <a:r>
              <a:rPr lang="en-US" sz="1200" dirty="0"/>
              <a:t>oken Selection:</a:t>
            </a:r>
            <a:endParaRPr lang="en-US" sz="1200" dirty="0"/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  <a:endParaRPr lang="en-US" dirty="0"/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  <a:endParaRPr lang="en-US" sz="1600" dirty="0"/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  <a:endParaRPr lang="en-US" sz="1600" dirty="0"/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  <a:endParaRPr lang="en-US" dirty="0"/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r>
              <a:rPr lang="en-US" dirty="0"/>
              <a:t>esuming variables</a:t>
            </a:r>
            <a:endParaRPr lang="en-US" dirty="0"/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  <a:endParaRPr lang="en-US" sz="2800" dirty="0"/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  <a:endParaRPr lang="en-US" sz="2200" i="1" dirty="0">
              <a:solidFill>
                <a:schemeClr val="bg1"/>
              </a:solidFill>
            </a:endParaRP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  <a:endParaRPr lang="en-US" sz="1600" dirty="0"/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  <a:endParaRPr lang="en-US" dirty="0"/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  <a:endParaRPr lang="en-US" sz="2200" i="1" dirty="0">
              <a:solidFill>
                <a:schemeClr val="bg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  <a:endParaRPr lang="en-US" dirty="0"/>
          </a:p>
          <a:p>
            <a:r>
              <a:rPr lang="en-US" dirty="0"/>
              <a:t>Non-member 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/>
              <a:t>elf.max -&gt; self . max</a:t>
            </a:r>
            <a:endParaRPr lang="en-US" dirty="0"/>
          </a:p>
          <a:p>
            <a:r>
              <a:rPr lang="en-US" dirty="0"/>
              <a:t>S</a:t>
            </a:r>
            <a:r>
              <a:rPr lang="en-US" dirty="0"/>
              <a:t>elf.max_size -&gt; self. </a:t>
            </a:r>
            <a:r>
              <a:rPr lang="en-US" dirty="0"/>
              <a:t>M</a:t>
            </a:r>
            <a:r>
              <a:rPr lang="en-US" dirty="0"/>
              <a:t>ax _ size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  <a:endParaRPr lang="en-US" altLang="zh-CN" dirty="0"/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  <a:endParaRPr lang="en-US" sz="1100" dirty="0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US" dirty="0"/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  <a:endParaRPr lang="en-US" sz="1600" dirty="0"/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  <a:endParaRPr lang="en-US" dirty="0"/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  <a:endParaRPr lang="en-US" sz="3200" dirty="0">
              <a:latin typeface="Bradley Hand" pitchFamily="2" charset="77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  <a:endParaRPr lang="en-US" sz="2800" dirty="0"/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US" dirty="0"/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  <a:endParaRPr 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altLang="zh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001080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0.30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0.91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</a:t>
            </a:r>
            <a:r>
              <a:rPr lang="en-US" sz="1200" dirty="0"/>
              <a:t>T</a:t>
            </a:r>
            <a:r>
              <a:rPr lang="en-US" sz="1200" dirty="0"/>
              <a:t>oken Selection:</a:t>
            </a:r>
            <a:endParaRPr lang="en-US" sz="1200" dirty="0"/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  <a:endParaRPr lang="en-US" dirty="0"/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  <a:endParaRPr lang="en-US" sz="1600" dirty="0"/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  <a:endParaRPr lang="en-US" sz="1600" dirty="0"/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  <a:endParaRPr lang="en-US" dirty="0"/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r>
              <a:rPr lang="en-US" dirty="0"/>
              <a:t>esuming variables</a:t>
            </a:r>
            <a:endParaRPr lang="en-US" dirty="0"/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  <a:endParaRPr lang="en-US" sz="2800" dirty="0"/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  <a:endParaRPr lang="en-US" sz="2200" i="1" dirty="0">
              <a:solidFill>
                <a:schemeClr val="bg1"/>
              </a:solidFill>
            </a:endParaRP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  <a:endParaRPr lang="en-US" sz="1600" dirty="0"/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  <a:endParaRPr lang="en-US" dirty="0"/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  <a:endParaRPr lang="en-US" sz="2200" i="1" dirty="0">
              <a:solidFill>
                <a:schemeClr val="bg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5321</Words>
  <Application>WPS 演示</Application>
  <PresentationFormat>Custom</PresentationFormat>
  <Paragraphs>1572</Paragraphs>
  <Slides>6</Slides>
  <Notes>4</Notes>
  <HiddenSlides>5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1" baseType="lpstr">
      <vt:lpstr>Arial</vt:lpstr>
      <vt:lpstr>宋体</vt:lpstr>
      <vt:lpstr>Wingdings</vt:lpstr>
      <vt:lpstr>Menlo</vt:lpstr>
      <vt:lpstr>Segoe Print</vt:lpstr>
      <vt:lpstr>Bradley Hand</vt:lpstr>
      <vt:lpstr>Consolas</vt:lpstr>
      <vt:lpstr>Calibri</vt:lpstr>
      <vt:lpstr>微软雅黑</vt:lpstr>
      <vt:lpstr>Arial Unicode MS</vt:lpstr>
      <vt:lpstr>Calibri Light</vt:lpstr>
      <vt:lpstr>等线</vt:lpstr>
      <vt:lpstr>Bradley Hand ITC</vt:lpstr>
      <vt:lpstr>Bradley Hand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Kaifeng Huang</dc:creator>
  <cp:lastModifiedBy>陈茁扬</cp:lastModifiedBy>
  <cp:revision>24</cp:revision>
  <dcterms:created xsi:type="dcterms:W3CDTF">2025-06-02T15:22:00Z</dcterms:created>
  <dcterms:modified xsi:type="dcterms:W3CDTF">2025-06-24T10:56:12Z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