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9" r:id="rId5"/>
    <p:sldId id="258" r:id="rId6"/>
    <p:sldId id="260" r:id="rId7"/>
  </p:sldIdLst>
  <p:sldSz cx="30192663" cy="17657763"/>
  <p:notesSz cx="6858000" cy="9144000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21"/>
    <p:restoredTop sz="89932"/>
  </p:normalViewPr>
  <p:slideViewPr>
    <p:cSldViewPr snapToGrid="0">
      <p:cViewPr>
        <p:scale>
          <a:sx n="62" d="100"/>
          <a:sy n="62" d="100"/>
        </p:scale>
        <p:origin x="1696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7/3/25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7/3/25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70302020209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rebuchet MS" panose="020B0703020202090204" pitchFamily="34" charset="0"/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rebuchet MS" panose="020B0703020202090204" pitchFamily="34" charset="0"/>
              </a:rPr>
              <a:t>0.30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rebuchet MS" panose="020B0703020202090204" pitchFamily="34" charset="0"/>
              </a:rPr>
              <a:t>0.91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70302020209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max_col_size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i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70302020209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70302020209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Ranked</a:t>
            </a:r>
            <a:r>
              <a:rPr lang="zh-CN" altLang="en-US" dirty="0">
                <a:latin typeface="Trebuchet MS" panose="020B0703020202090204" pitchFamily="34" charset="0"/>
              </a:rPr>
              <a:t> </a:t>
            </a:r>
            <a:r>
              <a:rPr lang="en-US" altLang="zh-CN" dirty="0">
                <a:latin typeface="Trebuchet MS" panose="020B0703020202090204" pitchFamily="34" charset="0"/>
              </a:rPr>
              <a:t>Token Probabilities</a:t>
            </a:r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1579</Words>
  <Application>Microsoft Macintosh PowerPoint</Application>
  <PresentationFormat>Custom</PresentationFormat>
  <Paragraphs>812</Paragraphs>
  <Slides>6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25</cp:revision>
  <dcterms:created xsi:type="dcterms:W3CDTF">2025-06-02T15:22:00Z</dcterms:created>
  <dcterms:modified xsi:type="dcterms:W3CDTF">2025-07-03T02:33:04Z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