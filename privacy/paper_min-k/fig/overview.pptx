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30192663" cy="17657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85"/>
    <p:restoredTop sz="89905"/>
  </p:normalViewPr>
  <p:slideViewPr>
    <p:cSldViewPr snapToGrid="0">
      <p:cViewPr>
        <p:scale>
          <a:sx n="79" d="100"/>
          <a:sy n="79" d="100"/>
        </p:scale>
        <p:origin x="152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9868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228665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033359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51198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21791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3"/>
            </a:lvl1pPr>
            <a:lvl2pPr marL="1132210" indent="0" algn="ctr">
              <a:buNone/>
              <a:defRPr sz="4953"/>
            </a:lvl2pPr>
            <a:lvl3pPr marL="2264420" indent="0" algn="ctr">
              <a:buNone/>
              <a:defRPr sz="4458"/>
            </a:lvl3pPr>
            <a:lvl4pPr marL="3396630" indent="0" algn="ctr">
              <a:buNone/>
              <a:defRPr sz="3962"/>
            </a:lvl4pPr>
            <a:lvl5pPr marL="4528840" indent="0" algn="ctr">
              <a:buNone/>
              <a:defRPr sz="3962"/>
            </a:lvl5pPr>
            <a:lvl6pPr marL="5661050" indent="0" algn="ctr">
              <a:buNone/>
              <a:defRPr sz="3962"/>
            </a:lvl6pPr>
            <a:lvl7pPr marL="6793260" indent="0" algn="ctr">
              <a:buNone/>
              <a:defRPr sz="3962"/>
            </a:lvl7pPr>
            <a:lvl8pPr marL="7925471" indent="0" algn="ctr">
              <a:buNone/>
              <a:defRPr sz="3962"/>
            </a:lvl8pPr>
            <a:lvl9pPr marL="9057681" indent="0" algn="ctr">
              <a:buNone/>
              <a:defRPr sz="396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11432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961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3">
                <a:solidFill>
                  <a:schemeClr val="tx1">
                    <a:tint val="75000"/>
                  </a:schemeClr>
                </a:solidFill>
              </a:defRPr>
            </a:lvl1pPr>
            <a:lvl2pPr marL="1132210" indent="0">
              <a:buNone/>
              <a:defRPr sz="4953">
                <a:solidFill>
                  <a:schemeClr val="tx1">
                    <a:tint val="75000"/>
                  </a:schemeClr>
                </a:solidFill>
              </a:defRPr>
            </a:lvl2pPr>
            <a:lvl3pPr marL="2264420" indent="0">
              <a:buNone/>
              <a:defRPr sz="4458">
                <a:solidFill>
                  <a:schemeClr val="tx1">
                    <a:tint val="75000"/>
                  </a:schemeClr>
                </a:solidFill>
              </a:defRPr>
            </a:lvl3pPr>
            <a:lvl4pPr marL="3396630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4pPr>
            <a:lvl5pPr marL="4528840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5pPr>
            <a:lvl6pPr marL="5661050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6pPr>
            <a:lvl7pPr marL="6793260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7pPr>
            <a:lvl8pPr marL="7925471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8pPr>
            <a:lvl9pPr marL="9057681" indent="0">
              <a:buNone/>
              <a:defRPr sz="39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29467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10057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3" b="1"/>
            </a:lvl1pPr>
            <a:lvl2pPr marL="1132210" indent="0">
              <a:buNone/>
              <a:defRPr sz="4953" b="1"/>
            </a:lvl2pPr>
            <a:lvl3pPr marL="2264420" indent="0">
              <a:buNone/>
              <a:defRPr sz="4458" b="1"/>
            </a:lvl3pPr>
            <a:lvl4pPr marL="3396630" indent="0">
              <a:buNone/>
              <a:defRPr sz="3962" b="1"/>
            </a:lvl4pPr>
            <a:lvl5pPr marL="4528840" indent="0">
              <a:buNone/>
              <a:defRPr sz="3962" b="1"/>
            </a:lvl5pPr>
            <a:lvl6pPr marL="5661050" indent="0">
              <a:buNone/>
              <a:defRPr sz="3962" b="1"/>
            </a:lvl6pPr>
            <a:lvl7pPr marL="6793260" indent="0">
              <a:buNone/>
              <a:defRPr sz="3962" b="1"/>
            </a:lvl7pPr>
            <a:lvl8pPr marL="7925471" indent="0">
              <a:buNone/>
              <a:defRPr sz="3962" b="1"/>
            </a:lvl8pPr>
            <a:lvl9pPr marL="9057681" indent="0">
              <a:buNone/>
              <a:defRPr sz="396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3" b="1"/>
            </a:lvl1pPr>
            <a:lvl2pPr marL="1132210" indent="0">
              <a:buNone/>
              <a:defRPr sz="4953" b="1"/>
            </a:lvl2pPr>
            <a:lvl3pPr marL="2264420" indent="0">
              <a:buNone/>
              <a:defRPr sz="4458" b="1"/>
            </a:lvl3pPr>
            <a:lvl4pPr marL="3396630" indent="0">
              <a:buNone/>
              <a:defRPr sz="3962" b="1"/>
            </a:lvl4pPr>
            <a:lvl5pPr marL="4528840" indent="0">
              <a:buNone/>
              <a:defRPr sz="3962" b="1"/>
            </a:lvl5pPr>
            <a:lvl6pPr marL="5661050" indent="0">
              <a:buNone/>
              <a:defRPr sz="3962" b="1"/>
            </a:lvl6pPr>
            <a:lvl7pPr marL="6793260" indent="0">
              <a:buNone/>
              <a:defRPr sz="3962" b="1"/>
            </a:lvl7pPr>
            <a:lvl8pPr marL="7925471" indent="0">
              <a:buNone/>
              <a:defRPr sz="3962" b="1"/>
            </a:lvl8pPr>
            <a:lvl9pPr marL="9057681" indent="0">
              <a:buNone/>
              <a:defRPr sz="396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56735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35986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9367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4"/>
            </a:lvl1pPr>
            <a:lvl2pPr>
              <a:defRPr sz="6934"/>
            </a:lvl2pPr>
            <a:lvl3pPr>
              <a:defRPr sz="5943"/>
            </a:lvl3pPr>
            <a:lvl4pPr>
              <a:defRPr sz="4953"/>
            </a:lvl4pPr>
            <a:lvl5pPr>
              <a:defRPr sz="4953"/>
            </a:lvl5pPr>
            <a:lvl6pPr>
              <a:defRPr sz="4953"/>
            </a:lvl6pPr>
            <a:lvl7pPr>
              <a:defRPr sz="4953"/>
            </a:lvl7pPr>
            <a:lvl8pPr>
              <a:defRPr sz="4953"/>
            </a:lvl8pPr>
            <a:lvl9pPr>
              <a:defRPr sz="49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2"/>
            </a:lvl1pPr>
            <a:lvl2pPr marL="1132210" indent="0">
              <a:buNone/>
              <a:defRPr sz="3467"/>
            </a:lvl2pPr>
            <a:lvl3pPr marL="2264420" indent="0">
              <a:buNone/>
              <a:defRPr sz="2972"/>
            </a:lvl3pPr>
            <a:lvl4pPr marL="3396630" indent="0">
              <a:buNone/>
              <a:defRPr sz="2476"/>
            </a:lvl4pPr>
            <a:lvl5pPr marL="4528840" indent="0">
              <a:buNone/>
              <a:defRPr sz="2476"/>
            </a:lvl5pPr>
            <a:lvl6pPr marL="5661050" indent="0">
              <a:buNone/>
              <a:defRPr sz="2476"/>
            </a:lvl6pPr>
            <a:lvl7pPr marL="6793260" indent="0">
              <a:buNone/>
              <a:defRPr sz="2476"/>
            </a:lvl7pPr>
            <a:lvl8pPr marL="7925471" indent="0">
              <a:buNone/>
              <a:defRPr sz="2476"/>
            </a:lvl8pPr>
            <a:lvl9pPr marL="9057681" indent="0">
              <a:buNone/>
              <a:defRPr sz="24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17260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4"/>
            </a:lvl1pPr>
            <a:lvl2pPr marL="1132210" indent="0">
              <a:buNone/>
              <a:defRPr sz="6934"/>
            </a:lvl2pPr>
            <a:lvl3pPr marL="2264420" indent="0">
              <a:buNone/>
              <a:defRPr sz="5943"/>
            </a:lvl3pPr>
            <a:lvl4pPr marL="3396630" indent="0">
              <a:buNone/>
              <a:defRPr sz="4953"/>
            </a:lvl4pPr>
            <a:lvl5pPr marL="4528840" indent="0">
              <a:buNone/>
              <a:defRPr sz="4953"/>
            </a:lvl5pPr>
            <a:lvl6pPr marL="5661050" indent="0">
              <a:buNone/>
              <a:defRPr sz="4953"/>
            </a:lvl6pPr>
            <a:lvl7pPr marL="6793260" indent="0">
              <a:buNone/>
              <a:defRPr sz="4953"/>
            </a:lvl7pPr>
            <a:lvl8pPr marL="7925471" indent="0">
              <a:buNone/>
              <a:defRPr sz="4953"/>
            </a:lvl8pPr>
            <a:lvl9pPr marL="9057681" indent="0">
              <a:buNone/>
              <a:defRPr sz="495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2"/>
            </a:lvl1pPr>
            <a:lvl2pPr marL="1132210" indent="0">
              <a:buNone/>
              <a:defRPr sz="3467"/>
            </a:lvl2pPr>
            <a:lvl3pPr marL="2264420" indent="0">
              <a:buNone/>
              <a:defRPr sz="2972"/>
            </a:lvl3pPr>
            <a:lvl4pPr marL="3396630" indent="0">
              <a:buNone/>
              <a:defRPr sz="2476"/>
            </a:lvl4pPr>
            <a:lvl5pPr marL="4528840" indent="0">
              <a:buNone/>
              <a:defRPr sz="2476"/>
            </a:lvl5pPr>
            <a:lvl6pPr marL="5661050" indent="0">
              <a:buNone/>
              <a:defRPr sz="2476"/>
            </a:lvl6pPr>
            <a:lvl7pPr marL="6793260" indent="0">
              <a:buNone/>
              <a:defRPr sz="2476"/>
            </a:lvl7pPr>
            <a:lvl8pPr marL="7925471" indent="0">
              <a:buNone/>
              <a:defRPr sz="2476"/>
            </a:lvl8pPr>
            <a:lvl9pPr marL="9057681" indent="0">
              <a:buNone/>
              <a:defRPr sz="24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92320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98268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96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CN" smtClean="0"/>
              <a:t>2025/6/10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32488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264420" rtl="0" eaLnBrk="1" latinLnBrk="0" hangingPunct="1">
        <a:lnSpc>
          <a:spcPct val="90000"/>
        </a:lnSpc>
        <a:spcBef>
          <a:spcPct val="0"/>
        </a:spcBef>
        <a:buNone/>
        <a:defRPr sz="108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105" indent="-566105" algn="l" defTabSz="2264420" rtl="0" eaLnBrk="1" latinLnBrk="0" hangingPunct="1">
        <a:lnSpc>
          <a:spcPct val="90000"/>
        </a:lnSpc>
        <a:spcBef>
          <a:spcPts val="2476"/>
        </a:spcBef>
        <a:buFont typeface="Arial" panose="020B0604020202020204" pitchFamily="34" charset="0"/>
        <a:buChar char="•"/>
        <a:defRPr sz="6934" kern="1200">
          <a:solidFill>
            <a:schemeClr val="tx1"/>
          </a:solidFill>
          <a:latin typeface="+mn-lt"/>
          <a:ea typeface="+mn-ea"/>
          <a:cs typeface="+mn-cs"/>
        </a:defRPr>
      </a:lvl1pPr>
      <a:lvl2pPr marL="169831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5943" kern="1200">
          <a:solidFill>
            <a:schemeClr val="tx1"/>
          </a:solidFill>
          <a:latin typeface="+mn-lt"/>
          <a:ea typeface="+mn-ea"/>
          <a:cs typeface="+mn-cs"/>
        </a:defRPr>
      </a:lvl2pPr>
      <a:lvl3pPr marL="283052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953" kern="1200">
          <a:solidFill>
            <a:schemeClr val="tx1"/>
          </a:solidFill>
          <a:latin typeface="+mn-lt"/>
          <a:ea typeface="+mn-ea"/>
          <a:cs typeface="+mn-cs"/>
        </a:defRPr>
      </a:lvl3pPr>
      <a:lvl4pPr marL="396273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4pPr>
      <a:lvl5pPr marL="509494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5pPr>
      <a:lvl6pPr marL="6227155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6pPr>
      <a:lvl7pPr marL="7359366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7pPr>
      <a:lvl8pPr marL="8491576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8pPr>
      <a:lvl9pPr marL="9623786" indent="-566105" algn="l" defTabSz="2264420" rtl="0" eaLnBrk="1" latinLnBrk="0" hangingPunct="1">
        <a:lnSpc>
          <a:spcPct val="90000"/>
        </a:lnSpc>
        <a:spcBef>
          <a:spcPts val="1238"/>
        </a:spcBef>
        <a:buFont typeface="Arial" panose="020B0604020202020204" pitchFamily="34" charset="0"/>
        <a:buChar char="•"/>
        <a:defRPr sz="44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1pPr>
      <a:lvl2pPr marL="113221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2pPr>
      <a:lvl3pPr marL="226442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3pPr>
      <a:lvl4pPr marL="339663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4pPr>
      <a:lvl5pPr marL="452884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5pPr>
      <a:lvl6pPr marL="566105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6pPr>
      <a:lvl7pPr marL="6793260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7pPr>
      <a:lvl8pPr marL="7925471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8pPr>
      <a:lvl9pPr marL="9057681" algn="l" defTabSz="2264420" rtl="0" eaLnBrk="1" latinLnBrk="0" hangingPunct="1">
        <a:defRPr sz="44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9.sv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EB42371-5C1F-63B1-C8BB-DB21CC22E948}"/>
              </a:ext>
            </a:extLst>
          </p:cNvPr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Programming 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-Protected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CN" dirty="0"/>
              <a:t>or … in …</a:t>
            </a:r>
          </a:p>
          <a:p>
            <a:r>
              <a:rPr lang="en-US" dirty="0"/>
              <a:t>i</a:t>
            </a:r>
            <a:r>
              <a:rPr lang="en-CN" dirty="0"/>
              <a:t>f …</a:t>
            </a:r>
          </a:p>
          <a:p>
            <a:r>
              <a:rPr lang="en-US" dirty="0"/>
              <a:t>e</a:t>
            </a:r>
            <a:r>
              <a:rPr lang="en-CN" dirty="0"/>
              <a:t>lse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CN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08BCA0-0440-D47E-C8C9-80087B102442}"/>
              </a:ext>
            </a:extLst>
          </p:cNvPr>
          <p:cNvCxnSpPr>
            <a:cxnSpLocks/>
          </p:cNvCxnSpPr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2382A9D-A12A-FCB7-0EBD-07D10AF5120F}"/>
              </a:ext>
            </a:extLst>
          </p:cNvPr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695F46-CA7D-A055-3BCF-5D4F598F6B8F}"/>
              </a:ext>
            </a:extLst>
          </p:cNvPr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221136-9484-3412-2DBB-7F1B1A40FF59}"/>
              </a:ext>
            </a:extLst>
          </p:cNvPr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3E014-7684-9024-8A11-E5F8D1ECAD35}"/>
              </a:ext>
            </a:extLst>
          </p:cNvPr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32FD3E-B707-E49F-57FE-29EB6337989D}"/>
              </a:ext>
            </a:extLst>
          </p:cNvPr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597AFC-AC86-394E-F5E5-D7EAACA126F3}"/>
              </a:ext>
            </a:extLst>
          </p:cNvPr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E452D7-CAEC-B38C-02FC-294950A1181B}"/>
              </a:ext>
            </a:extLst>
          </p:cNvPr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4F4E0D-D614-1889-C9AB-4D92AC67BB23}"/>
              </a:ext>
            </a:extLst>
          </p:cNvPr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Tokens: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E2265E-18AF-73CF-C141-F1CB067E7EB3}"/>
              </a:ext>
            </a:extLst>
          </p:cNvPr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Probabilities: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2CD25E-4F65-4BDA-7B28-50FE82304104}"/>
              </a:ext>
            </a:extLst>
          </p:cNvPr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Pruned Probabilities: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4384A3-1A60-2C82-4CF0-30D73A36C427}"/>
              </a:ext>
            </a:extLst>
          </p:cNvPr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885203-C70B-7DCF-3A3D-DD51D751E739}"/>
              </a:ext>
            </a:extLst>
          </p:cNvPr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FD9A4F-C0A3-A633-EDBA-DD22A36754C2}"/>
              </a:ext>
            </a:extLst>
          </p:cNvPr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8A1CAD7-8DA0-CF06-2548-0414D9D3F1ED}"/>
              </a:ext>
            </a:extLst>
          </p:cNvPr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8CAA971-A5ED-9C27-8EDB-69605B778A0C}"/>
              </a:ext>
            </a:extLst>
          </p:cNvPr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6CF2B8C-73FA-38F9-503A-626E3AB09033}"/>
              </a:ext>
            </a:extLst>
          </p:cNvPr>
          <p:cNvCxnSpPr>
            <a:cxnSpLocks/>
          </p:cNvCxnSpPr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4EA7DB8-8952-DF6F-97C4-5E9C013BE31B}"/>
              </a:ext>
            </a:extLst>
          </p:cNvPr>
          <p:cNvCxnSpPr>
            <a:cxnSpLocks/>
          </p:cNvCxnSpPr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A2FEC4-D1D5-4522-D0DA-FB95521571FB}"/>
              </a:ext>
            </a:extLst>
          </p:cNvPr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471104-DE76-8008-F36B-1238FB395909}"/>
              </a:ext>
            </a:extLst>
          </p:cNvPr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Syntax-bonding Probabilities</a:t>
            </a:r>
          </a:p>
        </p:txBody>
      </p:sp>
      <p:sp>
        <p:nvSpPr>
          <p:cNvPr id="55" name="Triangle 54">
            <a:extLst>
              <a:ext uri="{FF2B5EF4-FFF2-40B4-BE49-F238E27FC236}">
                <a16:creationId xmlns:a16="http://schemas.microsoft.com/office/drawing/2014/main" id="{BBE1C0A1-5774-7A2A-D4CD-EF704B6B1FB9}"/>
              </a:ext>
            </a:extLst>
          </p:cNvPr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E82B00-6663-5674-62E0-4275A91F1724}"/>
              </a:ext>
            </a:extLst>
          </p:cNvPr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</a:t>
            </a:r>
            <a:r>
              <a:rPr lang="en-CN" dirty="0"/>
              <a:t>et token probabilities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2778221-9415-A14D-D007-5D8BC2B5D831}"/>
              </a:ext>
            </a:extLst>
          </p:cNvPr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CN" dirty="0"/>
              <a:t>or … in …</a:t>
            </a:r>
          </a:p>
          <a:p>
            <a:r>
              <a:rPr lang="en-US" dirty="0"/>
              <a:t>i</a:t>
            </a:r>
            <a:r>
              <a:rPr lang="en-CN" dirty="0"/>
              <a:t>f …</a:t>
            </a:r>
          </a:p>
          <a:p>
            <a:r>
              <a:rPr lang="en-US" dirty="0"/>
              <a:t>e</a:t>
            </a:r>
            <a:r>
              <a:rPr lang="en-CN" dirty="0"/>
              <a:t>lse …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930A6D0-8C80-6498-61FD-20FB683F52EE}"/>
              </a:ext>
            </a:extLst>
          </p:cNvPr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42B269-9E98-C3DB-5185-BCA3F7EDA79B}"/>
              </a:ext>
            </a:extLst>
          </p:cNvPr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Token iteration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AAC9548-5A5A-155A-FA06-D47335635E94}"/>
              </a:ext>
            </a:extLst>
          </p:cNvPr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FEDEBCB-1A36-C949-104E-673B022A8928}"/>
              </a:ext>
            </a:extLst>
          </p:cNvPr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9F2B169-2918-A2E9-FFD0-0F473DC0E5F8}"/>
              </a:ext>
            </a:extLst>
          </p:cNvPr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E84B8FD-4DBC-E855-7B10-A2B73F290E6E}"/>
              </a:ext>
            </a:extLst>
          </p:cNvPr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473D162-3DC6-2D02-9694-25A3061AE062}"/>
              </a:ext>
            </a:extLst>
          </p:cNvPr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D6D1B37-E269-7B9A-9D8F-487478F11E6F}"/>
              </a:ext>
            </a:extLst>
          </p:cNvPr>
          <p:cNvCxnSpPr>
            <a:cxnSpLocks/>
          </p:cNvCxnSpPr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487FC88E-5ED3-AEC9-EF76-4B561F9C369C}"/>
              </a:ext>
            </a:extLst>
          </p:cNvPr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FF727FA-755C-94F2-0E80-19A1E1D0F188}"/>
              </a:ext>
            </a:extLst>
          </p:cNvPr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CN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9B8AE16-B17F-CC2F-B832-92117FB3E99E}"/>
              </a:ext>
            </a:extLst>
          </p:cNvPr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CN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C82E5B1-045F-B270-3481-598A2B652CBC}"/>
              </a:ext>
            </a:extLst>
          </p:cNvPr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12D382-4A33-7BA2-27F9-9CFB61E69BAE}"/>
              </a:ext>
            </a:extLst>
          </p:cNvPr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CN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F34E2DD-45B2-4BE2-315D-66C64C73345F}"/>
              </a:ext>
            </a:extLst>
          </p:cNvPr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8D3F26-FB57-42AA-E7ED-1918710027AB}"/>
              </a:ext>
            </a:extLst>
          </p:cNvPr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3B0A5BD-E9CE-91F7-03EA-9C117E27E3DF}"/>
              </a:ext>
            </a:extLst>
          </p:cNvPr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CN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7C8C23-A6DD-8931-DC9F-D4900175537B}"/>
              </a:ext>
            </a:extLst>
          </p:cNvPr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60F24F7-23F1-8157-7C36-58E3AD327E86}"/>
              </a:ext>
            </a:extLst>
          </p:cNvPr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D2659E0-8D92-41FC-DDF7-BBC79CDC2184}"/>
              </a:ext>
            </a:extLst>
          </p:cNvPr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39A9EA99-C449-9BC6-3A44-2DF3E00A488D}"/>
              </a:ext>
            </a:extLst>
          </p:cNvPr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E33B771-BA00-69EC-D50C-5B1AAED1134A}"/>
              </a:ext>
            </a:extLst>
          </p:cNvPr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D8D3574F-4996-02CA-D59C-00359FB7F1D6}"/>
              </a:ext>
            </a:extLst>
          </p:cNvPr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1st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22A3CC-C9AB-C0CE-8961-C75DD99AEBC5}"/>
              </a:ext>
            </a:extLst>
          </p:cNvPr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2nd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9DB0DD6-3FD2-EE91-5F63-4D6A63B2D814}"/>
              </a:ext>
            </a:extLst>
          </p:cNvPr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3rd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B878021-0E48-CBB7-938F-E72BA0A93BDE}"/>
              </a:ext>
            </a:extLst>
          </p:cNvPr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4th</a:t>
            </a:r>
          </a:p>
        </p:txBody>
      </p: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B2C94F70-0594-59DF-7A13-6E178B77E35E}"/>
              </a:ext>
            </a:extLst>
          </p:cNvPr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E301823-7CFE-466C-6F6F-470B3FB57C29}"/>
              </a:ext>
            </a:extLst>
          </p:cNvPr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868909D-FDB9-4D73-1F87-93CCA9324500}"/>
              </a:ext>
            </a:extLst>
          </p:cNvPr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CN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C5027A3-45CF-C00F-F753-858A30CD7B3F}"/>
              </a:ext>
            </a:extLst>
          </p:cNvPr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CN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0F37B59-B47D-A7FB-0F6F-78795D9C711D}"/>
              </a:ext>
            </a:extLst>
          </p:cNvPr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7367386-1FA7-3FA1-3023-7B0DACC38A73}"/>
              </a:ext>
            </a:extLst>
          </p:cNvPr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CN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AD09CE2-1D44-9AF8-A08F-03A019C31899}"/>
              </a:ext>
            </a:extLst>
          </p:cNvPr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3D1FA81-AC6F-0890-8624-DE733A164836}"/>
              </a:ext>
            </a:extLst>
          </p:cNvPr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D269CB0-7B64-8972-DD6F-C8F3DE6B48E7}"/>
              </a:ext>
            </a:extLst>
          </p:cNvPr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CN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5118716-4954-CF8B-210B-426C753350DD}"/>
              </a:ext>
            </a:extLst>
          </p:cNvPr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A0B4D778-E48A-CE53-DEA9-B7012DE8F526}"/>
              </a:ext>
            </a:extLst>
          </p:cNvPr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574D20F-22FF-874F-446E-E290F85E9841}"/>
              </a:ext>
            </a:extLst>
          </p:cNvPr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DD3F457-CFE2-67CD-6C31-5FD8F77876A1}"/>
              </a:ext>
            </a:extLst>
          </p:cNvPr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0A4EC415-B377-1EC6-549F-E712C18E926A}"/>
              </a:ext>
            </a:extLst>
          </p:cNvPr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0634752F-BE6A-0C68-D90A-7C896F48EAC6}"/>
              </a:ext>
            </a:extLst>
          </p:cNvPr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4D5A448-7D39-9EB0-5608-9AE0B442C772}"/>
              </a:ext>
            </a:extLst>
          </p:cNvPr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1272476D-E2B0-3B32-08C5-C8C77ED4622E}"/>
              </a:ext>
            </a:extLst>
          </p:cNvPr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599F930-BDA3-89A4-B421-E48244C2E09D}"/>
              </a:ext>
            </a:extLst>
          </p:cNvPr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FA81B517-C92F-0CD5-56BC-341372E3A1CA}"/>
              </a:ext>
            </a:extLst>
          </p:cNvPr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B130CD-A7A5-2B03-717D-D57C2514609B}"/>
              </a:ext>
            </a:extLst>
          </p:cNvPr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AD0CA8E-9F9F-E554-5996-2A7A1C6A2A6F}"/>
              </a:ext>
            </a:extLst>
          </p:cNvPr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07498DD-88E8-0D7A-1C00-0817A5EBDD6A}"/>
              </a:ext>
            </a:extLst>
          </p:cNvPr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CCFB51D-F794-104B-3902-39F98E6CC1D2}"/>
              </a:ext>
            </a:extLst>
          </p:cNvPr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6AB12069-647F-864F-6432-9D6E8FC1AF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C273158-B5CA-267F-55FF-02A0600331A4}"/>
              </a:ext>
            </a:extLst>
          </p:cNvPr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A96BF8E1-60A3-EC75-2A25-8D8618199950}"/>
              </a:ext>
            </a:extLst>
          </p:cNvPr>
          <p:cNvCxnSpPr>
            <a:cxnSpLocks/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3744475-56DC-9B38-C9AC-D7E5C97F5F1F}"/>
              </a:ext>
            </a:extLst>
          </p:cNvPr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  <a:endParaRPr lang="en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  <p:extLst>
      <p:ext uri="{BB962C8B-B14F-4D97-AF65-F5344CB8AC3E}">
        <p14:creationId xmlns:p14="http://schemas.microsoft.com/office/powerpoint/2010/main" val="215229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EB42371-5C1F-63B1-C8BB-DB21CC22E948}"/>
              </a:ext>
            </a:extLst>
          </p:cNvPr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Programming 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-Protected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CN" dirty="0"/>
              <a:t>or … in …</a:t>
            </a:r>
          </a:p>
          <a:p>
            <a:r>
              <a:rPr lang="en-US" dirty="0"/>
              <a:t>i</a:t>
            </a:r>
            <a:r>
              <a:rPr lang="en-CN" dirty="0"/>
              <a:t>f …</a:t>
            </a:r>
          </a:p>
          <a:p>
            <a:r>
              <a:rPr lang="en-US" dirty="0"/>
              <a:t>e</a:t>
            </a:r>
            <a:r>
              <a:rPr lang="en-CN" dirty="0"/>
              <a:t>lse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CN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08BCA0-0440-D47E-C8C9-80087B102442}"/>
              </a:ext>
            </a:extLst>
          </p:cNvPr>
          <p:cNvCxnSpPr>
            <a:cxnSpLocks/>
          </p:cNvCxnSpPr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2382A9D-A12A-FCB7-0EBD-07D10AF5120F}"/>
              </a:ext>
            </a:extLst>
          </p:cNvPr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695F46-CA7D-A055-3BCF-5D4F598F6B8F}"/>
              </a:ext>
            </a:extLst>
          </p:cNvPr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221136-9484-3412-2DBB-7F1B1A40FF59}"/>
              </a:ext>
            </a:extLst>
          </p:cNvPr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3E014-7684-9024-8A11-E5F8D1ECAD35}"/>
              </a:ext>
            </a:extLst>
          </p:cNvPr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32FD3E-B707-E49F-57FE-29EB6337989D}"/>
              </a:ext>
            </a:extLst>
          </p:cNvPr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597AFC-AC86-394E-F5E5-D7EAACA126F3}"/>
              </a:ext>
            </a:extLst>
          </p:cNvPr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E452D7-CAEC-B38C-02FC-294950A1181B}"/>
              </a:ext>
            </a:extLst>
          </p:cNvPr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4F4E0D-D614-1889-C9AB-4D92AC67BB23}"/>
              </a:ext>
            </a:extLst>
          </p:cNvPr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Tokens: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E2265E-18AF-73CF-C141-F1CB067E7EB3}"/>
              </a:ext>
            </a:extLst>
          </p:cNvPr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Probabilities: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2CD25E-4F65-4BDA-7B28-50FE82304104}"/>
              </a:ext>
            </a:extLst>
          </p:cNvPr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Pruned Probabilities: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4384A3-1A60-2C82-4CF0-30D73A36C427}"/>
              </a:ext>
            </a:extLst>
          </p:cNvPr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885203-C70B-7DCF-3A3D-DD51D751E739}"/>
              </a:ext>
            </a:extLst>
          </p:cNvPr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FD9A4F-C0A3-A633-EDBA-DD22A36754C2}"/>
              </a:ext>
            </a:extLst>
          </p:cNvPr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8A1CAD7-8DA0-CF06-2548-0414D9D3F1ED}"/>
              </a:ext>
            </a:extLst>
          </p:cNvPr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8CAA971-A5ED-9C27-8EDB-69605B778A0C}"/>
              </a:ext>
            </a:extLst>
          </p:cNvPr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6CF2B8C-73FA-38F9-503A-626E3AB09033}"/>
              </a:ext>
            </a:extLst>
          </p:cNvPr>
          <p:cNvCxnSpPr>
            <a:cxnSpLocks/>
          </p:cNvCxnSpPr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4EA7DB8-8952-DF6F-97C4-5E9C013BE31B}"/>
              </a:ext>
            </a:extLst>
          </p:cNvPr>
          <p:cNvCxnSpPr>
            <a:cxnSpLocks/>
          </p:cNvCxnSpPr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A2FEC4-D1D5-4522-D0DA-FB95521571FB}"/>
              </a:ext>
            </a:extLst>
          </p:cNvPr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471104-DE76-8008-F36B-1238FB395909}"/>
              </a:ext>
            </a:extLst>
          </p:cNvPr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Syntax-bonding Probabilities</a:t>
            </a:r>
          </a:p>
        </p:txBody>
      </p:sp>
      <p:sp>
        <p:nvSpPr>
          <p:cNvPr id="55" name="Triangle 54">
            <a:extLst>
              <a:ext uri="{FF2B5EF4-FFF2-40B4-BE49-F238E27FC236}">
                <a16:creationId xmlns:a16="http://schemas.microsoft.com/office/drawing/2014/main" id="{BBE1C0A1-5774-7A2A-D4CD-EF704B6B1FB9}"/>
              </a:ext>
            </a:extLst>
          </p:cNvPr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9E82B00-6663-5674-62E0-4275A91F1724}"/>
              </a:ext>
            </a:extLst>
          </p:cNvPr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</a:t>
            </a:r>
            <a:r>
              <a:rPr lang="en-CN" dirty="0"/>
              <a:t>et token probabilities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2778221-9415-A14D-D007-5D8BC2B5D831}"/>
              </a:ext>
            </a:extLst>
          </p:cNvPr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</a:t>
            </a:r>
            <a:r>
              <a:rPr lang="en-CN" dirty="0"/>
              <a:t>or … in …</a:t>
            </a:r>
          </a:p>
          <a:p>
            <a:r>
              <a:rPr lang="en-US" dirty="0"/>
              <a:t>i</a:t>
            </a:r>
            <a:r>
              <a:rPr lang="en-CN" dirty="0"/>
              <a:t>f …</a:t>
            </a:r>
          </a:p>
          <a:p>
            <a:r>
              <a:rPr lang="en-US" dirty="0"/>
              <a:t>e</a:t>
            </a:r>
            <a:r>
              <a:rPr lang="en-CN" dirty="0"/>
              <a:t>lse …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930A6D0-8C80-6498-61FD-20FB683F52EE}"/>
              </a:ext>
            </a:extLst>
          </p:cNvPr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42B269-9E98-C3DB-5185-BCA3F7EDA79B}"/>
              </a:ext>
            </a:extLst>
          </p:cNvPr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Token iteration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AAC9548-5A5A-155A-FA06-D47335635E94}"/>
              </a:ext>
            </a:extLst>
          </p:cNvPr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FEDEBCB-1A36-C949-104E-673B022A8928}"/>
              </a:ext>
            </a:extLst>
          </p:cNvPr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9F2B169-2918-A2E9-FFD0-0F473DC0E5F8}"/>
              </a:ext>
            </a:extLst>
          </p:cNvPr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E84B8FD-4DBC-E855-7B10-A2B73F290E6E}"/>
              </a:ext>
            </a:extLst>
          </p:cNvPr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473D162-3DC6-2D02-9694-25A3061AE062}"/>
              </a:ext>
            </a:extLst>
          </p:cNvPr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D6D1B37-E269-7B9A-9D8F-487478F11E6F}"/>
              </a:ext>
            </a:extLst>
          </p:cNvPr>
          <p:cNvCxnSpPr>
            <a:cxnSpLocks/>
          </p:cNvCxnSpPr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487FC88E-5ED3-AEC9-EF76-4B561F9C369C}"/>
              </a:ext>
            </a:extLst>
          </p:cNvPr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FF727FA-755C-94F2-0E80-19A1E1D0F188}"/>
              </a:ext>
            </a:extLst>
          </p:cNvPr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CN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9B8AE16-B17F-CC2F-B832-92117FB3E99E}"/>
              </a:ext>
            </a:extLst>
          </p:cNvPr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CN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C82E5B1-045F-B270-3481-598A2B652CBC}"/>
              </a:ext>
            </a:extLst>
          </p:cNvPr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12D382-4A33-7BA2-27F9-9CFB61E69BAE}"/>
              </a:ext>
            </a:extLst>
          </p:cNvPr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CN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F34E2DD-45B2-4BE2-315D-66C64C73345F}"/>
              </a:ext>
            </a:extLst>
          </p:cNvPr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78D3F26-FB57-42AA-E7ED-1918710027AB}"/>
              </a:ext>
            </a:extLst>
          </p:cNvPr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3B0A5BD-E9CE-91F7-03EA-9C117E27E3DF}"/>
              </a:ext>
            </a:extLst>
          </p:cNvPr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CN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7C8C23-A6DD-8931-DC9F-D4900175537B}"/>
              </a:ext>
            </a:extLst>
          </p:cNvPr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60F24F7-23F1-8157-7C36-58E3AD327E86}"/>
              </a:ext>
            </a:extLst>
          </p:cNvPr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D2659E0-8D92-41FC-DDF7-BBC79CDC2184}"/>
              </a:ext>
            </a:extLst>
          </p:cNvPr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39A9EA99-C449-9BC6-3A44-2DF3E00A488D}"/>
              </a:ext>
            </a:extLst>
          </p:cNvPr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E33B771-BA00-69EC-D50C-5B1AAED1134A}"/>
              </a:ext>
            </a:extLst>
          </p:cNvPr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D8D3574F-4996-02CA-D59C-00359FB7F1D6}"/>
              </a:ext>
            </a:extLst>
          </p:cNvPr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1st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F22A3CC-C9AB-C0CE-8961-C75DD99AEBC5}"/>
              </a:ext>
            </a:extLst>
          </p:cNvPr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2nd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9DB0DD6-3FD2-EE91-5F63-4D6A63B2D814}"/>
              </a:ext>
            </a:extLst>
          </p:cNvPr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3rd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B878021-0E48-CBB7-938F-E72BA0A93BDE}"/>
              </a:ext>
            </a:extLst>
          </p:cNvPr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4th</a:t>
            </a:r>
          </a:p>
        </p:txBody>
      </p: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B2C94F70-0594-59DF-7A13-6E178B77E35E}"/>
              </a:ext>
            </a:extLst>
          </p:cNvPr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E301823-7CFE-466C-6F6F-470B3FB57C29}"/>
              </a:ext>
            </a:extLst>
          </p:cNvPr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868909D-FDB9-4D73-1F87-93CCA9324500}"/>
              </a:ext>
            </a:extLst>
          </p:cNvPr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CN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C5027A3-45CF-C00F-F753-858A30CD7B3F}"/>
              </a:ext>
            </a:extLst>
          </p:cNvPr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CN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0F37B59-B47D-A7FB-0F6F-78795D9C711D}"/>
              </a:ext>
            </a:extLst>
          </p:cNvPr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7367386-1FA7-3FA1-3023-7B0DACC38A73}"/>
              </a:ext>
            </a:extLst>
          </p:cNvPr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CN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AD09CE2-1D44-9AF8-A08F-03A019C31899}"/>
              </a:ext>
            </a:extLst>
          </p:cNvPr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3D1FA81-AC6F-0890-8624-DE733A164836}"/>
              </a:ext>
            </a:extLst>
          </p:cNvPr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D269CB0-7B64-8972-DD6F-C8F3DE6B48E7}"/>
              </a:ext>
            </a:extLst>
          </p:cNvPr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CN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5118716-4954-CF8B-210B-426C753350DD}"/>
              </a:ext>
            </a:extLst>
          </p:cNvPr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CN" dirty="0"/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A0B4D778-E48A-CE53-DEA9-B7012DE8F526}"/>
              </a:ext>
            </a:extLst>
          </p:cNvPr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574D20F-22FF-874F-446E-E290F85E9841}"/>
              </a:ext>
            </a:extLst>
          </p:cNvPr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DD3F457-CFE2-67CD-6C31-5FD8F77876A1}"/>
              </a:ext>
            </a:extLst>
          </p:cNvPr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0A4EC415-B377-1EC6-549F-E712C18E926A}"/>
              </a:ext>
            </a:extLst>
          </p:cNvPr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0634752F-BE6A-0C68-D90A-7C896F48EAC6}"/>
              </a:ext>
            </a:extLst>
          </p:cNvPr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4D5A448-7D39-9EB0-5608-9AE0B442C772}"/>
              </a:ext>
            </a:extLst>
          </p:cNvPr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1272476D-E2B0-3B32-08C5-C8C77ED4622E}"/>
              </a:ext>
            </a:extLst>
          </p:cNvPr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599F930-BDA3-89A4-B421-E48244C2E09D}"/>
              </a:ext>
            </a:extLst>
          </p:cNvPr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FA81B517-C92F-0CD5-56BC-341372E3A1CA}"/>
              </a:ext>
            </a:extLst>
          </p:cNvPr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B130CD-A7A5-2B03-717D-D57C2514609B}"/>
              </a:ext>
            </a:extLst>
          </p:cNvPr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AD0CA8E-9F9F-E554-5996-2A7A1C6A2A6F}"/>
              </a:ext>
            </a:extLst>
          </p:cNvPr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07498DD-88E8-0D7A-1C00-0817A5EBDD6A}"/>
              </a:ext>
            </a:extLst>
          </p:cNvPr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CCFB51D-F794-104B-3902-39F98E6CC1D2}"/>
              </a:ext>
            </a:extLst>
          </p:cNvPr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pic>
        <p:nvPicPr>
          <p:cNvPr id="135" name="Picture 134">
            <a:extLst>
              <a:ext uri="{FF2B5EF4-FFF2-40B4-BE49-F238E27FC236}">
                <a16:creationId xmlns:a16="http://schemas.microsoft.com/office/drawing/2014/main" id="{6AB12069-647F-864F-6432-9D6E8FC1AF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C273158-B5CA-267F-55FF-02A0600331A4}"/>
              </a:ext>
            </a:extLst>
          </p:cNvPr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A96BF8E1-60A3-EC75-2A25-8D8618199950}"/>
              </a:ext>
            </a:extLst>
          </p:cNvPr>
          <p:cNvCxnSpPr>
            <a:cxnSpLocks/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3744475-56DC-9B38-C9AC-D7E5C97F5F1F}"/>
              </a:ext>
            </a:extLst>
          </p:cNvPr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  <a:endParaRPr lang="en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  <p:extLst>
      <p:ext uri="{BB962C8B-B14F-4D97-AF65-F5344CB8AC3E}">
        <p14:creationId xmlns:p14="http://schemas.microsoft.com/office/powerpoint/2010/main" val="2433237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C472D6-B487-48B6-9B92-4491212AAEB8}"/>
              </a:ext>
            </a:extLst>
          </p:cNvPr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EFE3D-1A8E-1911-007C-A46BC76551F9}"/>
              </a:ext>
            </a:extLst>
          </p:cNvPr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9320DF-03C5-4F41-7A3E-97CBCACB3EA1}"/>
              </a:ext>
            </a:extLst>
          </p:cNvPr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B754E-C997-A025-6B5D-9324029A995D}"/>
              </a:ext>
            </a:extLst>
          </p:cNvPr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15C0E4-3AC1-BAD8-F25D-B002CD0A1E14}"/>
              </a:ext>
            </a:extLst>
          </p:cNvPr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22266B-BDB8-5010-C06A-E26502669AF6}"/>
              </a:ext>
            </a:extLst>
          </p:cNvPr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C42AA8-0980-46C6-44AB-F6DFAD5AD179}"/>
              </a:ext>
            </a:extLst>
          </p:cNvPr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B96C70-B2A6-3BBD-E7D6-6DECC0F9C0FD}"/>
              </a:ext>
            </a:extLst>
          </p:cNvPr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230F2C-8F94-E2B1-B558-135F3637ABD4}"/>
              </a:ext>
            </a:extLst>
          </p:cNvPr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2B15A0-0310-D4A1-EC49-7CFB84B06C99}"/>
              </a:ext>
            </a:extLst>
          </p:cNvPr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7FEF3D-CCB1-2B38-0429-D089F6D66301}"/>
              </a:ext>
            </a:extLst>
          </p:cNvPr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175F51-E956-F0F1-A057-2BB30EB3C9C7}"/>
              </a:ext>
            </a:extLst>
          </p:cNvPr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121323-2D62-40F7-1E75-DD16010B8C8A}"/>
              </a:ext>
            </a:extLst>
          </p:cNvPr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33DAC6-0773-D5A0-96BF-AF627B14260D}"/>
              </a:ext>
            </a:extLst>
          </p:cNvPr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FB6EAF-7EC5-CF17-5622-65E44DB19C49}"/>
              </a:ext>
            </a:extLst>
          </p:cNvPr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19D510-037F-F8C6-9721-85C0AD1235B9}"/>
              </a:ext>
            </a:extLst>
          </p:cNvPr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F2E053-3959-B01C-DFE6-8BE597704E7D}"/>
              </a:ext>
            </a:extLst>
          </p:cNvPr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281914-6392-31E2-4D57-A6E30BDC8103}"/>
              </a:ext>
            </a:extLst>
          </p:cNvPr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48CD33-6999-C236-4CC8-E08866DA3ED9}"/>
              </a:ext>
            </a:extLst>
          </p:cNvPr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23F488-90E2-469B-53DC-F2A621DCEBDC}"/>
              </a:ext>
            </a:extLst>
          </p:cNvPr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E9242F-7E36-D78D-07F9-2A85D5C91F22}"/>
              </a:ext>
            </a:extLst>
          </p:cNvPr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25F5CF-7981-EAFD-2BDC-DF451EDACBEA}"/>
              </a:ext>
            </a:extLst>
          </p:cNvPr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7275FC5-C85F-3660-C4F1-5F3A122F8B24}"/>
              </a:ext>
            </a:extLst>
          </p:cNvPr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CB6547-1D8A-9DB7-484C-2891DD439197}"/>
              </a:ext>
            </a:extLst>
          </p:cNvPr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3E3ABDA-3F0F-A864-DBD8-214058744E34}"/>
              </a:ext>
            </a:extLst>
          </p:cNvPr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8B7C50-8A88-53B6-5145-24B6F8915957}"/>
              </a:ext>
            </a:extLst>
          </p:cNvPr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90339E-FB1D-B7BD-51BB-02E4A65B9586}"/>
              </a:ext>
            </a:extLst>
          </p:cNvPr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C28553-8CE3-7E2E-2AA1-33D0F79FDC65}"/>
              </a:ext>
            </a:extLst>
          </p:cNvPr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F896DA-301A-BECE-4DC3-31304CEA6143}"/>
              </a:ext>
            </a:extLst>
          </p:cNvPr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1CF835-25D7-97EA-A926-C65309968CE3}"/>
              </a:ext>
            </a:extLst>
          </p:cNvPr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05FE71-CE92-A7D3-6AD6-DBFB2E0EA6D2}"/>
              </a:ext>
            </a:extLst>
          </p:cNvPr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5B357A-AC77-D576-C15D-CB8B9447333A}"/>
              </a:ext>
            </a:extLst>
          </p:cNvPr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9D73CA-8DA6-39F6-DE3D-F5337354B9A1}"/>
              </a:ext>
            </a:extLst>
          </p:cNvPr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9556D04-B639-FCCB-1D3F-4EF99EFF7B43}"/>
              </a:ext>
            </a:extLst>
          </p:cNvPr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6DA635-5F2A-09A0-17B4-BDD82B0506BA}"/>
              </a:ext>
            </a:extLst>
          </p:cNvPr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2F9A34-064B-8F49-A911-DD1E80B3C552}"/>
              </a:ext>
            </a:extLst>
          </p:cNvPr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79D4DA-047E-ADF9-04D4-4D9CFE9320C7}"/>
              </a:ext>
            </a:extLst>
          </p:cNvPr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DE1A06-31E0-ECE6-68B3-3A4CB67DFE99}"/>
              </a:ext>
            </a:extLst>
          </p:cNvPr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43C85F-9141-F52A-A0D9-B70866C41C71}"/>
              </a:ext>
            </a:extLst>
          </p:cNvPr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62038D1-59CC-6D8B-E878-F97C9852A978}"/>
              </a:ext>
            </a:extLst>
          </p:cNvPr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F87413E-0EF6-02FB-028F-3CFF8EC3B4C6}"/>
              </a:ext>
            </a:extLst>
          </p:cNvPr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13EC781-A40A-D872-4CBB-CF551904B58C}"/>
              </a:ext>
            </a:extLst>
          </p:cNvPr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2F3D899-CD12-845F-A4F0-C67E54120A5A}"/>
              </a:ext>
            </a:extLst>
          </p:cNvPr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9ACF67-7E6E-1326-088A-907342B7D82B}"/>
              </a:ext>
            </a:extLst>
          </p:cNvPr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ADD540-99F1-9AAE-1CDE-7878CF2C6089}"/>
              </a:ext>
            </a:extLst>
          </p:cNvPr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D802EB5-8EDD-FA9B-F8EB-BD48739207B4}"/>
              </a:ext>
            </a:extLst>
          </p:cNvPr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40D7EC8-AD87-9486-F712-AE5A04BD0AC8}"/>
              </a:ext>
            </a:extLst>
          </p:cNvPr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CD308D7-D6DE-4CC3-E74D-D4A62A6A0236}"/>
              </a:ext>
            </a:extLst>
          </p:cNvPr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9CBB017-C18A-5D7A-8E22-65A2EDA780C4}"/>
              </a:ext>
            </a:extLst>
          </p:cNvPr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0838426-7C5E-E74B-4992-8E791D18A614}"/>
              </a:ext>
            </a:extLst>
          </p:cNvPr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A465DAB-0105-38B4-5A22-08F2435473E2}"/>
              </a:ext>
            </a:extLst>
          </p:cNvPr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8C3F026-5ABE-1A40-0F69-4DFDCA58BF27}"/>
              </a:ext>
            </a:extLst>
          </p:cNvPr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8A9D6882-476D-1509-FF05-EB3694624011}"/>
              </a:ext>
            </a:extLst>
          </p:cNvPr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23A9E13-E186-E330-E63D-A4437EA45FC1}"/>
              </a:ext>
            </a:extLst>
          </p:cNvPr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F65985B-95EF-3522-94C6-072EE58E89EE}"/>
              </a:ext>
            </a:extLst>
          </p:cNvPr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1982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EB42371-5C1F-63B1-C8BB-DB21CC22E948}"/>
              </a:ext>
            </a:extLst>
          </p:cNvPr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-Protected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695F46-CA7D-A055-3BCF-5D4F598F6B8F}"/>
              </a:ext>
            </a:extLst>
          </p:cNvPr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E2265E-18AF-73CF-C141-F1CB067E7EB3}"/>
              </a:ext>
            </a:extLst>
          </p:cNvPr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Probabilities: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4EA7DB8-8952-DF6F-97C4-5E9C013BE31B}"/>
              </a:ext>
            </a:extLst>
          </p:cNvPr>
          <p:cNvCxnSpPr>
            <a:cxnSpLocks/>
          </p:cNvCxnSpPr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A2FEC4-D1D5-4522-D0DA-FB95521571FB}"/>
              </a:ext>
            </a:extLst>
          </p:cNvPr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471104-DE76-8008-F36B-1238FB395909}"/>
              </a:ext>
            </a:extLst>
          </p:cNvPr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Syntax-bonding Probabilities</a:t>
            </a:r>
          </a:p>
        </p:txBody>
      </p:sp>
      <p:sp>
        <p:nvSpPr>
          <p:cNvPr id="55" name="Triangle 54">
            <a:extLst>
              <a:ext uri="{FF2B5EF4-FFF2-40B4-BE49-F238E27FC236}">
                <a16:creationId xmlns:a16="http://schemas.microsoft.com/office/drawing/2014/main" id="{BBE1C0A1-5774-7A2A-D4CD-EF704B6B1FB9}"/>
              </a:ext>
            </a:extLst>
          </p:cNvPr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1982351 w 3404751"/>
              <a:gd name="connsiteY2" fmla="*/ 3632919 h 3632919"/>
              <a:gd name="connsiteX3" fmla="*/ 0 w 3404751"/>
              <a:gd name="connsiteY3" fmla="*/ 3632919 h 3632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E301823-7CFE-466C-6F6F-470B3FB57C29}"/>
              </a:ext>
            </a:extLst>
          </p:cNvPr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A0B4D778-E48A-CE53-DEA9-B7012DE8F526}"/>
              </a:ext>
            </a:extLst>
          </p:cNvPr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C273158-B5CA-267F-55FF-02A0600331A4}"/>
              </a:ext>
            </a:extLst>
          </p:cNvPr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>
            <a:extLst>
              <a:ext uri="{FF2B5EF4-FFF2-40B4-BE49-F238E27FC236}">
                <a16:creationId xmlns:a16="http://schemas.microsoft.com/office/drawing/2014/main" id="{4DF08E1F-46AF-9527-A2B6-3DC4B73FFA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>
            <a:extLst>
              <a:ext uri="{FF2B5EF4-FFF2-40B4-BE49-F238E27FC236}">
                <a16:creationId xmlns:a16="http://schemas.microsoft.com/office/drawing/2014/main" id="{CC17C11D-97CB-24C3-679A-D9A41EA1E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>
            <a:extLst>
              <a:ext uri="{FF2B5EF4-FFF2-40B4-BE49-F238E27FC236}">
                <a16:creationId xmlns:a16="http://schemas.microsoft.com/office/drawing/2014/main" id="{D4378E33-81B5-A48E-4B65-BB5ACEE8EF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>
            <a:extLst>
              <a:ext uri="{FF2B5EF4-FFF2-40B4-BE49-F238E27FC236}">
                <a16:creationId xmlns:a16="http://schemas.microsoft.com/office/drawing/2014/main" id="{5914C81D-F1D0-5E87-A6CE-47C035C743F9}"/>
              </a:ext>
            </a:extLst>
          </p:cNvPr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F9697955-69B2-3DA3-763B-2F4CFB10E77E}"/>
              </a:ext>
            </a:extLst>
          </p:cNvPr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CN" dirty="0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6D3E4CE0-5FEE-147D-6F8B-4AD029D4DB30}"/>
              </a:ext>
            </a:extLst>
          </p:cNvPr>
          <p:cNvCxnSpPr>
            <a:cxnSpLocks/>
          </p:cNvCxnSpPr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>
            <a:extLst>
              <a:ext uri="{FF2B5EF4-FFF2-40B4-BE49-F238E27FC236}">
                <a16:creationId xmlns:a16="http://schemas.microsoft.com/office/drawing/2014/main" id="{15936C21-D1D4-F2F3-3D03-868230B08D8C}"/>
              </a:ext>
            </a:extLst>
          </p:cNvPr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484" name="TextBox 483">
            <a:extLst>
              <a:ext uri="{FF2B5EF4-FFF2-40B4-BE49-F238E27FC236}">
                <a16:creationId xmlns:a16="http://schemas.microsoft.com/office/drawing/2014/main" id="{711F665F-485A-DC19-537B-DCE1D96B2D37}"/>
              </a:ext>
            </a:extLst>
          </p:cNvPr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  <a:endParaRPr lang="en-CN" dirty="0">
              <a:solidFill>
                <a:schemeClr val="bg1"/>
              </a:solidFill>
            </a:endParaRPr>
          </a:p>
        </p:txBody>
      </p:sp>
      <p:pic>
        <p:nvPicPr>
          <p:cNvPr id="486" name="Picture 485">
            <a:extLst>
              <a:ext uri="{FF2B5EF4-FFF2-40B4-BE49-F238E27FC236}">
                <a16:creationId xmlns:a16="http://schemas.microsoft.com/office/drawing/2014/main" id="{FD201229-082B-07CF-DE44-8B113158CA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>
            <a:extLst>
              <a:ext uri="{FF2B5EF4-FFF2-40B4-BE49-F238E27FC236}">
                <a16:creationId xmlns:a16="http://schemas.microsoft.com/office/drawing/2014/main" id="{B3B12100-A6C6-7C97-128D-69251AA91B01}"/>
              </a:ext>
            </a:extLst>
          </p:cNvPr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0F7A7562-32F7-16D3-5B43-937F9F3B7034}"/>
              </a:ext>
            </a:extLst>
          </p:cNvPr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cxnSp>
        <p:nvCxnSpPr>
          <p:cNvPr id="551" name="Straight Arrow Connector 550">
            <a:extLst>
              <a:ext uri="{FF2B5EF4-FFF2-40B4-BE49-F238E27FC236}">
                <a16:creationId xmlns:a16="http://schemas.microsoft.com/office/drawing/2014/main" id="{019ECFDC-64CE-5BD6-68DA-2E4A999EF94F}"/>
              </a:ext>
            </a:extLst>
          </p:cNvPr>
          <p:cNvCxnSpPr>
            <a:cxnSpLocks/>
          </p:cNvCxnSpPr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>
            <a:extLst>
              <a:ext uri="{FF2B5EF4-FFF2-40B4-BE49-F238E27FC236}">
                <a16:creationId xmlns:a16="http://schemas.microsoft.com/office/drawing/2014/main" id="{0CD49422-E6BE-D6FF-4404-D2684BB7DC64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>
            <a:extLst>
              <a:ext uri="{FF2B5EF4-FFF2-40B4-BE49-F238E27FC236}">
                <a16:creationId xmlns:a16="http://schemas.microsoft.com/office/drawing/2014/main" id="{D8BBD895-8E7B-2355-FF8E-E8ED6B1FA4A3}"/>
              </a:ext>
            </a:extLst>
          </p:cNvPr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605" name="TextBox 604">
            <a:extLst>
              <a:ext uri="{FF2B5EF4-FFF2-40B4-BE49-F238E27FC236}">
                <a16:creationId xmlns:a16="http://schemas.microsoft.com/office/drawing/2014/main" id="{B9DD59E6-B333-6840-16D4-850DE489524F}"/>
              </a:ext>
            </a:extLst>
          </p:cNvPr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1FD28F48-C76E-FB5D-916D-87414A2A379F}"/>
              </a:ext>
            </a:extLst>
          </p:cNvPr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4FF7E55A-1937-3A53-58AF-E97AB4A91A31}"/>
              </a:ext>
            </a:extLst>
          </p:cNvPr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1AC7DCEC-8018-78FD-EF07-9942AEF6BD78}"/>
              </a:ext>
            </a:extLst>
          </p:cNvPr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81046CA8-BDB9-D103-BF5E-F9E09EE41315}"/>
              </a:ext>
            </a:extLst>
          </p:cNvPr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83C5B608-DD55-D083-9CF0-702BFCD82564}"/>
              </a:ext>
            </a:extLst>
          </p:cNvPr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>
            <a:extLst>
              <a:ext uri="{FF2B5EF4-FFF2-40B4-BE49-F238E27FC236}">
                <a16:creationId xmlns:a16="http://schemas.microsoft.com/office/drawing/2014/main" id="{346F0D35-DFAA-D2D4-A244-100610495C11}"/>
              </a:ext>
            </a:extLst>
          </p:cNvPr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>
            <a:extLst>
              <a:ext uri="{FF2B5EF4-FFF2-40B4-BE49-F238E27FC236}">
                <a16:creationId xmlns:a16="http://schemas.microsoft.com/office/drawing/2014/main" id="{B655499E-05E7-631C-8B75-4A6AE2167A6D}"/>
              </a:ext>
            </a:extLst>
          </p:cNvPr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>
            <a:extLst>
              <a:ext uri="{FF2B5EF4-FFF2-40B4-BE49-F238E27FC236}">
                <a16:creationId xmlns:a16="http://schemas.microsoft.com/office/drawing/2014/main" id="{65EF7C33-99C8-6223-09BD-359680AE2FDC}"/>
              </a:ext>
            </a:extLst>
          </p:cNvPr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>
            <a:extLst>
              <a:ext uri="{FF2B5EF4-FFF2-40B4-BE49-F238E27FC236}">
                <a16:creationId xmlns:a16="http://schemas.microsoft.com/office/drawing/2014/main" id="{580DA650-E500-B0CC-F395-C4716509CA78}"/>
              </a:ext>
            </a:extLst>
          </p:cNvPr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>
            <a:extLst>
              <a:ext uri="{FF2B5EF4-FFF2-40B4-BE49-F238E27FC236}">
                <a16:creationId xmlns:a16="http://schemas.microsoft.com/office/drawing/2014/main" id="{E9A47FB3-471F-541E-9663-9D083A796D75}"/>
              </a:ext>
            </a:extLst>
          </p:cNvPr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>
            <a:extLst>
              <a:ext uri="{FF2B5EF4-FFF2-40B4-BE49-F238E27FC236}">
                <a16:creationId xmlns:a16="http://schemas.microsoft.com/office/drawing/2014/main" id="{2EFF53F7-AA39-CDA5-D8CE-C124B5973C4D}"/>
              </a:ext>
            </a:extLst>
          </p:cNvPr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>
            <a:extLst>
              <a:ext uri="{FF2B5EF4-FFF2-40B4-BE49-F238E27FC236}">
                <a16:creationId xmlns:a16="http://schemas.microsoft.com/office/drawing/2014/main" id="{C36DD1BC-55FF-0448-C099-A4BF8D2863D9}"/>
              </a:ext>
            </a:extLst>
          </p:cNvPr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>
            <a:extLst>
              <a:ext uri="{FF2B5EF4-FFF2-40B4-BE49-F238E27FC236}">
                <a16:creationId xmlns:a16="http://schemas.microsoft.com/office/drawing/2014/main" id="{228B2F72-73A8-F9BD-07FA-6518D8D2E9A7}"/>
              </a:ext>
            </a:extLst>
          </p:cNvPr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>
            <a:extLst>
              <a:ext uri="{FF2B5EF4-FFF2-40B4-BE49-F238E27FC236}">
                <a16:creationId xmlns:a16="http://schemas.microsoft.com/office/drawing/2014/main" id="{F108A97D-ED20-695B-AA0E-DE325B35C3C9}"/>
              </a:ext>
            </a:extLst>
          </p:cNvPr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>
            <a:extLst>
              <a:ext uri="{FF2B5EF4-FFF2-40B4-BE49-F238E27FC236}">
                <a16:creationId xmlns:a16="http://schemas.microsoft.com/office/drawing/2014/main" id="{2006A9AF-12C0-1675-1A30-EA71B13C0E0F}"/>
              </a:ext>
            </a:extLst>
          </p:cNvPr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>
            <a:extLst>
              <a:ext uri="{FF2B5EF4-FFF2-40B4-BE49-F238E27FC236}">
                <a16:creationId xmlns:a16="http://schemas.microsoft.com/office/drawing/2014/main" id="{AF782F1B-1975-B097-465E-6EB378F732B3}"/>
              </a:ext>
            </a:extLst>
          </p:cNvPr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CF80EF5C-BA20-941C-028B-544CD63210A3}"/>
              </a:ext>
            </a:extLst>
          </p:cNvPr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>
            <a:extLst>
              <a:ext uri="{FF2B5EF4-FFF2-40B4-BE49-F238E27FC236}">
                <a16:creationId xmlns:a16="http://schemas.microsoft.com/office/drawing/2014/main" id="{8DD15FF0-5070-EDEF-3A75-2E831027B00A}"/>
              </a:ext>
            </a:extLst>
          </p:cNvPr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7CFF0A43-FF0B-2FF1-2E3D-04D0CF450923}"/>
              </a:ext>
            </a:extLst>
          </p:cNvPr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>
            <a:extLst>
              <a:ext uri="{FF2B5EF4-FFF2-40B4-BE49-F238E27FC236}">
                <a16:creationId xmlns:a16="http://schemas.microsoft.com/office/drawing/2014/main" id="{1DE6A897-9126-70AA-7275-38ED139CBBB6}"/>
              </a:ext>
            </a:extLst>
          </p:cNvPr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>
            <a:extLst>
              <a:ext uri="{FF2B5EF4-FFF2-40B4-BE49-F238E27FC236}">
                <a16:creationId xmlns:a16="http://schemas.microsoft.com/office/drawing/2014/main" id="{2892D01F-8027-F75E-B895-DDBEC698D3AB}"/>
              </a:ext>
            </a:extLst>
          </p:cNvPr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E94F84D6-5E27-47BF-C63D-D3BFF3FDB159}"/>
              </a:ext>
            </a:extLst>
          </p:cNvPr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4AD8E4DB-070E-66F9-3337-778205B7A811}"/>
              </a:ext>
            </a:extLst>
          </p:cNvPr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>
            <a:extLst>
              <a:ext uri="{FF2B5EF4-FFF2-40B4-BE49-F238E27FC236}">
                <a16:creationId xmlns:a16="http://schemas.microsoft.com/office/drawing/2014/main" id="{F99AB299-B0DB-A637-0B5B-79DCE3F19ACA}"/>
              </a:ext>
            </a:extLst>
          </p:cNvPr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>
            <a:extLst>
              <a:ext uri="{FF2B5EF4-FFF2-40B4-BE49-F238E27FC236}">
                <a16:creationId xmlns:a16="http://schemas.microsoft.com/office/drawing/2014/main" id="{6D4BD87E-6E8E-B97D-1BA3-D236C42120D2}"/>
              </a:ext>
            </a:extLst>
          </p:cNvPr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>
            <a:extLst>
              <a:ext uri="{FF2B5EF4-FFF2-40B4-BE49-F238E27FC236}">
                <a16:creationId xmlns:a16="http://schemas.microsoft.com/office/drawing/2014/main" id="{6F738D15-08F4-6C34-AB4C-0B0A08591332}"/>
              </a:ext>
            </a:extLst>
          </p:cNvPr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>
            <a:extLst>
              <a:ext uri="{FF2B5EF4-FFF2-40B4-BE49-F238E27FC236}">
                <a16:creationId xmlns:a16="http://schemas.microsoft.com/office/drawing/2014/main" id="{D9A09352-2448-6BD0-F0AD-AC842EA4D8E7}"/>
              </a:ext>
            </a:extLst>
          </p:cNvPr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>
            <a:extLst>
              <a:ext uri="{FF2B5EF4-FFF2-40B4-BE49-F238E27FC236}">
                <a16:creationId xmlns:a16="http://schemas.microsoft.com/office/drawing/2014/main" id="{E9020E77-8E55-B188-899C-26D19A208883}"/>
              </a:ext>
            </a:extLst>
          </p:cNvPr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C9F59DE8-E97D-A9A2-675F-79A0D9AB6FAA}"/>
              </a:ext>
            </a:extLst>
          </p:cNvPr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>
            <a:extLst>
              <a:ext uri="{FF2B5EF4-FFF2-40B4-BE49-F238E27FC236}">
                <a16:creationId xmlns:a16="http://schemas.microsoft.com/office/drawing/2014/main" id="{571EF2E6-ED49-504A-0885-D511A46A95F4}"/>
              </a:ext>
            </a:extLst>
          </p:cNvPr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46" name="TextBox 645">
            <a:extLst>
              <a:ext uri="{FF2B5EF4-FFF2-40B4-BE49-F238E27FC236}">
                <a16:creationId xmlns:a16="http://schemas.microsoft.com/office/drawing/2014/main" id="{719136A8-68AA-16D5-26DC-F7F86ABA0758}"/>
              </a:ext>
            </a:extLst>
          </p:cNvPr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47" name="TextBox 646">
            <a:extLst>
              <a:ext uri="{FF2B5EF4-FFF2-40B4-BE49-F238E27FC236}">
                <a16:creationId xmlns:a16="http://schemas.microsoft.com/office/drawing/2014/main" id="{207F1F2B-619F-A29B-F648-FC117F753EB7}"/>
              </a:ext>
            </a:extLst>
          </p:cNvPr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D556B2F9-894C-A69D-B067-AC73A6B26105}"/>
              </a:ext>
            </a:extLst>
          </p:cNvPr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CN" dirty="0"/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0617CFC6-D481-FA15-9237-984BC0E38A30}"/>
              </a:ext>
            </a:extLst>
          </p:cNvPr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654" name="Rectangle 653">
            <a:extLst>
              <a:ext uri="{FF2B5EF4-FFF2-40B4-BE49-F238E27FC236}">
                <a16:creationId xmlns:a16="http://schemas.microsoft.com/office/drawing/2014/main" id="{66D16A6E-1A7F-3915-8856-E082E3318E48}"/>
              </a:ext>
            </a:extLst>
          </p:cNvPr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CEBB3E6-6092-D407-ACDB-A51668281EAB}"/>
              </a:ext>
            </a:extLst>
          </p:cNvPr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60" name="Rectangle 659">
            <a:extLst>
              <a:ext uri="{FF2B5EF4-FFF2-40B4-BE49-F238E27FC236}">
                <a16:creationId xmlns:a16="http://schemas.microsoft.com/office/drawing/2014/main" id="{66C568E2-AE15-9C70-3A34-644CDE532748}"/>
              </a:ext>
            </a:extLst>
          </p:cNvPr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61" name="Rectangle 660">
            <a:extLst>
              <a:ext uri="{FF2B5EF4-FFF2-40B4-BE49-F238E27FC236}">
                <a16:creationId xmlns:a16="http://schemas.microsoft.com/office/drawing/2014/main" id="{3AF3CE51-48D9-1E7A-94F9-5BF6030D75CA}"/>
              </a:ext>
            </a:extLst>
          </p:cNvPr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62" name="Rectangle 661">
            <a:extLst>
              <a:ext uri="{FF2B5EF4-FFF2-40B4-BE49-F238E27FC236}">
                <a16:creationId xmlns:a16="http://schemas.microsoft.com/office/drawing/2014/main" id="{339396BB-8CAB-6C1E-B771-D3DC3CEC1C52}"/>
              </a:ext>
            </a:extLst>
          </p:cNvPr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666" name="Rectangle 665">
            <a:extLst>
              <a:ext uri="{FF2B5EF4-FFF2-40B4-BE49-F238E27FC236}">
                <a16:creationId xmlns:a16="http://schemas.microsoft.com/office/drawing/2014/main" id="{74008472-FF82-0278-DA3E-2CAACCE197AC}"/>
              </a:ext>
            </a:extLst>
          </p:cNvPr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67" name="Rectangle 666">
            <a:extLst>
              <a:ext uri="{FF2B5EF4-FFF2-40B4-BE49-F238E27FC236}">
                <a16:creationId xmlns:a16="http://schemas.microsoft.com/office/drawing/2014/main" id="{A709B252-87D0-7F2C-D137-457AB76C9016}"/>
              </a:ext>
            </a:extLst>
          </p:cNvPr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68" name="Rectangle 667">
            <a:extLst>
              <a:ext uri="{FF2B5EF4-FFF2-40B4-BE49-F238E27FC236}">
                <a16:creationId xmlns:a16="http://schemas.microsoft.com/office/drawing/2014/main" id="{8542D3E9-6262-FAB4-9974-D2EEC41149AB}"/>
              </a:ext>
            </a:extLst>
          </p:cNvPr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669" name="Rectangle 668">
            <a:extLst>
              <a:ext uri="{FF2B5EF4-FFF2-40B4-BE49-F238E27FC236}">
                <a16:creationId xmlns:a16="http://schemas.microsoft.com/office/drawing/2014/main" id="{8A2A418E-3C36-C811-1963-BE63713030E4}"/>
              </a:ext>
            </a:extLst>
          </p:cNvPr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672" name="Rectangle 671">
            <a:extLst>
              <a:ext uri="{FF2B5EF4-FFF2-40B4-BE49-F238E27FC236}">
                <a16:creationId xmlns:a16="http://schemas.microsoft.com/office/drawing/2014/main" id="{CF7C05EF-DDB9-BB46-A61E-911B213876B6}"/>
              </a:ext>
            </a:extLst>
          </p:cNvPr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73" name="Rectangle 672">
            <a:extLst>
              <a:ext uri="{FF2B5EF4-FFF2-40B4-BE49-F238E27FC236}">
                <a16:creationId xmlns:a16="http://schemas.microsoft.com/office/drawing/2014/main" id="{459BB23E-BFFD-C33A-EFF9-D3828572C3EE}"/>
              </a:ext>
            </a:extLst>
          </p:cNvPr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74" name="Rectangle 673">
            <a:extLst>
              <a:ext uri="{FF2B5EF4-FFF2-40B4-BE49-F238E27FC236}">
                <a16:creationId xmlns:a16="http://schemas.microsoft.com/office/drawing/2014/main" id="{717C6720-F68A-05BF-9C22-A5B1C4CBAF6E}"/>
              </a:ext>
            </a:extLst>
          </p:cNvPr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675" name="Rectangle 674">
            <a:extLst>
              <a:ext uri="{FF2B5EF4-FFF2-40B4-BE49-F238E27FC236}">
                <a16:creationId xmlns:a16="http://schemas.microsoft.com/office/drawing/2014/main" id="{B6CE8397-89F2-75FC-CFEA-E778A54645C8}"/>
              </a:ext>
            </a:extLst>
          </p:cNvPr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676" name="Rectangle 675">
            <a:extLst>
              <a:ext uri="{FF2B5EF4-FFF2-40B4-BE49-F238E27FC236}">
                <a16:creationId xmlns:a16="http://schemas.microsoft.com/office/drawing/2014/main" id="{AA6E0B22-ED16-6434-3EE1-D67066B3FEBD}"/>
              </a:ext>
            </a:extLst>
          </p:cNvPr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78" name="Rectangle 677">
            <a:extLst>
              <a:ext uri="{FF2B5EF4-FFF2-40B4-BE49-F238E27FC236}">
                <a16:creationId xmlns:a16="http://schemas.microsoft.com/office/drawing/2014/main" id="{3088B051-418E-E857-EE4B-0D42586D0426}"/>
              </a:ext>
            </a:extLst>
          </p:cNvPr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79" name="Rectangle 678">
            <a:extLst>
              <a:ext uri="{FF2B5EF4-FFF2-40B4-BE49-F238E27FC236}">
                <a16:creationId xmlns:a16="http://schemas.microsoft.com/office/drawing/2014/main" id="{7D99DDC5-C3D1-EC0E-1C34-70BF3991403C}"/>
              </a:ext>
            </a:extLst>
          </p:cNvPr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80" name="Rectangle 679">
            <a:extLst>
              <a:ext uri="{FF2B5EF4-FFF2-40B4-BE49-F238E27FC236}">
                <a16:creationId xmlns:a16="http://schemas.microsoft.com/office/drawing/2014/main" id="{6E2F2740-AB13-FFEF-1468-1145CAA921FF}"/>
              </a:ext>
            </a:extLst>
          </p:cNvPr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0.08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8B20E099-0889-40FE-9AC2-E3681EF0B23B}"/>
              </a:ext>
            </a:extLst>
          </p:cNvPr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682" name="Rectangle 681">
            <a:extLst>
              <a:ext uri="{FF2B5EF4-FFF2-40B4-BE49-F238E27FC236}">
                <a16:creationId xmlns:a16="http://schemas.microsoft.com/office/drawing/2014/main" id="{8F77552F-0261-2FE0-5DF9-E2D930135594}"/>
              </a:ext>
            </a:extLst>
          </p:cNvPr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9ABFDE78-825E-70C9-73CF-3A3FECC1A7F3}"/>
              </a:ext>
            </a:extLst>
          </p:cNvPr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0.78</a:t>
            </a:r>
          </a:p>
        </p:txBody>
      </p:sp>
      <p:sp>
        <p:nvSpPr>
          <p:cNvPr id="684" name="TextBox 683">
            <a:extLst>
              <a:ext uri="{FF2B5EF4-FFF2-40B4-BE49-F238E27FC236}">
                <a16:creationId xmlns:a16="http://schemas.microsoft.com/office/drawing/2014/main" id="{1BB395AF-F118-1A7F-EEC9-98F453CC2550}"/>
              </a:ext>
            </a:extLst>
          </p:cNvPr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85" name="TextBox 684">
            <a:extLst>
              <a:ext uri="{FF2B5EF4-FFF2-40B4-BE49-F238E27FC236}">
                <a16:creationId xmlns:a16="http://schemas.microsoft.com/office/drawing/2014/main" id="{574EB124-0481-19CB-2135-33795B5CE7F8}"/>
              </a:ext>
            </a:extLst>
          </p:cNvPr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86" name="TextBox 685">
            <a:extLst>
              <a:ext uri="{FF2B5EF4-FFF2-40B4-BE49-F238E27FC236}">
                <a16:creationId xmlns:a16="http://schemas.microsoft.com/office/drawing/2014/main" id="{AFF931B1-7D1F-669A-8D94-A8B33757DEA6}"/>
              </a:ext>
            </a:extLst>
          </p:cNvPr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87" name="TextBox 686">
            <a:extLst>
              <a:ext uri="{FF2B5EF4-FFF2-40B4-BE49-F238E27FC236}">
                <a16:creationId xmlns:a16="http://schemas.microsoft.com/office/drawing/2014/main" id="{D45DBE5E-607E-C6F1-B636-85A5D4687F25}"/>
              </a:ext>
            </a:extLst>
          </p:cNvPr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88" name="TextBox 687">
            <a:extLst>
              <a:ext uri="{FF2B5EF4-FFF2-40B4-BE49-F238E27FC236}">
                <a16:creationId xmlns:a16="http://schemas.microsoft.com/office/drawing/2014/main" id="{F172D3AF-8321-6EA5-AFFF-C14DB744051B}"/>
              </a:ext>
            </a:extLst>
          </p:cNvPr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CN" dirty="0"/>
          </a:p>
        </p:txBody>
      </p:sp>
      <p:sp>
        <p:nvSpPr>
          <p:cNvPr id="690" name="TextBox 689">
            <a:extLst>
              <a:ext uri="{FF2B5EF4-FFF2-40B4-BE49-F238E27FC236}">
                <a16:creationId xmlns:a16="http://schemas.microsoft.com/office/drawing/2014/main" id="{5B3A2F9C-9F48-8302-01B3-8F44DA1D1178}"/>
              </a:ext>
            </a:extLst>
          </p:cNvPr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Pruned Probabilities:</a:t>
            </a:r>
          </a:p>
        </p:txBody>
      </p:sp>
      <p:sp>
        <p:nvSpPr>
          <p:cNvPr id="691" name="Rectangle 690">
            <a:extLst>
              <a:ext uri="{FF2B5EF4-FFF2-40B4-BE49-F238E27FC236}">
                <a16:creationId xmlns:a16="http://schemas.microsoft.com/office/drawing/2014/main" id="{4ED4759E-71AA-2F9A-B6D8-DA454AB47285}"/>
              </a:ext>
            </a:extLst>
          </p:cNvPr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692" name="Rectangle 691">
            <a:extLst>
              <a:ext uri="{FF2B5EF4-FFF2-40B4-BE49-F238E27FC236}">
                <a16:creationId xmlns:a16="http://schemas.microsoft.com/office/drawing/2014/main" id="{D02A74C6-FD54-C174-03B3-36529F985B98}"/>
              </a:ext>
            </a:extLst>
          </p:cNvPr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0.01</a:t>
            </a:r>
          </a:p>
        </p:txBody>
      </p:sp>
      <p:sp>
        <p:nvSpPr>
          <p:cNvPr id="694" name="Rectangle 693">
            <a:extLst>
              <a:ext uri="{FF2B5EF4-FFF2-40B4-BE49-F238E27FC236}">
                <a16:creationId xmlns:a16="http://schemas.microsoft.com/office/drawing/2014/main" id="{D983E63D-256B-CF65-9C3E-0E3D3D300C63}"/>
              </a:ext>
            </a:extLst>
          </p:cNvPr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0.09</a:t>
            </a:r>
          </a:p>
        </p:txBody>
      </p:sp>
      <p:sp>
        <p:nvSpPr>
          <p:cNvPr id="695" name="Rectangle 694">
            <a:extLst>
              <a:ext uri="{FF2B5EF4-FFF2-40B4-BE49-F238E27FC236}">
                <a16:creationId xmlns:a16="http://schemas.microsoft.com/office/drawing/2014/main" id="{7101FF06-6676-3E21-7BD9-70886F6755B3}"/>
              </a:ext>
            </a:extLst>
          </p:cNvPr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cxnSp>
        <p:nvCxnSpPr>
          <p:cNvPr id="698" name="Straight Arrow Connector 697">
            <a:extLst>
              <a:ext uri="{FF2B5EF4-FFF2-40B4-BE49-F238E27FC236}">
                <a16:creationId xmlns:a16="http://schemas.microsoft.com/office/drawing/2014/main" id="{94596BBF-4EAC-FB45-E90A-4111C4FF6074}"/>
              </a:ext>
            </a:extLst>
          </p:cNvPr>
          <p:cNvCxnSpPr>
            <a:cxnSpLocks/>
          </p:cNvCxnSpPr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>
            <a:extLst>
              <a:ext uri="{FF2B5EF4-FFF2-40B4-BE49-F238E27FC236}">
                <a16:creationId xmlns:a16="http://schemas.microsoft.com/office/drawing/2014/main" id="{DB38B061-03D5-BB59-ED77-8F3FA90CB1F3}"/>
              </a:ext>
            </a:extLst>
          </p:cNvPr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>
            <a:extLst>
              <a:ext uri="{FF2B5EF4-FFF2-40B4-BE49-F238E27FC236}">
                <a16:creationId xmlns:a16="http://schemas.microsoft.com/office/drawing/2014/main" id="{3D62FEDC-C17B-2C47-76FE-9EEEC2CC64EF}"/>
              </a:ext>
            </a:extLst>
          </p:cNvPr>
          <p:cNvCxnSpPr>
            <a:cxnSpLocks/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>
            <a:extLst>
              <a:ext uri="{FF2B5EF4-FFF2-40B4-BE49-F238E27FC236}">
                <a16:creationId xmlns:a16="http://schemas.microsoft.com/office/drawing/2014/main" id="{8AD4EFDD-7A78-0930-339F-513993B45033}"/>
              </a:ext>
            </a:extLst>
          </p:cNvPr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706" name="Rectangle 705">
            <a:extLst>
              <a:ext uri="{FF2B5EF4-FFF2-40B4-BE49-F238E27FC236}">
                <a16:creationId xmlns:a16="http://schemas.microsoft.com/office/drawing/2014/main" id="{57D10536-940E-788C-D4B8-AEA33290106B}"/>
              </a:ext>
            </a:extLst>
          </p:cNvPr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0.48</a:t>
            </a:r>
          </a:p>
        </p:txBody>
      </p:sp>
      <p:sp>
        <p:nvSpPr>
          <p:cNvPr id="707" name="Rectangle 706">
            <a:extLst>
              <a:ext uri="{FF2B5EF4-FFF2-40B4-BE49-F238E27FC236}">
                <a16:creationId xmlns:a16="http://schemas.microsoft.com/office/drawing/2014/main" id="{59292125-0E1E-2046-3846-4A67A1957A6D}"/>
              </a:ext>
            </a:extLst>
          </p:cNvPr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0.38</a:t>
            </a:r>
          </a:p>
        </p:txBody>
      </p:sp>
      <p:sp>
        <p:nvSpPr>
          <p:cNvPr id="710" name="Rectangle 709">
            <a:extLst>
              <a:ext uri="{FF2B5EF4-FFF2-40B4-BE49-F238E27FC236}">
                <a16:creationId xmlns:a16="http://schemas.microsoft.com/office/drawing/2014/main" id="{57EC98A6-DBDD-EAA1-2199-4A38445493CD}"/>
              </a:ext>
            </a:extLst>
          </p:cNvPr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/>
              <a:t>0.98</a:t>
            </a:r>
          </a:p>
        </p:txBody>
      </p:sp>
      <p:sp>
        <p:nvSpPr>
          <p:cNvPr id="711" name="Rectangle 710">
            <a:extLst>
              <a:ext uri="{FF2B5EF4-FFF2-40B4-BE49-F238E27FC236}">
                <a16:creationId xmlns:a16="http://schemas.microsoft.com/office/drawing/2014/main" id="{3D5C028B-C9B0-3AB5-165D-D85120E0449C}"/>
              </a:ext>
            </a:extLst>
          </p:cNvPr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712" name="Rectangle 711">
            <a:extLst>
              <a:ext uri="{FF2B5EF4-FFF2-40B4-BE49-F238E27FC236}">
                <a16:creationId xmlns:a16="http://schemas.microsoft.com/office/drawing/2014/main" id="{078F38E6-61AA-4B90-415C-2E3B41A9E3AB}"/>
              </a:ext>
            </a:extLst>
          </p:cNvPr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713" name="Rectangle 712">
            <a:extLst>
              <a:ext uri="{FF2B5EF4-FFF2-40B4-BE49-F238E27FC236}">
                <a16:creationId xmlns:a16="http://schemas.microsoft.com/office/drawing/2014/main" id="{4DBEF8C1-EE18-C112-CA1B-6ADD5A20087B}"/>
              </a:ext>
            </a:extLst>
          </p:cNvPr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716" name="Rectangle 715">
            <a:extLst>
              <a:ext uri="{FF2B5EF4-FFF2-40B4-BE49-F238E27FC236}">
                <a16:creationId xmlns:a16="http://schemas.microsoft.com/office/drawing/2014/main" id="{A445A334-7143-5C5A-3B60-9263BFDF3BEC}"/>
              </a:ext>
            </a:extLst>
          </p:cNvPr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719" name="TextBox 718">
            <a:extLst>
              <a:ext uri="{FF2B5EF4-FFF2-40B4-BE49-F238E27FC236}">
                <a16:creationId xmlns:a16="http://schemas.microsoft.com/office/drawing/2014/main" id="{80056220-4F9D-6D71-C99E-031C4AF02568}"/>
              </a:ext>
            </a:extLst>
          </p:cNvPr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89E2F-BBAF-16F9-4E85-3DDDB0E66391}"/>
              </a:ext>
            </a:extLst>
          </p:cNvPr>
          <p:cNvCxnSpPr>
            <a:cxnSpLocks/>
          </p:cNvCxnSpPr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7AA31AE-F55B-25E5-2017-6A6E982E5497}"/>
              </a:ext>
            </a:extLst>
          </p:cNvPr>
          <p:cNvCxnSpPr>
            <a:cxnSpLocks/>
          </p:cNvCxnSpPr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0EAC786-9189-BDAB-82D8-AB1D900B1507}"/>
              </a:ext>
            </a:extLst>
          </p:cNvPr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A4BB01-1E6F-2D95-049B-4176C7FAB67F}"/>
              </a:ext>
            </a:extLst>
          </p:cNvPr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09A7B7-121E-4CBB-C583-62FC56FB3ECA}"/>
              </a:ext>
            </a:extLst>
          </p:cNvPr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Developer Accomplishing Tasks Using Prior Knowlledge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345042F-C431-27F7-F348-2D8524E3CD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3BD44EF-06DC-045E-45FB-2885A026C5F2}"/>
              </a:ext>
            </a:extLst>
          </p:cNvPr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LLM Trained Using Open Source Code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18115A5-F304-146E-28BD-814340E83990}"/>
              </a:ext>
            </a:extLst>
          </p:cNvPr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DE762DA-D3E4-2F7A-BCDD-2EE6274867A2}"/>
              </a:ext>
            </a:extLst>
          </p:cNvPr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513E8-13F8-9C4B-1B54-F909E0854E39}"/>
              </a:ext>
            </a:extLst>
          </p:cNvPr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681AF0-AC93-934A-D1B7-14E80DFC4E83}"/>
              </a:ext>
            </a:extLst>
          </p:cNvPr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B08A58-72DD-E51A-375A-D424530B9B86}"/>
              </a:ext>
            </a:extLst>
          </p:cNvPr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0C611-FB8D-A548-E18A-F9DE8B0731F6}"/>
              </a:ext>
            </a:extLst>
          </p:cNvPr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332471F0-04D2-7087-F400-EF78E27981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>
            <a:extLst>
              <a:ext uri="{FF2B5EF4-FFF2-40B4-BE49-F238E27FC236}">
                <a16:creationId xmlns:a16="http://schemas.microsoft.com/office/drawing/2014/main" id="{212F23C5-287E-C3CD-6583-D1944C08D2AA}"/>
              </a:ext>
            </a:extLst>
          </p:cNvPr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4B64BC54-8997-315B-AE9F-BD283F12D92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4DA0013-8E74-3C9E-156B-9333C3E04972}"/>
              </a:ext>
            </a:extLst>
          </p:cNvPr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296D16-5F7E-06EE-76A4-D50101FA646B}"/>
              </a:ext>
            </a:extLst>
          </p:cNvPr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CN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2AF7AB2-D9CD-4498-9DE7-0961769D1A9D}"/>
              </a:ext>
            </a:extLst>
          </p:cNvPr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-Protected </a:t>
            </a:r>
            <a:r>
              <a:rPr lang="en-CN" dirty="0"/>
              <a:t>Code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41AF51-6BF2-3EE8-B008-FD8DC9B39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>
            <a:extLst>
              <a:ext uri="{FF2B5EF4-FFF2-40B4-BE49-F238E27FC236}">
                <a16:creationId xmlns:a16="http://schemas.microsoft.com/office/drawing/2014/main" id="{A5DD0C95-6C0D-7E13-E04D-836A261F8DB7}"/>
              </a:ext>
            </a:extLst>
          </p:cNvPr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63AA3258-7D93-1A56-01D1-7C13B1878FC3}"/>
              </a:ext>
            </a:extLst>
          </p:cNvPr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8DAD4812-789D-F341-54C4-EF7EC451A197}"/>
              </a:ext>
            </a:extLst>
          </p:cNvPr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1FEAF110-4BC4-8CE7-E07D-8501296567D7}"/>
              </a:ext>
            </a:extLst>
          </p:cNvPr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AAD21F88-3FB2-3CBD-1383-734B777BCB24}"/>
              </a:ext>
            </a:extLst>
          </p:cNvPr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7EF81ECE-EC0E-0607-B137-D68E38695254}"/>
              </a:ext>
            </a:extLst>
          </p:cNvPr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77987F9-0817-BA86-0511-02F9B325E3CD}"/>
              </a:ext>
            </a:extLst>
          </p:cNvPr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792AF51F-A265-310E-9416-EE155951D455}"/>
              </a:ext>
            </a:extLst>
          </p:cNvPr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6747A41F-6FF6-8E35-DEDF-FA04FB9DF36E}"/>
              </a:ext>
            </a:extLst>
          </p:cNvPr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5F104873-0248-99C2-4513-E8FFA44C0A07}"/>
              </a:ext>
            </a:extLst>
          </p:cNvPr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4FA00830-63CC-0831-F011-FD5C81BD5163}"/>
              </a:ext>
            </a:extLst>
          </p:cNvPr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2F8A46EA-4589-BC99-2702-3B7CA0D34E7C}"/>
              </a:ext>
            </a:extLst>
          </p:cNvPr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7039464F-10CC-E3C6-1E46-82D21CE31A92}"/>
              </a:ext>
            </a:extLst>
          </p:cNvPr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E2A12227-5D3B-C119-2DB3-91D506650E86}"/>
              </a:ext>
            </a:extLst>
          </p:cNvPr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97B844D6-620A-BEC4-9CF4-C9D1F45C4F31}"/>
              </a:ext>
            </a:extLst>
          </p:cNvPr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D734D8DA-ECBC-0275-5919-F8AE73295634}"/>
              </a:ext>
            </a:extLst>
          </p:cNvPr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B69DA3B8-EC27-7EAC-F5D0-1C8A15572A0D}"/>
              </a:ext>
            </a:extLst>
          </p:cNvPr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5187C918-4A1A-96AA-0B94-1B97C69F2EB6}"/>
              </a:ext>
            </a:extLst>
          </p:cNvPr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39C7F723-145F-9AC5-B88C-91BAEBBE8DBE}"/>
              </a:ext>
            </a:extLst>
          </p:cNvPr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4F71012F-C6FE-551D-3E29-B2C47C86E8B7}"/>
              </a:ext>
            </a:extLst>
          </p:cNvPr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20C92DE-F5A4-039B-2BFB-C1BD7670A12E}"/>
              </a:ext>
            </a:extLst>
          </p:cNvPr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D07033D3-B4B4-C81B-D56F-B864B686406C}"/>
              </a:ext>
            </a:extLst>
          </p:cNvPr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>
            <a:extLst>
              <a:ext uri="{FF2B5EF4-FFF2-40B4-BE49-F238E27FC236}">
                <a16:creationId xmlns:a16="http://schemas.microsoft.com/office/drawing/2014/main" id="{4DAC2287-A08F-294A-8E8A-5412DA94FB39}"/>
              </a:ext>
            </a:extLst>
          </p:cNvPr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342D979B-FC44-71C6-5515-1A7AC3E9BCCC}"/>
              </a:ext>
            </a:extLst>
          </p:cNvPr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19AB89BD-A94E-6582-D300-A9CAD3E8C16A}"/>
              </a:ext>
            </a:extLst>
          </p:cNvPr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BF203E05-741C-201E-7C67-49802C4C4979}"/>
              </a:ext>
            </a:extLst>
          </p:cNvPr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2183B29C-1909-E0AF-2ECD-E00F3ECE705D}"/>
              </a:ext>
            </a:extLst>
          </p:cNvPr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C5A52854-B668-8A7B-8236-7EA8FD552AD0}"/>
              </a:ext>
            </a:extLst>
          </p:cNvPr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A42B6488-9DE4-60AA-0D77-ABB9D5B16A5A}"/>
              </a:ext>
            </a:extLst>
          </p:cNvPr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C2380BF1-3351-E0F8-B7B1-25ECA80AF3C2}"/>
              </a:ext>
            </a:extLst>
          </p:cNvPr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21F84F52-4CAB-05CA-3C7D-8569D9F5EC15}"/>
              </a:ext>
            </a:extLst>
          </p:cNvPr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0D78C5B6-55FE-13A5-9AD2-1BA6D46B41F5}"/>
              </a:ext>
            </a:extLst>
          </p:cNvPr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C062A2B4-2724-A3E6-F6FE-5264121D8D11}"/>
              </a:ext>
            </a:extLst>
          </p:cNvPr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69B82F14-12D2-B394-883A-0580267B1A1F}"/>
              </a:ext>
            </a:extLst>
          </p:cNvPr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072A4FA1-53FC-A865-20E5-A57ABF3EE080}"/>
              </a:ext>
            </a:extLst>
          </p:cNvPr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A8E69258-E532-4B2D-F27E-4546B611B32C}"/>
              </a:ext>
            </a:extLst>
          </p:cNvPr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1025B1A3-D48F-4EE1-AA90-BE96D52D53B8}"/>
              </a:ext>
            </a:extLst>
          </p:cNvPr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64437806-0A19-EF81-C305-1FF11BD111E6}"/>
              </a:ext>
            </a:extLst>
          </p:cNvPr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C743ACB-9F7C-98A3-6551-4E16AACBCDAC}"/>
              </a:ext>
            </a:extLst>
          </p:cNvPr>
          <p:cNvCxnSpPr>
            <a:cxnSpLocks/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F68438-41AD-B815-C7DB-5E95A2082F8F}"/>
              </a:ext>
            </a:extLst>
          </p:cNvPr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07C72455-1CBB-C689-6CBE-382F8AB60B15}"/>
                </a:ext>
              </a:extLst>
            </p:cNvPr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>
              <a:extLst>
                <a:ext uri="{FF2B5EF4-FFF2-40B4-BE49-F238E27FC236}">
                  <a16:creationId xmlns:a16="http://schemas.microsoft.com/office/drawing/2014/main" id="{BE3CE4E3-E8B5-5C73-DCFB-E2494405B763}"/>
                </a:ext>
              </a:extLst>
            </p:cNvPr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>
              <a:extLst>
                <a:ext uri="{FF2B5EF4-FFF2-40B4-BE49-F238E27FC236}">
                  <a16:creationId xmlns:a16="http://schemas.microsoft.com/office/drawing/2014/main" id="{5E5D3684-9E5E-148A-25B9-5DE3DE2C65FC}"/>
                </a:ext>
              </a:extLst>
            </p:cNvPr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CN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2BEB3077-C556-DADA-0C88-34496A27EBAC}"/>
                </a:ext>
              </a:extLst>
            </p:cNvPr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>
              <a:extLst>
                <a:ext uri="{FF2B5EF4-FFF2-40B4-BE49-F238E27FC236}">
                  <a16:creationId xmlns:a16="http://schemas.microsoft.com/office/drawing/2014/main" id="{2E0D7869-25D1-496A-5618-8F84AFB1EB38}"/>
                </a:ext>
              </a:extLst>
            </p:cNvPr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  <a:endParaRPr lang="en-CN" sz="900" dirty="0"/>
            </a:p>
          </p:txBody>
        </p:sp>
        <p:sp>
          <p:nvSpPr>
            <p:cNvPr id="493" name="TextBox 492">
              <a:extLst>
                <a:ext uri="{FF2B5EF4-FFF2-40B4-BE49-F238E27FC236}">
                  <a16:creationId xmlns:a16="http://schemas.microsoft.com/office/drawing/2014/main" id="{6B11EEC4-1B1D-9FD2-5AAD-D702C132FDE5}"/>
                </a:ext>
              </a:extLst>
            </p:cNvPr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8DB774C9-A156-F49D-B0E9-D98851A1AE64}"/>
                </a:ext>
              </a:extLst>
            </p:cNvPr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CN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>
              <a:extLst>
                <a:ext uri="{FF2B5EF4-FFF2-40B4-BE49-F238E27FC236}">
                  <a16:creationId xmlns:a16="http://schemas.microsoft.com/office/drawing/2014/main" id="{4E4918F2-23CF-5E44-8BE3-4B7447F28FAA}"/>
                </a:ext>
              </a:extLst>
            </p:cNvPr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6D20DA81-0F27-7DC9-DA9D-6A462E50251D}"/>
                </a:ext>
              </a:extLst>
            </p:cNvPr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AAFFDEA-8AC4-8BAF-887C-87841B51FED1}"/>
                </a:ext>
              </a:extLst>
            </p:cNvPr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>
              <a:extLst>
                <a:ext uri="{FF2B5EF4-FFF2-40B4-BE49-F238E27FC236}">
                  <a16:creationId xmlns:a16="http://schemas.microsoft.com/office/drawing/2014/main" id="{380F2820-686D-9256-3226-C7C3B311CF67}"/>
                </a:ext>
              </a:extLst>
            </p:cNvPr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722C50C8-0F4D-7236-8718-9633A49D75A5}"/>
                </a:ext>
              </a:extLst>
            </p:cNvPr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>
              <a:extLst>
                <a:ext uri="{FF2B5EF4-FFF2-40B4-BE49-F238E27FC236}">
                  <a16:creationId xmlns:a16="http://schemas.microsoft.com/office/drawing/2014/main" id="{434B0A56-6DEE-A37A-6533-BB70DB96DDF2}"/>
                </a:ext>
              </a:extLst>
            </p:cNvPr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>
              <a:extLst>
                <a:ext uri="{FF2B5EF4-FFF2-40B4-BE49-F238E27FC236}">
                  <a16:creationId xmlns:a16="http://schemas.microsoft.com/office/drawing/2014/main" id="{2F56F4D7-03B8-8B03-7148-B11D63821938}"/>
                </a:ext>
              </a:extLst>
            </p:cNvPr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>
              <a:extLst>
                <a:ext uri="{FF2B5EF4-FFF2-40B4-BE49-F238E27FC236}">
                  <a16:creationId xmlns:a16="http://schemas.microsoft.com/office/drawing/2014/main" id="{38F088F6-C5A8-FAAE-B4F0-E1EF58C51407}"/>
                </a:ext>
              </a:extLst>
            </p:cNvPr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9AC2FCD2-F213-ED58-D51E-4981EBD65CC9}"/>
                </a:ext>
              </a:extLst>
            </p:cNvPr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>
              <a:extLst>
                <a:ext uri="{FF2B5EF4-FFF2-40B4-BE49-F238E27FC236}">
                  <a16:creationId xmlns:a16="http://schemas.microsoft.com/office/drawing/2014/main" id="{E72AD752-0BBF-7E4C-E234-9622BF01E85F}"/>
                </a:ext>
              </a:extLst>
            </p:cNvPr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>
              <a:extLst>
                <a:ext uri="{FF2B5EF4-FFF2-40B4-BE49-F238E27FC236}">
                  <a16:creationId xmlns:a16="http://schemas.microsoft.com/office/drawing/2014/main" id="{4863C695-6262-1DFC-9EBD-4840B977AF80}"/>
                </a:ext>
              </a:extLst>
            </p:cNvPr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>
              <a:extLst>
                <a:ext uri="{FF2B5EF4-FFF2-40B4-BE49-F238E27FC236}">
                  <a16:creationId xmlns:a16="http://schemas.microsoft.com/office/drawing/2014/main" id="{DB23516B-7233-DF4E-3B5A-1B778617EAB3}"/>
                </a:ext>
              </a:extLst>
            </p:cNvPr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CN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>
              <a:extLst>
                <a:ext uri="{FF2B5EF4-FFF2-40B4-BE49-F238E27FC236}">
                  <a16:creationId xmlns:a16="http://schemas.microsoft.com/office/drawing/2014/main" id="{D67954EF-EF0B-E3C1-5AE2-5D3FA89530F1}"/>
                </a:ext>
              </a:extLst>
            </p:cNvPr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>
              <a:extLst>
                <a:ext uri="{FF2B5EF4-FFF2-40B4-BE49-F238E27FC236}">
                  <a16:creationId xmlns:a16="http://schemas.microsoft.com/office/drawing/2014/main" id="{D7B3FFAB-316C-A679-E841-7F9EC91196FD}"/>
                </a:ext>
              </a:extLst>
            </p:cNvPr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CN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>
              <a:extLst>
                <a:ext uri="{FF2B5EF4-FFF2-40B4-BE49-F238E27FC236}">
                  <a16:creationId xmlns:a16="http://schemas.microsoft.com/office/drawing/2014/main" id="{26A8400B-E11A-3ECB-3F54-016A8682843B}"/>
                </a:ext>
              </a:extLst>
            </p:cNvPr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CN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CN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>
              <a:extLst>
                <a:ext uri="{FF2B5EF4-FFF2-40B4-BE49-F238E27FC236}">
                  <a16:creationId xmlns:a16="http://schemas.microsoft.com/office/drawing/2014/main" id="{9CA6905E-0D4A-0815-3852-7408EA7C183E}"/>
                </a:ext>
              </a:extLst>
            </p:cNvPr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>
              <a:extLst>
                <a:ext uri="{FF2B5EF4-FFF2-40B4-BE49-F238E27FC236}">
                  <a16:creationId xmlns:a16="http://schemas.microsoft.com/office/drawing/2014/main" id="{8F1A9F13-3968-7CBE-E2B8-CD1189285DB9}"/>
                </a:ext>
              </a:extLst>
            </p:cNvPr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>
              <a:extLst>
                <a:ext uri="{FF2B5EF4-FFF2-40B4-BE49-F238E27FC236}">
                  <a16:creationId xmlns:a16="http://schemas.microsoft.com/office/drawing/2014/main" id="{7BBDC06A-D4D1-242E-7EA2-4F239F5ACDB3}"/>
                </a:ext>
              </a:extLst>
            </p:cNvPr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>
              <a:extLst>
                <a:ext uri="{FF2B5EF4-FFF2-40B4-BE49-F238E27FC236}">
                  <a16:creationId xmlns:a16="http://schemas.microsoft.com/office/drawing/2014/main" id="{3C957A29-42C0-AB5B-FBB9-CC6B200495FF}"/>
                </a:ext>
              </a:extLst>
            </p:cNvPr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CN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CN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>
              <a:extLst>
                <a:ext uri="{FF2B5EF4-FFF2-40B4-BE49-F238E27FC236}">
                  <a16:creationId xmlns:a16="http://schemas.microsoft.com/office/drawing/2014/main" id="{1284D102-74BB-7A86-9D24-6B3630767626}"/>
                </a:ext>
              </a:extLst>
            </p:cNvPr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>
              <a:extLst>
                <a:ext uri="{FF2B5EF4-FFF2-40B4-BE49-F238E27FC236}">
                  <a16:creationId xmlns:a16="http://schemas.microsoft.com/office/drawing/2014/main" id="{C468E57F-84E3-3AA4-9C46-9E78FE5C3887}"/>
                </a:ext>
              </a:extLst>
            </p:cNvPr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>
              <a:extLst>
                <a:ext uri="{FF2B5EF4-FFF2-40B4-BE49-F238E27FC236}">
                  <a16:creationId xmlns:a16="http://schemas.microsoft.com/office/drawing/2014/main" id="{CE77AF00-BAD8-77A7-9522-5EC307BE7DA6}"/>
                </a:ext>
              </a:extLst>
            </p:cNvPr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>
              <a:extLst>
                <a:ext uri="{FF2B5EF4-FFF2-40B4-BE49-F238E27FC236}">
                  <a16:creationId xmlns:a16="http://schemas.microsoft.com/office/drawing/2014/main" id="{2E679CAD-46BA-9F11-65D5-372FBB267077}"/>
                </a:ext>
              </a:extLst>
            </p:cNvPr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>
              <a:extLst>
                <a:ext uri="{FF2B5EF4-FFF2-40B4-BE49-F238E27FC236}">
                  <a16:creationId xmlns:a16="http://schemas.microsoft.com/office/drawing/2014/main" id="{65079447-7491-2D39-1950-A89C1F4CB306}"/>
                </a:ext>
              </a:extLst>
            </p:cNvPr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>
              <a:extLst>
                <a:ext uri="{FF2B5EF4-FFF2-40B4-BE49-F238E27FC236}">
                  <a16:creationId xmlns:a16="http://schemas.microsoft.com/office/drawing/2014/main" id="{49098E2D-51CB-86E7-0F53-B77393E3374F}"/>
                </a:ext>
              </a:extLst>
            </p:cNvPr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>
              <a:extLst>
                <a:ext uri="{FF2B5EF4-FFF2-40B4-BE49-F238E27FC236}">
                  <a16:creationId xmlns:a16="http://schemas.microsoft.com/office/drawing/2014/main" id="{9F53CE31-750F-C94A-29C4-D340A56A0C61}"/>
                </a:ext>
              </a:extLst>
            </p:cNvPr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>
              <a:extLst>
                <a:ext uri="{FF2B5EF4-FFF2-40B4-BE49-F238E27FC236}">
                  <a16:creationId xmlns:a16="http://schemas.microsoft.com/office/drawing/2014/main" id="{0B9F0825-6BDB-BF61-9F31-B8195C565A32}"/>
                </a:ext>
              </a:extLst>
            </p:cNvPr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>
              <a:extLst>
                <a:ext uri="{FF2B5EF4-FFF2-40B4-BE49-F238E27FC236}">
                  <a16:creationId xmlns:a16="http://schemas.microsoft.com/office/drawing/2014/main" id="{FA8499C4-BDCD-0221-0AC2-4D42749C0F19}"/>
                </a:ext>
              </a:extLst>
            </p:cNvPr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>
              <a:extLst>
                <a:ext uri="{FF2B5EF4-FFF2-40B4-BE49-F238E27FC236}">
                  <a16:creationId xmlns:a16="http://schemas.microsoft.com/office/drawing/2014/main" id="{E51119E9-56A5-2751-D235-A81E8E912758}"/>
                </a:ext>
              </a:extLst>
            </p:cNvPr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>
              <a:extLst>
                <a:ext uri="{FF2B5EF4-FFF2-40B4-BE49-F238E27FC236}">
                  <a16:creationId xmlns:a16="http://schemas.microsoft.com/office/drawing/2014/main" id="{D65E9991-7047-30C0-88AD-BE7A4020DA09}"/>
                </a:ext>
              </a:extLst>
            </p:cNvPr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>
              <a:extLst>
                <a:ext uri="{FF2B5EF4-FFF2-40B4-BE49-F238E27FC236}">
                  <a16:creationId xmlns:a16="http://schemas.microsoft.com/office/drawing/2014/main" id="{63AEC433-A01B-54E3-C401-988BC9EC6504}"/>
                </a:ext>
              </a:extLst>
            </p:cNvPr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>
              <a:extLst>
                <a:ext uri="{FF2B5EF4-FFF2-40B4-BE49-F238E27FC236}">
                  <a16:creationId xmlns:a16="http://schemas.microsoft.com/office/drawing/2014/main" id="{712754E1-4A21-4B1C-A7C1-5926DCE429CC}"/>
                </a:ext>
              </a:extLst>
            </p:cNvPr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>
              <a:extLst>
                <a:ext uri="{FF2B5EF4-FFF2-40B4-BE49-F238E27FC236}">
                  <a16:creationId xmlns:a16="http://schemas.microsoft.com/office/drawing/2014/main" id="{F731F935-03E6-E34D-90D9-EAEA2CB1E743}"/>
                </a:ext>
              </a:extLst>
            </p:cNvPr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CN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>
              <a:extLst>
                <a:ext uri="{FF2B5EF4-FFF2-40B4-BE49-F238E27FC236}">
                  <a16:creationId xmlns:a16="http://schemas.microsoft.com/office/drawing/2014/main" id="{93708669-2A88-F86C-A452-418197C0A5B3}"/>
                </a:ext>
              </a:extLst>
            </p:cNvPr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8" name="TextBox 537">
              <a:extLst>
                <a:ext uri="{FF2B5EF4-FFF2-40B4-BE49-F238E27FC236}">
                  <a16:creationId xmlns:a16="http://schemas.microsoft.com/office/drawing/2014/main" id="{80AF749E-51AD-0F2F-8F2D-59BA2CD63592}"/>
                </a:ext>
              </a:extLst>
            </p:cNvPr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9" name="TextBox 538">
              <a:extLst>
                <a:ext uri="{FF2B5EF4-FFF2-40B4-BE49-F238E27FC236}">
                  <a16:creationId xmlns:a16="http://schemas.microsoft.com/office/drawing/2014/main" id="{5A87A176-748B-F0B9-ACA5-972D2976624A}"/>
                </a:ext>
              </a:extLst>
            </p:cNvPr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0" name="TextBox 539">
              <a:extLst>
                <a:ext uri="{FF2B5EF4-FFF2-40B4-BE49-F238E27FC236}">
                  <a16:creationId xmlns:a16="http://schemas.microsoft.com/office/drawing/2014/main" id="{BC6AD61F-1D53-8FAF-3650-28A3867878F9}"/>
                </a:ext>
              </a:extLst>
            </p:cNvPr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38F0A4BE-6DE5-315D-65D8-4131FB78697C}"/>
                </a:ext>
              </a:extLst>
            </p:cNvPr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2" name="TextBox 541">
              <a:extLst>
                <a:ext uri="{FF2B5EF4-FFF2-40B4-BE49-F238E27FC236}">
                  <a16:creationId xmlns:a16="http://schemas.microsoft.com/office/drawing/2014/main" id="{8FA9D922-7EFB-85E3-A718-4C48207F269B}"/>
                </a:ext>
              </a:extLst>
            </p:cNvPr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CN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3" name="TextBox 542">
              <a:extLst>
                <a:ext uri="{FF2B5EF4-FFF2-40B4-BE49-F238E27FC236}">
                  <a16:creationId xmlns:a16="http://schemas.microsoft.com/office/drawing/2014/main" id="{3F0359FB-C3D8-D03F-6D78-F365DA9AA9CF}"/>
                </a:ext>
              </a:extLst>
            </p:cNvPr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0C84E665-F2F2-E752-85C4-F7D1A6BDFD47}"/>
                </a:ext>
              </a:extLst>
            </p:cNvPr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</p:spTree>
    <p:extLst>
      <p:ext uri="{BB962C8B-B14F-4D97-AF65-F5344CB8AC3E}">
        <p14:creationId xmlns:p14="http://schemas.microsoft.com/office/powerpoint/2010/main" val="3475762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>
            <a:extLst>
              <a:ext uri="{FF2B5EF4-FFF2-40B4-BE49-F238E27FC236}">
                <a16:creationId xmlns:a16="http://schemas.microsoft.com/office/drawing/2014/main" id="{7792D598-750E-AFBF-CD1B-7B35F75D79F3}"/>
              </a:ext>
            </a:extLst>
          </p:cNvPr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02" name="Rounded Rectangle 601">
            <a:extLst>
              <a:ext uri="{FF2B5EF4-FFF2-40B4-BE49-F238E27FC236}">
                <a16:creationId xmlns:a16="http://schemas.microsoft.com/office/drawing/2014/main" id="{C12C7B8E-8561-EDAF-5185-2B26433910AA}"/>
              </a:ext>
            </a:extLst>
          </p:cNvPr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44" name="Rounded Rectangle 643">
            <a:extLst>
              <a:ext uri="{FF2B5EF4-FFF2-40B4-BE49-F238E27FC236}">
                <a16:creationId xmlns:a16="http://schemas.microsoft.com/office/drawing/2014/main" id="{7FFD7860-9626-AC31-72FE-9C9375EA696D}"/>
              </a:ext>
            </a:extLst>
          </p:cNvPr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751" name="Rounded Rectangle 750">
            <a:extLst>
              <a:ext uri="{FF2B5EF4-FFF2-40B4-BE49-F238E27FC236}">
                <a16:creationId xmlns:a16="http://schemas.microsoft.com/office/drawing/2014/main" id="{9C6A4A8B-F004-E098-A924-D9B8B9ED14D4}"/>
              </a:ext>
            </a:extLst>
          </p:cNvPr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642" name="Rounded Rectangle 641">
            <a:extLst>
              <a:ext uri="{FF2B5EF4-FFF2-40B4-BE49-F238E27FC236}">
                <a16:creationId xmlns:a16="http://schemas.microsoft.com/office/drawing/2014/main" id="{E5FF49D5-277D-C7F1-08E7-A3BF8E86A3C0}"/>
              </a:ext>
            </a:extLst>
          </p:cNvPr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57" name="Rounded Rectangle 756">
            <a:extLst>
              <a:ext uri="{FF2B5EF4-FFF2-40B4-BE49-F238E27FC236}">
                <a16:creationId xmlns:a16="http://schemas.microsoft.com/office/drawing/2014/main" id="{B03BBC53-5C49-C599-05FB-7D09CFB50D2F}"/>
              </a:ext>
            </a:extLst>
          </p:cNvPr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DE762DA-D3E4-2F7A-BCDD-2EE6274867A2}"/>
              </a:ext>
            </a:extLst>
          </p:cNvPr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18115A5-F304-146E-28BD-814340E83990}"/>
              </a:ext>
            </a:extLst>
          </p:cNvPr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49" name="Rounded Rectangle 748">
            <a:extLst>
              <a:ext uri="{FF2B5EF4-FFF2-40B4-BE49-F238E27FC236}">
                <a16:creationId xmlns:a16="http://schemas.microsoft.com/office/drawing/2014/main" id="{75D0D66F-7A69-39A4-ABD1-264B4D2C10C3}"/>
              </a:ext>
            </a:extLst>
          </p:cNvPr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-Owned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  <a:endParaRPr lang="en-CN" sz="1100" dirty="0"/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>
            <a:extLst>
              <a:ext uri="{FF2B5EF4-FFF2-40B4-BE49-F238E27FC236}">
                <a16:creationId xmlns:a16="http://schemas.microsoft.com/office/drawing/2014/main" id="{4DF08E1F-46AF-9527-A2B6-3DC4B73FFA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>
            <a:extLst>
              <a:ext uri="{FF2B5EF4-FFF2-40B4-BE49-F238E27FC236}">
                <a16:creationId xmlns:a16="http://schemas.microsoft.com/office/drawing/2014/main" id="{CC17C11D-97CB-24C3-679A-D9A41EA1E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>
            <a:extLst>
              <a:ext uri="{FF2B5EF4-FFF2-40B4-BE49-F238E27FC236}">
                <a16:creationId xmlns:a16="http://schemas.microsoft.com/office/drawing/2014/main" id="{D4378E33-81B5-A48E-4B65-BB5ACEE8EF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>
            <a:extLst>
              <a:ext uri="{FF2B5EF4-FFF2-40B4-BE49-F238E27FC236}">
                <a16:creationId xmlns:a16="http://schemas.microsoft.com/office/drawing/2014/main" id="{5914C81D-F1D0-5E87-A6CE-47C035C743F9}"/>
              </a:ext>
            </a:extLst>
          </p:cNvPr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F9697955-69B2-3DA3-763B-2F4CFB10E77E}"/>
              </a:ext>
            </a:extLst>
          </p:cNvPr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CN" dirty="0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6D3E4CE0-5FEE-147D-6F8B-4AD029D4DB30}"/>
              </a:ext>
            </a:extLst>
          </p:cNvPr>
          <p:cNvCxnSpPr>
            <a:cxnSpLocks/>
          </p:cNvCxnSpPr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>
            <a:extLst>
              <a:ext uri="{FF2B5EF4-FFF2-40B4-BE49-F238E27FC236}">
                <a16:creationId xmlns:a16="http://schemas.microsoft.com/office/drawing/2014/main" id="{15936C21-D1D4-F2F3-3D03-868230B08D8C}"/>
              </a:ext>
            </a:extLst>
          </p:cNvPr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0F7A7562-32F7-16D3-5B43-937F9F3B7034}"/>
              </a:ext>
            </a:extLst>
          </p:cNvPr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  <a:endParaRPr lang="en-CN" sz="1600" dirty="0"/>
          </a:p>
        </p:txBody>
      </p:sp>
      <p:cxnSp>
        <p:nvCxnSpPr>
          <p:cNvPr id="551" name="Straight Arrow Connector 550">
            <a:extLst>
              <a:ext uri="{FF2B5EF4-FFF2-40B4-BE49-F238E27FC236}">
                <a16:creationId xmlns:a16="http://schemas.microsoft.com/office/drawing/2014/main" id="{019ECFDC-64CE-5BD6-68DA-2E4A999EF94F}"/>
              </a:ext>
            </a:extLst>
          </p:cNvPr>
          <p:cNvCxnSpPr>
            <a:cxnSpLocks/>
          </p:cNvCxnSpPr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>
            <a:extLst>
              <a:ext uri="{FF2B5EF4-FFF2-40B4-BE49-F238E27FC236}">
                <a16:creationId xmlns:a16="http://schemas.microsoft.com/office/drawing/2014/main" id="{0CD49422-E6BE-D6FF-4404-D2684BB7DC64}"/>
              </a:ext>
            </a:extLst>
          </p:cNvPr>
          <p:cNvCxnSpPr>
            <a:cxnSpLocks/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>
            <a:extLst>
              <a:ext uri="{FF2B5EF4-FFF2-40B4-BE49-F238E27FC236}">
                <a16:creationId xmlns:a16="http://schemas.microsoft.com/office/drawing/2014/main" id="{B9DD59E6-B333-6840-16D4-850DE489524F}"/>
              </a:ext>
            </a:extLst>
          </p:cNvPr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1FD28F48-C76E-FB5D-916D-87414A2A379F}"/>
              </a:ext>
            </a:extLst>
          </p:cNvPr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4FF7E55A-1937-3A53-58AF-E97AB4A91A31}"/>
              </a:ext>
            </a:extLst>
          </p:cNvPr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1AC7DCEC-8018-78FD-EF07-9942AEF6BD78}"/>
              </a:ext>
            </a:extLst>
          </p:cNvPr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81046CA8-BDB9-D103-BF5E-F9E09EE41315}"/>
              </a:ext>
            </a:extLst>
          </p:cNvPr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83C5B608-DD55-D083-9CF0-702BFCD82564}"/>
              </a:ext>
            </a:extLst>
          </p:cNvPr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>
            <a:extLst>
              <a:ext uri="{FF2B5EF4-FFF2-40B4-BE49-F238E27FC236}">
                <a16:creationId xmlns:a16="http://schemas.microsoft.com/office/drawing/2014/main" id="{346F0D35-DFAA-D2D4-A244-100610495C11}"/>
              </a:ext>
            </a:extLst>
          </p:cNvPr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>
            <a:extLst>
              <a:ext uri="{FF2B5EF4-FFF2-40B4-BE49-F238E27FC236}">
                <a16:creationId xmlns:a16="http://schemas.microsoft.com/office/drawing/2014/main" id="{B655499E-05E7-631C-8B75-4A6AE2167A6D}"/>
              </a:ext>
            </a:extLst>
          </p:cNvPr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>
            <a:extLst>
              <a:ext uri="{FF2B5EF4-FFF2-40B4-BE49-F238E27FC236}">
                <a16:creationId xmlns:a16="http://schemas.microsoft.com/office/drawing/2014/main" id="{65EF7C33-99C8-6223-09BD-359680AE2FDC}"/>
              </a:ext>
            </a:extLst>
          </p:cNvPr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>
            <a:extLst>
              <a:ext uri="{FF2B5EF4-FFF2-40B4-BE49-F238E27FC236}">
                <a16:creationId xmlns:a16="http://schemas.microsoft.com/office/drawing/2014/main" id="{2EFF53F7-AA39-CDA5-D8CE-C124B5973C4D}"/>
              </a:ext>
            </a:extLst>
          </p:cNvPr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>
            <a:extLst>
              <a:ext uri="{FF2B5EF4-FFF2-40B4-BE49-F238E27FC236}">
                <a16:creationId xmlns:a16="http://schemas.microsoft.com/office/drawing/2014/main" id="{C36DD1BC-55FF-0448-C099-A4BF8D2863D9}"/>
              </a:ext>
            </a:extLst>
          </p:cNvPr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>
            <a:extLst>
              <a:ext uri="{FF2B5EF4-FFF2-40B4-BE49-F238E27FC236}">
                <a16:creationId xmlns:a16="http://schemas.microsoft.com/office/drawing/2014/main" id="{228B2F72-73A8-F9BD-07FA-6518D8D2E9A7}"/>
              </a:ext>
            </a:extLst>
          </p:cNvPr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E94F84D6-5E27-47BF-C63D-D3BFF3FDB159}"/>
              </a:ext>
            </a:extLst>
          </p:cNvPr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4AD8E4DB-070E-66F9-3337-778205B7A811}"/>
              </a:ext>
            </a:extLst>
          </p:cNvPr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>
            <a:extLst>
              <a:ext uri="{FF2B5EF4-FFF2-40B4-BE49-F238E27FC236}">
                <a16:creationId xmlns:a16="http://schemas.microsoft.com/office/drawing/2014/main" id="{F99AB299-B0DB-A637-0B5B-79DCE3F19ACA}"/>
              </a:ext>
            </a:extLst>
          </p:cNvPr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>
            <a:extLst>
              <a:ext uri="{FF2B5EF4-FFF2-40B4-BE49-F238E27FC236}">
                <a16:creationId xmlns:a16="http://schemas.microsoft.com/office/drawing/2014/main" id="{6D4BD87E-6E8E-B97D-1BA3-D236C42120D2}"/>
              </a:ext>
            </a:extLst>
          </p:cNvPr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>
            <a:extLst>
              <a:ext uri="{FF2B5EF4-FFF2-40B4-BE49-F238E27FC236}">
                <a16:creationId xmlns:a16="http://schemas.microsoft.com/office/drawing/2014/main" id="{6F738D15-08F4-6C34-AB4C-0B0A08591332}"/>
              </a:ext>
            </a:extLst>
          </p:cNvPr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>
            <a:extLst>
              <a:ext uri="{FF2B5EF4-FFF2-40B4-BE49-F238E27FC236}">
                <a16:creationId xmlns:a16="http://schemas.microsoft.com/office/drawing/2014/main" id="{D9A09352-2448-6BD0-F0AD-AC842EA4D8E7}"/>
              </a:ext>
            </a:extLst>
          </p:cNvPr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C9F59DE8-E97D-A9A2-675F-79A0D9AB6FAA}"/>
              </a:ext>
            </a:extLst>
          </p:cNvPr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>
            <a:extLst>
              <a:ext uri="{FF2B5EF4-FFF2-40B4-BE49-F238E27FC236}">
                <a16:creationId xmlns:a16="http://schemas.microsoft.com/office/drawing/2014/main" id="{571EF2E6-ED49-504A-0885-D511A46A95F4}"/>
              </a:ext>
            </a:extLst>
          </p:cNvPr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D556B2F9-894C-A69D-B067-AC73A6B26105}"/>
              </a:ext>
            </a:extLst>
          </p:cNvPr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  <a:endParaRPr lang="en-CN" dirty="0"/>
          </a:p>
        </p:txBody>
      </p:sp>
      <p:cxnSp>
        <p:nvCxnSpPr>
          <p:cNvPr id="700" name="Elbow Connector 699">
            <a:extLst>
              <a:ext uri="{FF2B5EF4-FFF2-40B4-BE49-F238E27FC236}">
                <a16:creationId xmlns:a16="http://schemas.microsoft.com/office/drawing/2014/main" id="{3D62FEDC-C17B-2C47-76FE-9EEEC2CC64EF}"/>
              </a:ext>
            </a:extLst>
          </p:cNvPr>
          <p:cNvCxnSpPr>
            <a:cxnSpLocks/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>
            <a:extLst>
              <a:ext uri="{FF2B5EF4-FFF2-40B4-BE49-F238E27FC236}">
                <a16:creationId xmlns:a16="http://schemas.microsoft.com/office/drawing/2014/main" id="{80056220-4F9D-6D71-C99E-031C4AF02568}"/>
              </a:ext>
            </a:extLst>
          </p:cNvPr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89E2F-BBAF-16F9-4E85-3DDDB0E66391}"/>
              </a:ext>
            </a:extLst>
          </p:cNvPr>
          <p:cNvCxnSpPr>
            <a:cxnSpLocks/>
          </p:cNvCxnSpPr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7AA31AE-F55B-25E5-2017-6A6E982E5497}"/>
              </a:ext>
            </a:extLst>
          </p:cNvPr>
          <p:cNvCxnSpPr>
            <a:cxnSpLocks/>
          </p:cNvCxnSpPr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0EAC786-9189-BDAB-82D8-AB1D900B1507}"/>
              </a:ext>
            </a:extLst>
          </p:cNvPr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A4BB01-1E6F-2D95-049B-4176C7FAB67F}"/>
              </a:ext>
            </a:extLst>
          </p:cNvPr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09A7B7-121E-4CBB-C583-62FC56FB3ECA}"/>
              </a:ext>
            </a:extLst>
          </p:cNvPr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Developer Accomplishing Programming Tasks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BD44EF-06DC-045E-45FB-2885A026C5F2}"/>
              </a:ext>
            </a:extLst>
          </p:cNvPr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Training LLMs Using Accesible Corpus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513E8-13F8-9C4B-1B54-F909E0854E39}"/>
              </a:ext>
            </a:extLst>
          </p:cNvPr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681AF0-AC93-934A-D1B7-14E80DFC4E83}"/>
              </a:ext>
            </a:extLst>
          </p:cNvPr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B08A58-72DD-E51A-375A-D424530B9B86}"/>
              </a:ext>
            </a:extLst>
          </p:cNvPr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0C611-FB8D-A548-E18A-F9DE8B0731F6}"/>
              </a:ext>
            </a:extLst>
          </p:cNvPr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332471F0-04D2-7087-F400-EF78E27981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>
            <a:extLst>
              <a:ext uri="{FF2B5EF4-FFF2-40B4-BE49-F238E27FC236}">
                <a16:creationId xmlns:a16="http://schemas.microsoft.com/office/drawing/2014/main" id="{212F23C5-287E-C3CD-6583-D1944C08D2AA}"/>
              </a:ext>
            </a:extLst>
          </p:cNvPr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4B64BC54-8997-315B-AE9F-BD283F12D9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4DA0013-8E74-3C9E-156B-9333C3E04972}"/>
              </a:ext>
            </a:extLst>
          </p:cNvPr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296D16-5F7E-06EE-76A4-D50101FA646B}"/>
              </a:ext>
            </a:extLst>
          </p:cNvPr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CN" dirty="0"/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A5DD0C95-6C0D-7E13-E04D-836A261F8DB7}"/>
              </a:ext>
            </a:extLst>
          </p:cNvPr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63AA3258-7D93-1A56-01D1-7C13B1878FC3}"/>
              </a:ext>
            </a:extLst>
          </p:cNvPr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8DAD4812-789D-F341-54C4-EF7EC451A197}"/>
              </a:ext>
            </a:extLst>
          </p:cNvPr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1FEAF110-4BC4-8CE7-E07D-8501296567D7}"/>
              </a:ext>
            </a:extLst>
          </p:cNvPr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AAD21F88-3FB2-3CBD-1383-734B777BCB24}"/>
              </a:ext>
            </a:extLst>
          </p:cNvPr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7EF81ECE-EC0E-0607-B137-D68E38695254}"/>
              </a:ext>
            </a:extLst>
          </p:cNvPr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77987F9-0817-BA86-0511-02F9B325E3CD}"/>
              </a:ext>
            </a:extLst>
          </p:cNvPr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792AF51F-A265-310E-9416-EE155951D455}"/>
              </a:ext>
            </a:extLst>
          </p:cNvPr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6747A41F-6FF6-8E35-DEDF-FA04FB9DF36E}"/>
              </a:ext>
            </a:extLst>
          </p:cNvPr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5F104873-0248-99C2-4513-E8FFA44C0A07}"/>
              </a:ext>
            </a:extLst>
          </p:cNvPr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4FA00830-63CC-0831-F011-FD5C81BD5163}"/>
              </a:ext>
            </a:extLst>
          </p:cNvPr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2F8A46EA-4589-BC99-2702-3B7CA0D34E7C}"/>
              </a:ext>
            </a:extLst>
          </p:cNvPr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7039464F-10CC-E3C6-1E46-82D21CE31A92}"/>
              </a:ext>
            </a:extLst>
          </p:cNvPr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E2A12227-5D3B-C119-2DB3-91D506650E86}"/>
              </a:ext>
            </a:extLst>
          </p:cNvPr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97B844D6-620A-BEC4-9CF4-C9D1F45C4F31}"/>
              </a:ext>
            </a:extLst>
          </p:cNvPr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D734D8DA-ECBC-0275-5919-F8AE73295634}"/>
              </a:ext>
            </a:extLst>
          </p:cNvPr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B69DA3B8-EC27-7EAC-F5D0-1C8A15572A0D}"/>
              </a:ext>
            </a:extLst>
          </p:cNvPr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5187C918-4A1A-96AA-0B94-1B97C69F2EB6}"/>
              </a:ext>
            </a:extLst>
          </p:cNvPr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39C7F723-145F-9AC5-B88C-91BAEBBE8DBE}"/>
              </a:ext>
            </a:extLst>
          </p:cNvPr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4F71012F-C6FE-551D-3E29-B2C47C86E8B7}"/>
              </a:ext>
            </a:extLst>
          </p:cNvPr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20C92DE-F5A4-039B-2BFB-C1BD7670A12E}"/>
              </a:ext>
            </a:extLst>
          </p:cNvPr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D07033D3-B4B4-C81B-D56F-B864B686406C}"/>
              </a:ext>
            </a:extLst>
          </p:cNvPr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>
            <a:extLst>
              <a:ext uri="{FF2B5EF4-FFF2-40B4-BE49-F238E27FC236}">
                <a16:creationId xmlns:a16="http://schemas.microsoft.com/office/drawing/2014/main" id="{4DAC2287-A08F-294A-8E8A-5412DA94FB39}"/>
              </a:ext>
            </a:extLst>
          </p:cNvPr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342D979B-FC44-71C6-5515-1A7AC3E9BCCC}"/>
              </a:ext>
            </a:extLst>
          </p:cNvPr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19AB89BD-A94E-6582-D300-A9CAD3E8C16A}"/>
              </a:ext>
            </a:extLst>
          </p:cNvPr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BF203E05-741C-201E-7C67-49802C4C4979}"/>
              </a:ext>
            </a:extLst>
          </p:cNvPr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2183B29C-1909-E0AF-2ECD-E00F3ECE705D}"/>
              </a:ext>
            </a:extLst>
          </p:cNvPr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C5A52854-B668-8A7B-8236-7EA8FD552AD0}"/>
              </a:ext>
            </a:extLst>
          </p:cNvPr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A42B6488-9DE4-60AA-0D77-ABB9D5B16A5A}"/>
              </a:ext>
            </a:extLst>
          </p:cNvPr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C2380BF1-3351-E0F8-B7B1-25ECA80AF3C2}"/>
              </a:ext>
            </a:extLst>
          </p:cNvPr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21F84F52-4CAB-05CA-3C7D-8569D9F5EC15}"/>
              </a:ext>
            </a:extLst>
          </p:cNvPr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0D78C5B6-55FE-13A5-9AD2-1BA6D46B41F5}"/>
              </a:ext>
            </a:extLst>
          </p:cNvPr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C062A2B4-2724-A3E6-F6FE-5264121D8D11}"/>
              </a:ext>
            </a:extLst>
          </p:cNvPr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69B82F14-12D2-B394-883A-0580267B1A1F}"/>
              </a:ext>
            </a:extLst>
          </p:cNvPr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072A4FA1-53FC-A865-20E5-A57ABF3EE080}"/>
              </a:ext>
            </a:extLst>
          </p:cNvPr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A8E69258-E532-4B2D-F27E-4546B611B32C}"/>
              </a:ext>
            </a:extLst>
          </p:cNvPr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1025B1A3-D48F-4EE1-AA90-BE96D52D53B8}"/>
              </a:ext>
            </a:extLst>
          </p:cNvPr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64437806-0A19-EF81-C305-1FF11BD111E6}"/>
              </a:ext>
            </a:extLst>
          </p:cNvPr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07C72455-1CBB-C689-6CBE-382F8AB60B15}"/>
              </a:ext>
            </a:extLst>
          </p:cNvPr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>
            <a:extLst>
              <a:ext uri="{FF2B5EF4-FFF2-40B4-BE49-F238E27FC236}">
                <a16:creationId xmlns:a16="http://schemas.microsoft.com/office/drawing/2014/main" id="{BE3CE4E3-E8B5-5C73-DCFB-E2494405B763}"/>
              </a:ext>
            </a:extLst>
          </p:cNvPr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5E5D3684-9E5E-148A-25B9-5DE3DE2C65FC}"/>
              </a:ext>
            </a:extLst>
          </p:cNvPr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2BEB3077-C556-DADA-0C88-34496A27EBAC}"/>
              </a:ext>
            </a:extLst>
          </p:cNvPr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2E0D7869-25D1-496A-5618-8F84AFB1EB38}"/>
              </a:ext>
            </a:extLst>
          </p:cNvPr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6B11EEC4-1B1D-9FD2-5AAD-D702C132FDE5}"/>
              </a:ext>
            </a:extLst>
          </p:cNvPr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>
            <a:extLst>
              <a:ext uri="{FF2B5EF4-FFF2-40B4-BE49-F238E27FC236}">
                <a16:creationId xmlns:a16="http://schemas.microsoft.com/office/drawing/2014/main" id="{8DB774C9-A156-F49D-B0E9-D98851A1AE64}"/>
              </a:ext>
            </a:extLst>
          </p:cNvPr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>
            <a:extLst>
              <a:ext uri="{FF2B5EF4-FFF2-40B4-BE49-F238E27FC236}">
                <a16:creationId xmlns:a16="http://schemas.microsoft.com/office/drawing/2014/main" id="{4E4918F2-23CF-5E44-8BE3-4B7447F28FAA}"/>
              </a:ext>
            </a:extLst>
          </p:cNvPr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6D20DA81-0F27-7DC9-DA9D-6A462E50251D}"/>
              </a:ext>
            </a:extLst>
          </p:cNvPr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>
            <a:extLst>
              <a:ext uri="{FF2B5EF4-FFF2-40B4-BE49-F238E27FC236}">
                <a16:creationId xmlns:a16="http://schemas.microsoft.com/office/drawing/2014/main" id="{3AAFFDEA-8AC4-8BAF-887C-87841B51FED1}"/>
              </a:ext>
            </a:extLst>
          </p:cNvPr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>
            <a:extLst>
              <a:ext uri="{FF2B5EF4-FFF2-40B4-BE49-F238E27FC236}">
                <a16:creationId xmlns:a16="http://schemas.microsoft.com/office/drawing/2014/main" id="{380F2820-686D-9256-3226-C7C3B311CF67}"/>
              </a:ext>
            </a:extLst>
          </p:cNvPr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722C50C8-0F4D-7236-8718-9633A49D75A5}"/>
              </a:ext>
            </a:extLst>
          </p:cNvPr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434B0A56-6DEE-A37A-6533-BB70DB96DDF2}"/>
              </a:ext>
            </a:extLst>
          </p:cNvPr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2F56F4D7-03B8-8B03-7148-B11D63821938}"/>
              </a:ext>
            </a:extLst>
          </p:cNvPr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38F088F6-C5A8-FAAE-B4F0-E1EF58C51407}"/>
              </a:ext>
            </a:extLst>
          </p:cNvPr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9AC2FCD2-F213-ED58-D51E-4981EBD65CC9}"/>
              </a:ext>
            </a:extLst>
          </p:cNvPr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E72AD752-0BBF-7E4C-E234-9622BF01E85F}"/>
              </a:ext>
            </a:extLst>
          </p:cNvPr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4863C695-6262-1DFC-9EBD-4840B977AF80}"/>
              </a:ext>
            </a:extLst>
          </p:cNvPr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DB23516B-7233-DF4E-3B5A-1B778617EAB3}"/>
              </a:ext>
            </a:extLst>
          </p:cNvPr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D67954EF-EF0B-E3C1-5AE2-5D3FA89530F1}"/>
              </a:ext>
            </a:extLst>
          </p:cNvPr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D7B3FFAB-316C-A679-E841-7F9EC91196FD}"/>
              </a:ext>
            </a:extLst>
          </p:cNvPr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26A8400B-E11A-3ECB-3F54-016A8682843B}"/>
              </a:ext>
            </a:extLst>
          </p:cNvPr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9CA6905E-0D4A-0815-3852-7408EA7C183E}"/>
              </a:ext>
            </a:extLst>
          </p:cNvPr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8F1A9F13-3968-7CBE-E2B8-CD1189285DB9}"/>
              </a:ext>
            </a:extLst>
          </p:cNvPr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7BBDC06A-D4D1-242E-7EA2-4F239F5ACDB3}"/>
              </a:ext>
            </a:extLst>
          </p:cNvPr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>
            <a:extLst>
              <a:ext uri="{FF2B5EF4-FFF2-40B4-BE49-F238E27FC236}">
                <a16:creationId xmlns:a16="http://schemas.microsoft.com/office/drawing/2014/main" id="{1284D102-74BB-7A86-9D24-6B3630767626}"/>
              </a:ext>
            </a:extLst>
          </p:cNvPr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>
            <a:extLst>
              <a:ext uri="{FF2B5EF4-FFF2-40B4-BE49-F238E27FC236}">
                <a16:creationId xmlns:a16="http://schemas.microsoft.com/office/drawing/2014/main" id="{C468E57F-84E3-3AA4-9C46-9E78FE5C3887}"/>
              </a:ext>
            </a:extLst>
          </p:cNvPr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CE77AF00-BAD8-77A7-9522-5EC307BE7DA6}"/>
              </a:ext>
            </a:extLst>
          </p:cNvPr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2E679CAD-46BA-9F11-65D5-372FBB267077}"/>
              </a:ext>
            </a:extLst>
          </p:cNvPr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65079447-7491-2D39-1950-A89C1F4CB306}"/>
              </a:ext>
            </a:extLst>
          </p:cNvPr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>
            <a:extLst>
              <a:ext uri="{FF2B5EF4-FFF2-40B4-BE49-F238E27FC236}">
                <a16:creationId xmlns:a16="http://schemas.microsoft.com/office/drawing/2014/main" id="{93708669-2A88-F86C-A452-418197C0A5B3}"/>
              </a:ext>
            </a:extLst>
          </p:cNvPr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8" name="TextBox 537">
            <a:extLst>
              <a:ext uri="{FF2B5EF4-FFF2-40B4-BE49-F238E27FC236}">
                <a16:creationId xmlns:a16="http://schemas.microsoft.com/office/drawing/2014/main" id="{80AF749E-51AD-0F2F-8F2D-59BA2CD63592}"/>
              </a:ext>
            </a:extLst>
          </p:cNvPr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5A87A176-748B-F0B9-ACA5-972D2976624A}"/>
              </a:ext>
            </a:extLst>
          </p:cNvPr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0C84E665-F2F2-E752-85C4-F7D1A6BDFD47}"/>
              </a:ext>
            </a:extLst>
          </p:cNvPr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67BE31-D7C0-86D9-5622-181388DC0693}"/>
              </a:ext>
            </a:extLst>
          </p:cNvPr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Getting Conditioned Probabilities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143FEB-2601-B8F1-90DB-647B51B30DFE}"/>
              </a:ext>
            </a:extLst>
          </p:cNvPr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CN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22B4667C-DB74-44C0-F7DA-CAC0A01CFA11}"/>
              </a:ext>
            </a:extLst>
          </p:cNvPr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>
            <a:extLst>
              <a:ext uri="{FF2B5EF4-FFF2-40B4-BE49-F238E27FC236}">
                <a16:creationId xmlns:a16="http://schemas.microsoft.com/office/drawing/2014/main" id="{C9BE4948-FD58-54F2-1D5D-712FBF510BE8}"/>
              </a:ext>
            </a:extLst>
          </p:cNvPr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4F5EF2CF-6D36-8D5F-AD3E-B9BDA0B55E02}"/>
              </a:ext>
            </a:extLst>
          </p:cNvPr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A1E3A2D-3E1F-3274-5AAF-7997703ED04D}"/>
              </a:ext>
            </a:extLst>
          </p:cNvPr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EAF0B242-D601-93B7-828B-C0FF743D4629}"/>
              </a:ext>
            </a:extLst>
          </p:cNvPr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95AF4A17-C6B5-7FA1-1B06-C969E1ACE58D}"/>
              </a:ext>
            </a:extLst>
          </p:cNvPr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F549C828-CAFB-4BCE-253D-ACD1FBEB7029}"/>
              </a:ext>
            </a:extLst>
          </p:cNvPr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876E8D3-A023-9C42-0586-39F6DA022BD2}"/>
              </a:ext>
            </a:extLst>
          </p:cNvPr>
          <p:cNvCxnSpPr>
            <a:cxnSpLocks/>
          </p:cNvCxnSpPr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>
            <a:extLst>
              <a:ext uri="{FF2B5EF4-FFF2-40B4-BE49-F238E27FC236}">
                <a16:creationId xmlns:a16="http://schemas.microsoft.com/office/drawing/2014/main" id="{689D77E0-FE7D-6E05-D457-998298DBA368}"/>
              </a:ext>
            </a:extLst>
          </p:cNvPr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200" dirty="0"/>
              <a:t>Next </a:t>
            </a:r>
            <a:r>
              <a:rPr lang="en-US" sz="1200" dirty="0"/>
              <a:t>T</a:t>
            </a:r>
            <a:r>
              <a:rPr lang="en-CN" sz="1200" dirty="0"/>
              <a:t>oken Selection: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2B16AAF3-1D9E-F5E6-F8CE-9EE15F45D6FC}"/>
              </a:ext>
            </a:extLst>
          </p:cNvPr>
          <p:cNvCxnSpPr>
            <a:cxnSpLocks/>
          </p:cNvCxnSpPr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6B9DD555-3ECB-A84C-A81C-71EE407B19DD}"/>
              </a:ext>
            </a:extLst>
          </p:cNvPr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Syntax-Oriented Token Pruning</a:t>
            </a:r>
          </a:p>
        </p:txBody>
      </p:sp>
      <p:pic>
        <p:nvPicPr>
          <p:cNvPr id="122" name="Picture 121">
            <a:extLst>
              <a:ext uri="{FF2B5EF4-FFF2-40B4-BE49-F238E27FC236}">
                <a16:creationId xmlns:a16="http://schemas.microsoft.com/office/drawing/2014/main" id="{B63FDBF4-A3ED-29AB-BFA4-1199AA2F31A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2956ED7F-5B91-B300-2160-07018EBCF6E6}"/>
              </a:ext>
            </a:extLst>
          </p:cNvPr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600" dirty="0"/>
              <a:t>Retained Tokens</a:t>
            </a:r>
          </a:p>
        </p:txBody>
      </p:sp>
      <p:sp>
        <p:nvSpPr>
          <p:cNvPr id="513" name="TextBox 512">
            <a:extLst>
              <a:ext uri="{FF2B5EF4-FFF2-40B4-BE49-F238E27FC236}">
                <a16:creationId xmlns:a16="http://schemas.microsoft.com/office/drawing/2014/main" id="{D13CAC4B-3277-7AE8-D64A-7D95C1C52FCC}"/>
              </a:ext>
            </a:extLst>
          </p:cNvPr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9B34F1CF-4B94-C523-62DB-D5AC27338A77}"/>
              </a:ext>
            </a:extLst>
          </p:cNvPr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>
            <a:extLst>
              <a:ext uri="{FF2B5EF4-FFF2-40B4-BE49-F238E27FC236}">
                <a16:creationId xmlns:a16="http://schemas.microsoft.com/office/drawing/2014/main" id="{56C04A8F-ACF6-9A0B-3A14-047D99B28246}"/>
              </a:ext>
            </a:extLst>
          </p:cNvPr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2B149EC4-9F79-B6EE-9033-719A5862E589}"/>
              </a:ext>
            </a:extLst>
          </p:cNvPr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D3E384E0-8097-D65D-47B1-B15F7708C3BF}"/>
              </a:ext>
            </a:extLst>
          </p:cNvPr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526" name="TextBox 525">
            <a:extLst>
              <a:ext uri="{FF2B5EF4-FFF2-40B4-BE49-F238E27FC236}">
                <a16:creationId xmlns:a16="http://schemas.microsoft.com/office/drawing/2014/main" id="{98EAAFAB-001F-47BD-871C-07A90FE98262}"/>
              </a:ext>
            </a:extLst>
          </p:cNvPr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>
            <a:extLst>
              <a:ext uri="{FF2B5EF4-FFF2-40B4-BE49-F238E27FC236}">
                <a16:creationId xmlns:a16="http://schemas.microsoft.com/office/drawing/2014/main" id="{CB422555-B3B7-3821-6497-26270B3EB0BB}"/>
              </a:ext>
            </a:extLst>
          </p:cNvPr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>
            <a:extLst>
              <a:ext uri="{FF2B5EF4-FFF2-40B4-BE49-F238E27FC236}">
                <a16:creationId xmlns:a16="http://schemas.microsoft.com/office/drawing/2014/main" id="{1FFBA878-43B1-0D47-5C8D-C5FCF3F01D7E}"/>
              </a:ext>
            </a:extLst>
          </p:cNvPr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>
            <a:extLst>
              <a:ext uri="{FF2B5EF4-FFF2-40B4-BE49-F238E27FC236}">
                <a16:creationId xmlns:a16="http://schemas.microsoft.com/office/drawing/2014/main" id="{44685FD9-EDD8-6106-A72B-9A20541366C4}"/>
              </a:ext>
            </a:extLst>
          </p:cNvPr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02CBA58A-8D26-BC2B-87C1-BB4ABC5E0F70}"/>
              </a:ext>
            </a:extLst>
          </p:cNvPr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9E403AFE-B2E6-027F-7C11-EF1E4FD6C2D0}"/>
              </a:ext>
            </a:extLst>
          </p:cNvPr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>
            <a:extLst>
              <a:ext uri="{FF2B5EF4-FFF2-40B4-BE49-F238E27FC236}">
                <a16:creationId xmlns:a16="http://schemas.microsoft.com/office/drawing/2014/main" id="{B42B59FA-BB59-ED84-38C8-D96FA80788F9}"/>
              </a:ext>
            </a:extLst>
          </p:cNvPr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>
            <a:extLst>
              <a:ext uri="{FF2B5EF4-FFF2-40B4-BE49-F238E27FC236}">
                <a16:creationId xmlns:a16="http://schemas.microsoft.com/office/drawing/2014/main" id="{315710B2-37B3-CE40-1490-7E2A71AD40D6}"/>
              </a:ext>
            </a:extLst>
          </p:cNvPr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>
            <a:extLst>
              <a:ext uri="{FF2B5EF4-FFF2-40B4-BE49-F238E27FC236}">
                <a16:creationId xmlns:a16="http://schemas.microsoft.com/office/drawing/2014/main" id="{5D8B39A0-3DFB-154E-2B5E-D85BCE2822CE}"/>
              </a:ext>
            </a:extLst>
          </p:cNvPr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>
            <a:extLst>
              <a:ext uri="{FF2B5EF4-FFF2-40B4-BE49-F238E27FC236}">
                <a16:creationId xmlns:a16="http://schemas.microsoft.com/office/drawing/2014/main" id="{563234C4-6BF0-4E32-911E-9A00BE95366C}"/>
              </a:ext>
            </a:extLst>
          </p:cNvPr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>
            <a:extLst>
              <a:ext uri="{FF2B5EF4-FFF2-40B4-BE49-F238E27FC236}">
                <a16:creationId xmlns:a16="http://schemas.microsoft.com/office/drawing/2014/main" id="{4ECD8676-3AEF-9AC0-2CF8-BEDF402FC03F}"/>
              </a:ext>
            </a:extLst>
          </p:cNvPr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8FD9D099-4E42-F173-1BF6-CF5277C3F860}"/>
              </a:ext>
            </a:extLst>
          </p:cNvPr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>
            <a:extLst>
              <a:ext uri="{FF2B5EF4-FFF2-40B4-BE49-F238E27FC236}">
                <a16:creationId xmlns:a16="http://schemas.microsoft.com/office/drawing/2014/main" id="{F1BF048C-B575-706C-3032-7AA72B267689}"/>
              </a:ext>
            </a:extLst>
          </p:cNvPr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>
            <a:extLst>
              <a:ext uri="{FF2B5EF4-FFF2-40B4-BE49-F238E27FC236}">
                <a16:creationId xmlns:a16="http://schemas.microsoft.com/office/drawing/2014/main" id="{746005C6-89A0-6F59-BAB3-9EBA555FF9CA}"/>
              </a:ext>
            </a:extLst>
          </p:cNvPr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>
            <a:extLst>
              <a:ext uri="{FF2B5EF4-FFF2-40B4-BE49-F238E27FC236}">
                <a16:creationId xmlns:a16="http://schemas.microsoft.com/office/drawing/2014/main" id="{F288292E-B598-C67B-91B4-719E8348148F}"/>
              </a:ext>
            </a:extLst>
          </p:cNvPr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61" name="TextBox 560">
            <a:extLst>
              <a:ext uri="{FF2B5EF4-FFF2-40B4-BE49-F238E27FC236}">
                <a16:creationId xmlns:a16="http://schemas.microsoft.com/office/drawing/2014/main" id="{0BDAF9D1-CD40-996D-A2FE-D38C8B194CE0}"/>
              </a:ext>
            </a:extLst>
          </p:cNvPr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>
            <a:extLst>
              <a:ext uri="{FF2B5EF4-FFF2-40B4-BE49-F238E27FC236}">
                <a16:creationId xmlns:a16="http://schemas.microsoft.com/office/drawing/2014/main" id="{477C93F9-889A-B8BB-6F0A-C65FD086D722}"/>
              </a:ext>
            </a:extLst>
          </p:cNvPr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CAAC61B7-D52E-9569-358E-395F9D978B2B}"/>
              </a:ext>
            </a:extLst>
          </p:cNvPr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>
            <a:extLst>
              <a:ext uri="{FF2B5EF4-FFF2-40B4-BE49-F238E27FC236}">
                <a16:creationId xmlns:a16="http://schemas.microsoft.com/office/drawing/2014/main" id="{2C7CF9A1-336E-7435-314D-9FBBB090B9FC}"/>
              </a:ext>
            </a:extLst>
          </p:cNvPr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38AD61A9-2072-1582-50B5-609A2E993678}"/>
              </a:ext>
            </a:extLst>
          </p:cNvPr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566" name="TextBox 565">
            <a:extLst>
              <a:ext uri="{FF2B5EF4-FFF2-40B4-BE49-F238E27FC236}">
                <a16:creationId xmlns:a16="http://schemas.microsoft.com/office/drawing/2014/main" id="{8EE69FCC-056F-1F4D-4F79-AF268734C423}"/>
              </a:ext>
            </a:extLst>
          </p:cNvPr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>
            <a:extLst>
              <a:ext uri="{FF2B5EF4-FFF2-40B4-BE49-F238E27FC236}">
                <a16:creationId xmlns:a16="http://schemas.microsoft.com/office/drawing/2014/main" id="{D404457E-7B7E-2438-8418-D1B4F937D42A}"/>
              </a:ext>
            </a:extLst>
          </p:cNvPr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>
            <a:extLst>
              <a:ext uri="{FF2B5EF4-FFF2-40B4-BE49-F238E27FC236}">
                <a16:creationId xmlns:a16="http://schemas.microsoft.com/office/drawing/2014/main" id="{3CA51C8E-0265-B735-2B8F-A52C80ACCC71}"/>
              </a:ext>
            </a:extLst>
          </p:cNvPr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>
            <a:extLst>
              <a:ext uri="{FF2B5EF4-FFF2-40B4-BE49-F238E27FC236}">
                <a16:creationId xmlns:a16="http://schemas.microsoft.com/office/drawing/2014/main" id="{44F86354-938A-AE8E-0EAD-DBB5C1EC9F73}"/>
              </a:ext>
            </a:extLst>
          </p:cNvPr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>
            <a:extLst>
              <a:ext uri="{FF2B5EF4-FFF2-40B4-BE49-F238E27FC236}">
                <a16:creationId xmlns:a16="http://schemas.microsoft.com/office/drawing/2014/main" id="{59635B8C-9803-EAF1-A14B-5995BB1F28A8}"/>
              </a:ext>
            </a:extLst>
          </p:cNvPr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>
            <a:extLst>
              <a:ext uri="{FF2B5EF4-FFF2-40B4-BE49-F238E27FC236}">
                <a16:creationId xmlns:a16="http://schemas.microsoft.com/office/drawing/2014/main" id="{2E677A6D-3B2E-EF7A-68DF-1DD48F4B1D27}"/>
              </a:ext>
            </a:extLst>
          </p:cNvPr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>
            <a:extLst>
              <a:ext uri="{FF2B5EF4-FFF2-40B4-BE49-F238E27FC236}">
                <a16:creationId xmlns:a16="http://schemas.microsoft.com/office/drawing/2014/main" id="{55AD442A-7A1C-0791-1460-FF25EF111065}"/>
              </a:ext>
            </a:extLst>
          </p:cNvPr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799689F4-6D1F-6165-6C1C-92DA49B706D8}"/>
              </a:ext>
            </a:extLst>
          </p:cNvPr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>
            <a:extLst>
              <a:ext uri="{FF2B5EF4-FFF2-40B4-BE49-F238E27FC236}">
                <a16:creationId xmlns:a16="http://schemas.microsoft.com/office/drawing/2014/main" id="{833763C8-98DA-2937-6C86-F1CE24D999C8}"/>
              </a:ext>
            </a:extLst>
          </p:cNvPr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>
            <a:extLst>
              <a:ext uri="{FF2B5EF4-FFF2-40B4-BE49-F238E27FC236}">
                <a16:creationId xmlns:a16="http://schemas.microsoft.com/office/drawing/2014/main" id="{1CF3A9A8-FD80-695D-B190-A2403C3FE80B}"/>
              </a:ext>
            </a:extLst>
          </p:cNvPr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4AD7704-F722-436F-DE4C-9EF26539B077}"/>
              </a:ext>
            </a:extLst>
          </p:cNvPr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81260A9-FFE8-6B74-35B5-18A558F64BE0}"/>
              </a:ext>
            </a:extLst>
          </p:cNvPr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3CFB462-74DF-8DE5-1C7D-15E22BE38592}"/>
              </a:ext>
            </a:extLst>
          </p:cNvPr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1661411-FC30-5A0D-6951-4224A0BEB405}"/>
              </a:ext>
            </a:extLst>
          </p:cNvPr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8551D95E-3100-5145-98D7-FBB27138700B}"/>
              </a:ext>
            </a:extLst>
          </p:cNvPr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AD10C59-850E-C9C9-6B63-246D4FFE3B14}"/>
              </a:ext>
            </a:extLst>
          </p:cNvPr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9A2251C-D90A-F0BF-81F3-39D7B2F74B68}"/>
              </a:ext>
            </a:extLst>
          </p:cNvPr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A39AE4-F1A6-2051-522E-1FFF50AC47A2}"/>
              </a:ext>
            </a:extLst>
          </p:cNvPr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849A534-1032-A672-2261-CCB64A9C16FF}"/>
              </a:ext>
            </a:extLst>
          </p:cNvPr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D4DFB3E-CBB7-C5D8-80B3-779D5436B028}"/>
              </a:ext>
            </a:extLst>
          </p:cNvPr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CN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991480D-010E-3AD8-E0BA-BA9F11396BF3}"/>
              </a:ext>
            </a:extLst>
          </p:cNvPr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CDF9AC8-7E50-81A3-1D13-CE31A6005702}"/>
              </a:ext>
            </a:extLst>
          </p:cNvPr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6059D5BD-33EF-7E2D-5033-7821C6D6BAF1}"/>
              </a:ext>
            </a:extLst>
          </p:cNvPr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B0FDCFB-9ABD-ECD8-CDFC-7152AC3C646F}"/>
              </a:ext>
            </a:extLst>
          </p:cNvPr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F38C5BF-C7FB-0438-81FB-11BD69A0646E}"/>
              </a:ext>
            </a:extLst>
          </p:cNvPr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B2EB911-A96E-B8D6-81C6-FF03794940F0}"/>
              </a:ext>
            </a:extLst>
          </p:cNvPr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4F17428-D688-DE2C-0A6F-E8130B877FC1}"/>
              </a:ext>
            </a:extLst>
          </p:cNvPr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272A8C0-276C-E526-FF53-14B619AAB0D9}"/>
              </a:ext>
            </a:extLst>
          </p:cNvPr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64E845A4-E45D-BDB2-552F-7E531E9B4D9B}"/>
              </a:ext>
            </a:extLst>
          </p:cNvPr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C4122A29-991F-BAFE-2F47-6F8E19F2DE8D}"/>
              </a:ext>
            </a:extLst>
          </p:cNvPr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754249D-0232-F5F6-B82E-220E6CE85727}"/>
              </a:ext>
            </a:extLst>
          </p:cNvPr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A9EA911-F25E-F97C-BFDE-A79A5CA8ED08}"/>
              </a:ext>
            </a:extLst>
          </p:cNvPr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9CFBED3-6A87-9319-3E2E-7C41F08732B7}"/>
              </a:ext>
            </a:extLst>
          </p:cNvPr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D0197FA9-DA6C-C11A-FE2A-D84B7F92182D}"/>
              </a:ext>
            </a:extLst>
          </p:cNvPr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D5720C6-4D55-7939-5422-DBF0A744F60C}"/>
              </a:ext>
            </a:extLst>
          </p:cNvPr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CN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073386F-8FCD-4BE2-285C-E2104B08AD55}"/>
              </a:ext>
            </a:extLst>
          </p:cNvPr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600" dirty="0"/>
              <a:t>Pruned Tokens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D2FA677-7D0E-1447-8C2C-43E463900D2B}"/>
              </a:ext>
            </a:extLst>
          </p:cNvPr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5B8A18D9-788C-63E0-4885-676ABD898124}"/>
              </a:ext>
            </a:extLst>
          </p:cNvPr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454F690-C385-F6B6-0004-5140C2C5B228}"/>
              </a:ext>
            </a:extLst>
          </p:cNvPr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CN" sz="900" dirty="0">
              <a:solidFill>
                <a:schemeClr val="bg1"/>
              </a:solidFill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121E83E-8F92-D85E-283B-4EDF6BE2789F}"/>
              </a:ext>
            </a:extLst>
          </p:cNvPr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8BC2C03-0D6D-5430-4A17-557A3DEE4C19}"/>
              </a:ext>
            </a:extLst>
          </p:cNvPr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CCA50DCA-51A5-EFD3-24AD-388C4FD150F2}"/>
              </a:ext>
            </a:extLst>
          </p:cNvPr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8E88B41-7F14-765F-4F21-5DFC907E1B8F}"/>
              </a:ext>
            </a:extLst>
          </p:cNvPr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BEB1CEA6-4468-9FA3-FDFB-74C86AB5384A}"/>
              </a:ext>
            </a:extLst>
          </p:cNvPr>
          <p:cNvCxnSpPr>
            <a:cxnSpLocks/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71E2EABD-8607-6E3C-5F52-87FEECEE5167}"/>
              </a:ext>
            </a:extLst>
          </p:cNvPr>
          <p:cNvCxnSpPr>
            <a:cxnSpLocks/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E3FDF6B8-7BFE-34BD-3C16-7BDA4CC70DEA}"/>
              </a:ext>
            </a:extLst>
          </p:cNvPr>
          <p:cNvCxnSpPr>
            <a:cxnSpLocks/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668AAFA6-64F4-E302-B8FF-873CD78A3F68}"/>
              </a:ext>
            </a:extLst>
          </p:cNvPr>
          <p:cNvCxnSpPr>
            <a:cxnSpLocks/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5397CB77-A0AE-5C77-A8D3-2862F56DBF4B}"/>
              </a:ext>
            </a:extLst>
          </p:cNvPr>
          <p:cNvCxnSpPr>
            <a:cxnSpLocks/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B33BA5EA-5C27-908F-A786-0CB3E02DE1FD}"/>
              </a:ext>
            </a:extLst>
          </p:cNvPr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68F18223-BA84-D87E-EE99-1FCFFC83F5F2}"/>
              </a:ext>
            </a:extLst>
          </p:cNvPr>
          <p:cNvCxnSpPr>
            <a:cxnSpLocks/>
          </p:cNvCxnSpPr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00033C10-1A5E-A49D-A398-F4B9DB4C0F7E}"/>
              </a:ext>
            </a:extLst>
          </p:cNvPr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810EF8F-A9D1-BD5E-8B00-5A01A116790F}"/>
              </a:ext>
            </a:extLst>
          </p:cNvPr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0C6EF0D-EB5A-4AB1-47BE-5448F4C464CD}"/>
              </a:ext>
            </a:extLst>
          </p:cNvPr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  <a:endParaRPr lang="en-CN" sz="900" dirty="0">
              <a:solidFill>
                <a:schemeClr val="tx1"/>
              </a:solidFill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DB36E48-5AD5-BF20-4385-D30042FDE8DE}"/>
              </a:ext>
            </a:extLst>
          </p:cNvPr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6A611F-79E9-F4B3-9F17-330291406701}"/>
              </a:ext>
            </a:extLst>
          </p:cNvPr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0755E3D-10CB-6EC1-8CD3-C1B2F69AA13E}"/>
              </a:ext>
            </a:extLst>
          </p:cNvPr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>
            <a:extLst>
              <a:ext uri="{FF2B5EF4-FFF2-40B4-BE49-F238E27FC236}">
                <a16:creationId xmlns:a16="http://schemas.microsoft.com/office/drawing/2014/main" id="{6EA32BBB-5845-7EF4-E91C-F12662798F4B}"/>
              </a:ext>
            </a:extLst>
          </p:cNvPr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>
            <a:extLst>
              <a:ext uri="{FF2B5EF4-FFF2-40B4-BE49-F238E27FC236}">
                <a16:creationId xmlns:a16="http://schemas.microsoft.com/office/drawing/2014/main" id="{FD7D9A9C-BB35-8AEE-8050-9ACDE0A3ED3A}"/>
              </a:ext>
            </a:extLst>
          </p:cNvPr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>
            <a:extLst>
              <a:ext uri="{FF2B5EF4-FFF2-40B4-BE49-F238E27FC236}">
                <a16:creationId xmlns:a16="http://schemas.microsoft.com/office/drawing/2014/main" id="{75635D75-09B9-D513-203F-1954329409B5}"/>
              </a:ext>
            </a:extLst>
          </p:cNvPr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>
            <a:extLst>
              <a:ext uri="{FF2B5EF4-FFF2-40B4-BE49-F238E27FC236}">
                <a16:creationId xmlns:a16="http://schemas.microsoft.com/office/drawing/2014/main" id="{95F5BC5A-90AB-F748-CA6C-1A8A0251BB74}"/>
              </a:ext>
            </a:extLst>
          </p:cNvPr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69B050A7-334D-197F-CC9C-B194ADA7DD07}"/>
              </a:ext>
            </a:extLst>
          </p:cNvPr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DF202B16-52EA-44C0-2B20-AB79F6A427E9}"/>
              </a:ext>
            </a:extLst>
          </p:cNvPr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D8626E6C-F334-7A44-ED2E-44F6E7DEF717}"/>
              </a:ext>
            </a:extLst>
          </p:cNvPr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5" name="Rectangle 594">
            <a:extLst>
              <a:ext uri="{FF2B5EF4-FFF2-40B4-BE49-F238E27FC236}">
                <a16:creationId xmlns:a16="http://schemas.microsoft.com/office/drawing/2014/main" id="{A8EB3D1E-2725-F39A-2BC5-FB9244B04DD0}"/>
              </a:ext>
            </a:extLst>
          </p:cNvPr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6" name="Rectangle 595">
            <a:extLst>
              <a:ext uri="{FF2B5EF4-FFF2-40B4-BE49-F238E27FC236}">
                <a16:creationId xmlns:a16="http://schemas.microsoft.com/office/drawing/2014/main" id="{DEE65C50-245E-A614-691E-D4A9007A7374}"/>
              </a:ext>
            </a:extLst>
          </p:cNvPr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7" name="Rectangle 596">
            <a:extLst>
              <a:ext uri="{FF2B5EF4-FFF2-40B4-BE49-F238E27FC236}">
                <a16:creationId xmlns:a16="http://schemas.microsoft.com/office/drawing/2014/main" id="{F620B41F-0828-98CA-865D-8FDB51FA91E9}"/>
              </a:ext>
            </a:extLst>
          </p:cNvPr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8" name="Rectangle 597">
            <a:extLst>
              <a:ext uri="{FF2B5EF4-FFF2-40B4-BE49-F238E27FC236}">
                <a16:creationId xmlns:a16="http://schemas.microsoft.com/office/drawing/2014/main" id="{D5B5CE08-CAAB-3D34-6053-A8C17953CD9B}"/>
              </a:ext>
            </a:extLst>
          </p:cNvPr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B82D7986-4923-925A-6B14-1DCD46449A25}"/>
              </a:ext>
            </a:extLst>
          </p:cNvPr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cxnSp>
        <p:nvCxnSpPr>
          <p:cNvPr id="630" name="Elbow Connector 629">
            <a:extLst>
              <a:ext uri="{FF2B5EF4-FFF2-40B4-BE49-F238E27FC236}">
                <a16:creationId xmlns:a16="http://schemas.microsoft.com/office/drawing/2014/main" id="{16C02F52-B1D0-6E0B-EA40-CB18F42E1099}"/>
              </a:ext>
            </a:extLst>
          </p:cNvPr>
          <p:cNvCxnSpPr>
            <a:cxnSpLocks/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>
            <a:extLst>
              <a:ext uri="{FF2B5EF4-FFF2-40B4-BE49-F238E27FC236}">
                <a16:creationId xmlns:a16="http://schemas.microsoft.com/office/drawing/2014/main" id="{D8BBD895-8E7B-2355-FF8E-E8ED6B1FA4A3}"/>
              </a:ext>
            </a:extLst>
          </p:cNvPr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  <a:endParaRPr lang="en-CN" dirty="0"/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27E07EC8-6394-0925-6EC5-A50159A4D466}"/>
              </a:ext>
            </a:extLst>
          </p:cNvPr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CN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3FCDBBBB-B6ED-7C17-C44C-588658E3A95E}"/>
              </a:ext>
            </a:extLst>
          </p:cNvPr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  <a:r>
              <a:rPr lang="en-CN" dirty="0"/>
              <a:t>esuming variables</a:t>
            </a:r>
          </a:p>
        </p:txBody>
      </p: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384D19FC-3226-ACA2-F325-A581EB6B9AE7}"/>
              </a:ext>
            </a:extLst>
          </p:cNvPr>
          <p:cNvCxnSpPr>
            <a:cxnSpLocks/>
          </p:cNvCxnSpPr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>
            <a:extLst>
              <a:ext uri="{FF2B5EF4-FFF2-40B4-BE49-F238E27FC236}">
                <a16:creationId xmlns:a16="http://schemas.microsoft.com/office/drawing/2014/main" id="{B08E8EA1-AB72-A515-E9C6-5E3940F5FA27}"/>
              </a:ext>
            </a:extLst>
          </p:cNvPr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Our Solution</a:t>
            </a:r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236E3FEC-2351-B5B4-11B0-043A1BB19026}"/>
              </a:ext>
            </a:extLst>
          </p:cNvPr>
          <p:cNvCxnSpPr>
            <a:cxnSpLocks/>
          </p:cNvCxnSpPr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>
            <a:extLst>
              <a:ext uri="{FF2B5EF4-FFF2-40B4-BE49-F238E27FC236}">
                <a16:creationId xmlns:a16="http://schemas.microsoft.com/office/drawing/2014/main" id="{1DA0F05B-2520-AE2C-ED16-76D6B37F826D}"/>
              </a:ext>
            </a:extLst>
          </p:cNvPr>
          <p:cNvCxnSpPr>
            <a:cxnSpLocks/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>
            <a:extLst>
              <a:ext uri="{FF2B5EF4-FFF2-40B4-BE49-F238E27FC236}">
                <a16:creationId xmlns:a16="http://schemas.microsoft.com/office/drawing/2014/main" id="{AC07FEC2-AE20-0168-D103-BACD5D560ED9}"/>
              </a:ext>
            </a:extLst>
          </p:cNvPr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>
            <a:extLst>
              <a:ext uri="{FF2B5EF4-FFF2-40B4-BE49-F238E27FC236}">
                <a16:creationId xmlns:a16="http://schemas.microsoft.com/office/drawing/2014/main" id="{1841037B-0914-6E5A-C7AF-28F0769C1BAE}"/>
              </a:ext>
            </a:extLst>
          </p:cNvPr>
          <p:cNvCxnSpPr>
            <a:cxnSpLocks/>
          </p:cNvCxnSpPr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>
            <a:extLst>
              <a:ext uri="{FF2B5EF4-FFF2-40B4-BE49-F238E27FC236}">
                <a16:creationId xmlns:a16="http://schemas.microsoft.com/office/drawing/2014/main" id="{56D17A65-379F-812F-7FE0-ED928F66A249}"/>
              </a:ext>
            </a:extLst>
          </p:cNvPr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>
            <a:extLst>
              <a:ext uri="{FF2B5EF4-FFF2-40B4-BE49-F238E27FC236}">
                <a16:creationId xmlns:a16="http://schemas.microsoft.com/office/drawing/2014/main" id="{65A65504-2DC6-C21E-B39B-BB02C0747F03}"/>
              </a:ext>
            </a:extLst>
          </p:cNvPr>
          <p:cNvCxnSpPr>
            <a:cxnSpLocks/>
          </p:cNvCxnSpPr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>
            <a:extLst>
              <a:ext uri="{FF2B5EF4-FFF2-40B4-BE49-F238E27FC236}">
                <a16:creationId xmlns:a16="http://schemas.microsoft.com/office/drawing/2014/main" id="{775584D2-DDDF-03A3-ED95-8AD9BF7BAD9C}"/>
              </a:ext>
            </a:extLst>
          </p:cNvPr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58" name="Rounded Rectangle 757">
            <a:extLst>
              <a:ext uri="{FF2B5EF4-FFF2-40B4-BE49-F238E27FC236}">
                <a16:creationId xmlns:a16="http://schemas.microsoft.com/office/drawing/2014/main" id="{32B02C90-E958-1222-A46A-6BDB7D8820E0}"/>
              </a:ext>
            </a:extLst>
          </p:cNvPr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CN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>
            <a:extLst>
              <a:ext uri="{FF2B5EF4-FFF2-40B4-BE49-F238E27FC236}">
                <a16:creationId xmlns:a16="http://schemas.microsoft.com/office/drawing/2014/main" id="{8549ABC6-768B-D198-A412-FE2FDB205BB4}"/>
              </a:ext>
            </a:extLst>
          </p:cNvPr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  <a:endParaRPr lang="en-CN" sz="1600" dirty="0"/>
          </a:p>
        </p:txBody>
      </p:sp>
      <p:sp>
        <p:nvSpPr>
          <p:cNvPr id="760" name="Rounded Rectangle 759">
            <a:extLst>
              <a:ext uri="{FF2B5EF4-FFF2-40B4-BE49-F238E27FC236}">
                <a16:creationId xmlns:a16="http://schemas.microsoft.com/office/drawing/2014/main" id="{87B5F30C-2D78-E014-0F83-AB09DF9A7CA2}"/>
              </a:ext>
            </a:extLst>
          </p:cNvPr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61" name="TextBox 760">
            <a:extLst>
              <a:ext uri="{FF2B5EF4-FFF2-40B4-BE49-F238E27FC236}">
                <a16:creationId xmlns:a16="http://schemas.microsoft.com/office/drawing/2014/main" id="{97F72D57-ED47-4916-41CB-650324794691}"/>
              </a:ext>
            </a:extLst>
          </p:cNvPr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CN" sz="1600" dirty="0"/>
          </a:p>
        </p:txBody>
      </p:sp>
      <p:sp>
        <p:nvSpPr>
          <p:cNvPr id="762" name="TextBox 761">
            <a:extLst>
              <a:ext uri="{FF2B5EF4-FFF2-40B4-BE49-F238E27FC236}">
                <a16:creationId xmlns:a16="http://schemas.microsoft.com/office/drawing/2014/main" id="{2088C6BD-C784-CAB5-0D6C-2EBEF18FC257}"/>
              </a:ext>
            </a:extLst>
          </p:cNvPr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CN" dirty="0"/>
          </a:p>
        </p:txBody>
      </p:sp>
      <p:sp>
        <p:nvSpPr>
          <p:cNvPr id="765" name="TextBox 764">
            <a:extLst>
              <a:ext uri="{FF2B5EF4-FFF2-40B4-BE49-F238E27FC236}">
                <a16:creationId xmlns:a16="http://schemas.microsoft.com/office/drawing/2014/main" id="{3B0420EC-E451-A36C-B4FE-948CFC1C58E9}"/>
              </a:ext>
            </a:extLst>
          </p:cNvPr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>
            <a:extLst>
              <a:ext uri="{FF2B5EF4-FFF2-40B4-BE49-F238E27FC236}">
                <a16:creationId xmlns:a16="http://schemas.microsoft.com/office/drawing/2014/main" id="{02A9607C-5762-B5C4-A58D-2D89057544CF}"/>
              </a:ext>
            </a:extLst>
          </p:cNvPr>
          <p:cNvCxnSpPr>
            <a:cxnSpLocks/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>
            <a:extLst>
              <a:ext uri="{FF2B5EF4-FFF2-40B4-BE49-F238E27FC236}">
                <a16:creationId xmlns:a16="http://schemas.microsoft.com/office/drawing/2014/main" id="{A7465E6D-00AC-2787-DEC2-B081D0D9861E}"/>
              </a:ext>
            </a:extLst>
          </p:cNvPr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</a:t>
            </a:r>
          </a:p>
        </p:txBody>
      </p:sp>
      <p:sp>
        <p:nvSpPr>
          <p:cNvPr id="390" name="Rounded Rectangle 389">
            <a:extLst>
              <a:ext uri="{FF2B5EF4-FFF2-40B4-BE49-F238E27FC236}">
                <a16:creationId xmlns:a16="http://schemas.microsoft.com/office/drawing/2014/main" id="{C21EB6A9-C639-4CE0-E089-447C493C7029}"/>
              </a:ext>
            </a:extLst>
          </p:cNvPr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B4A2CBCC-E2C4-D6CD-F022-DCE24DBEC06F}"/>
              </a:ext>
            </a:extLst>
          </p:cNvPr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6957C4A-C13B-CC69-5447-2545B3A87D62}"/>
              </a:ext>
            </a:extLst>
          </p:cNvPr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2DC80E9-AF77-DFCB-E815-0AB20A72C608}"/>
              </a:ext>
            </a:extLst>
          </p:cNvPr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58AAA7-4A2E-5151-81CD-959247019DD3}"/>
              </a:ext>
            </a:extLst>
          </p:cNvPr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Member </a:t>
            </a:r>
          </a:p>
          <a:p>
            <a:r>
              <a:rPr lang="en-CN" dirty="0"/>
              <a:t>Non-member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9D665B-A8DB-9428-4F14-01D97F7077C2}"/>
              </a:ext>
            </a:extLst>
          </p:cNvPr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E7184B-E944-F507-1CF5-39ED54AC528E}"/>
              </a:ext>
            </a:extLst>
          </p:cNvPr>
          <p:cNvCxnSpPr>
            <a:cxnSpLocks/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92269B7-9E10-F37D-36E0-FB41A491C80A}"/>
              </a:ext>
            </a:extLst>
          </p:cNvPr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CN" dirty="0"/>
              <a:t>elf.max -&gt; self . max</a:t>
            </a:r>
          </a:p>
          <a:p>
            <a:r>
              <a:rPr lang="en-US" dirty="0"/>
              <a:t>S</a:t>
            </a:r>
            <a:r>
              <a:rPr lang="en-CN" dirty="0"/>
              <a:t>elf.max_size -&gt; self. </a:t>
            </a:r>
            <a:r>
              <a:rPr lang="en-US" dirty="0"/>
              <a:t>M</a:t>
            </a:r>
            <a:r>
              <a:rPr lang="en-CN" dirty="0"/>
              <a:t>ax _ size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FD9769-762B-7951-A82D-E9AB307D8217}"/>
              </a:ext>
            </a:extLst>
          </p:cNvPr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758905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>
            <a:extLst>
              <a:ext uri="{FF2B5EF4-FFF2-40B4-BE49-F238E27FC236}">
                <a16:creationId xmlns:a16="http://schemas.microsoft.com/office/drawing/2014/main" id="{7792D598-750E-AFBF-CD1B-7B35F75D79F3}"/>
              </a:ext>
            </a:extLst>
          </p:cNvPr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02" name="Rounded Rectangle 601">
            <a:extLst>
              <a:ext uri="{FF2B5EF4-FFF2-40B4-BE49-F238E27FC236}">
                <a16:creationId xmlns:a16="http://schemas.microsoft.com/office/drawing/2014/main" id="{C12C7B8E-8561-EDAF-5185-2B26433910AA}"/>
              </a:ext>
            </a:extLst>
          </p:cNvPr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44" name="Rounded Rectangle 643">
            <a:extLst>
              <a:ext uri="{FF2B5EF4-FFF2-40B4-BE49-F238E27FC236}">
                <a16:creationId xmlns:a16="http://schemas.microsoft.com/office/drawing/2014/main" id="{7FFD7860-9626-AC31-72FE-9C9375EA696D}"/>
              </a:ext>
            </a:extLst>
          </p:cNvPr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751" name="Rounded Rectangle 750">
            <a:extLst>
              <a:ext uri="{FF2B5EF4-FFF2-40B4-BE49-F238E27FC236}">
                <a16:creationId xmlns:a16="http://schemas.microsoft.com/office/drawing/2014/main" id="{9C6A4A8B-F004-E098-A924-D9B8B9ED14D4}"/>
              </a:ext>
            </a:extLst>
          </p:cNvPr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642" name="Rounded Rectangle 641">
            <a:extLst>
              <a:ext uri="{FF2B5EF4-FFF2-40B4-BE49-F238E27FC236}">
                <a16:creationId xmlns:a16="http://schemas.microsoft.com/office/drawing/2014/main" id="{E5FF49D5-277D-C7F1-08E7-A3BF8E86A3C0}"/>
              </a:ext>
            </a:extLst>
          </p:cNvPr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57" name="Rounded Rectangle 756">
            <a:extLst>
              <a:ext uri="{FF2B5EF4-FFF2-40B4-BE49-F238E27FC236}">
                <a16:creationId xmlns:a16="http://schemas.microsoft.com/office/drawing/2014/main" id="{B03BBC53-5C49-C599-05FB-7D09CFB50D2F}"/>
              </a:ext>
            </a:extLst>
          </p:cNvPr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DE762DA-D3E4-2F7A-BCDD-2EE6274867A2}"/>
              </a:ext>
            </a:extLst>
          </p:cNvPr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18115A5-F304-146E-28BD-814340E83990}"/>
              </a:ext>
            </a:extLst>
          </p:cNvPr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49" name="Rounded Rectangle 748">
            <a:extLst>
              <a:ext uri="{FF2B5EF4-FFF2-40B4-BE49-F238E27FC236}">
                <a16:creationId xmlns:a16="http://schemas.microsoft.com/office/drawing/2014/main" id="{75D0D66F-7A69-39A4-ABD1-264B4D2C10C3}"/>
              </a:ext>
            </a:extLst>
          </p:cNvPr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37522D-1E08-E173-E598-4A8610501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3B0078-AEB5-FAD6-E4E1-11AE8E7BBB30}"/>
              </a:ext>
            </a:extLst>
          </p:cNvPr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Language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9F288-9788-2479-D073-C8C16B3BC84C}"/>
              </a:ext>
            </a:extLst>
          </p:cNvPr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Task Specification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7818E5-44D2-8DEB-89DA-A2586B3E1C90}"/>
              </a:ext>
            </a:extLst>
          </p:cNvPr>
          <p:cNvCxnSpPr>
            <a:cxnSpLocks/>
          </p:cNvCxnSpPr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D95EF-2332-C3AF-033A-CAC4A9763EE4}"/>
              </a:ext>
            </a:extLst>
          </p:cNvPr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/>
              <a:t>Copyright</a:t>
            </a:r>
            <a:r>
              <a:rPr lang="en-US" altLang="zh-CN" dirty="0"/>
              <a:t>-Owned </a:t>
            </a:r>
            <a:r>
              <a:rPr lang="en-CN" dirty="0"/>
              <a:t>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AC249-C557-62B6-28C9-832D4F6A23A5}"/>
              </a:ext>
            </a:extLst>
          </p:cNvPr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ECB49A-F35D-D311-6FCF-647A129CA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913F208-C20E-C1EA-5725-67591DEA93FC}"/>
              </a:ext>
            </a:extLst>
          </p:cNvPr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69C4020-380F-0042-8816-746C7C004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252DE8C3-DB2F-0CD8-69B7-9E1E301EF633}"/>
              </a:ext>
            </a:extLst>
          </p:cNvPr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  <a:endParaRPr lang="en-CN" sz="1100" dirty="0"/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1DB9B8D6-7CDD-B9F9-6A69-08F22E338CA9}"/>
              </a:ext>
            </a:extLst>
          </p:cNvPr>
          <p:cNvCxnSpPr>
            <a:cxnSpLocks/>
          </p:cNvCxnSpPr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D3B5683-C870-31AC-E461-5AA9B181E2EF}"/>
              </a:ext>
            </a:extLst>
          </p:cNvPr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>
            <a:extLst>
              <a:ext uri="{FF2B5EF4-FFF2-40B4-BE49-F238E27FC236}">
                <a16:creationId xmlns:a16="http://schemas.microsoft.com/office/drawing/2014/main" id="{4DF08E1F-46AF-9527-A2B6-3DC4B73FFA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>
            <a:extLst>
              <a:ext uri="{FF2B5EF4-FFF2-40B4-BE49-F238E27FC236}">
                <a16:creationId xmlns:a16="http://schemas.microsoft.com/office/drawing/2014/main" id="{CC17C11D-97CB-24C3-679A-D9A41EA1E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>
            <a:extLst>
              <a:ext uri="{FF2B5EF4-FFF2-40B4-BE49-F238E27FC236}">
                <a16:creationId xmlns:a16="http://schemas.microsoft.com/office/drawing/2014/main" id="{D4378E33-81B5-A48E-4B65-BB5ACEE8EF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>
            <a:extLst>
              <a:ext uri="{FF2B5EF4-FFF2-40B4-BE49-F238E27FC236}">
                <a16:creationId xmlns:a16="http://schemas.microsoft.com/office/drawing/2014/main" id="{5914C81D-F1D0-5E87-A6CE-47C035C743F9}"/>
              </a:ext>
            </a:extLst>
          </p:cNvPr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F9697955-69B2-3DA3-763B-2F4CFB10E77E}"/>
              </a:ext>
            </a:extLst>
          </p:cNvPr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CN" dirty="0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6D3E4CE0-5FEE-147D-6F8B-4AD029D4DB30}"/>
              </a:ext>
            </a:extLst>
          </p:cNvPr>
          <p:cNvCxnSpPr>
            <a:cxnSpLocks/>
          </p:cNvCxnSpPr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>
            <a:extLst>
              <a:ext uri="{FF2B5EF4-FFF2-40B4-BE49-F238E27FC236}">
                <a16:creationId xmlns:a16="http://schemas.microsoft.com/office/drawing/2014/main" id="{15936C21-D1D4-F2F3-3D03-868230B08D8C}"/>
              </a:ext>
            </a:extLst>
          </p:cNvPr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0F7A7562-32F7-16D3-5B43-937F9F3B7034}"/>
              </a:ext>
            </a:extLst>
          </p:cNvPr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  <a:endParaRPr lang="en-CN" sz="1600" dirty="0"/>
          </a:p>
        </p:txBody>
      </p:sp>
      <p:cxnSp>
        <p:nvCxnSpPr>
          <p:cNvPr id="551" name="Straight Arrow Connector 550">
            <a:extLst>
              <a:ext uri="{FF2B5EF4-FFF2-40B4-BE49-F238E27FC236}">
                <a16:creationId xmlns:a16="http://schemas.microsoft.com/office/drawing/2014/main" id="{019ECFDC-64CE-5BD6-68DA-2E4A999EF94F}"/>
              </a:ext>
            </a:extLst>
          </p:cNvPr>
          <p:cNvCxnSpPr>
            <a:cxnSpLocks/>
          </p:cNvCxnSpPr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>
            <a:extLst>
              <a:ext uri="{FF2B5EF4-FFF2-40B4-BE49-F238E27FC236}">
                <a16:creationId xmlns:a16="http://schemas.microsoft.com/office/drawing/2014/main" id="{0CD49422-E6BE-D6FF-4404-D2684BB7DC64}"/>
              </a:ext>
            </a:extLst>
          </p:cNvPr>
          <p:cNvCxnSpPr>
            <a:cxnSpLocks/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>
            <a:extLst>
              <a:ext uri="{FF2B5EF4-FFF2-40B4-BE49-F238E27FC236}">
                <a16:creationId xmlns:a16="http://schemas.microsoft.com/office/drawing/2014/main" id="{B9DD59E6-B333-6840-16D4-850DE489524F}"/>
              </a:ext>
            </a:extLst>
          </p:cNvPr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>
            <a:extLst>
              <a:ext uri="{FF2B5EF4-FFF2-40B4-BE49-F238E27FC236}">
                <a16:creationId xmlns:a16="http://schemas.microsoft.com/office/drawing/2014/main" id="{1FD28F48-C76E-FB5D-916D-87414A2A379F}"/>
              </a:ext>
            </a:extLst>
          </p:cNvPr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4FF7E55A-1937-3A53-58AF-E97AB4A91A31}"/>
              </a:ext>
            </a:extLst>
          </p:cNvPr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1AC7DCEC-8018-78FD-EF07-9942AEF6BD78}"/>
              </a:ext>
            </a:extLst>
          </p:cNvPr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81046CA8-BDB9-D103-BF5E-F9E09EE41315}"/>
              </a:ext>
            </a:extLst>
          </p:cNvPr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83C5B608-DD55-D083-9CF0-702BFCD82564}"/>
              </a:ext>
            </a:extLst>
          </p:cNvPr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>
            <a:extLst>
              <a:ext uri="{FF2B5EF4-FFF2-40B4-BE49-F238E27FC236}">
                <a16:creationId xmlns:a16="http://schemas.microsoft.com/office/drawing/2014/main" id="{346F0D35-DFAA-D2D4-A244-100610495C11}"/>
              </a:ext>
            </a:extLst>
          </p:cNvPr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>
            <a:extLst>
              <a:ext uri="{FF2B5EF4-FFF2-40B4-BE49-F238E27FC236}">
                <a16:creationId xmlns:a16="http://schemas.microsoft.com/office/drawing/2014/main" id="{B655499E-05E7-631C-8B75-4A6AE2167A6D}"/>
              </a:ext>
            </a:extLst>
          </p:cNvPr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>
            <a:extLst>
              <a:ext uri="{FF2B5EF4-FFF2-40B4-BE49-F238E27FC236}">
                <a16:creationId xmlns:a16="http://schemas.microsoft.com/office/drawing/2014/main" id="{65EF7C33-99C8-6223-09BD-359680AE2FDC}"/>
              </a:ext>
            </a:extLst>
          </p:cNvPr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>
            <a:extLst>
              <a:ext uri="{FF2B5EF4-FFF2-40B4-BE49-F238E27FC236}">
                <a16:creationId xmlns:a16="http://schemas.microsoft.com/office/drawing/2014/main" id="{2EFF53F7-AA39-CDA5-D8CE-C124B5973C4D}"/>
              </a:ext>
            </a:extLst>
          </p:cNvPr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>
            <a:extLst>
              <a:ext uri="{FF2B5EF4-FFF2-40B4-BE49-F238E27FC236}">
                <a16:creationId xmlns:a16="http://schemas.microsoft.com/office/drawing/2014/main" id="{C36DD1BC-55FF-0448-C099-A4BF8D2863D9}"/>
              </a:ext>
            </a:extLst>
          </p:cNvPr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>
            <a:extLst>
              <a:ext uri="{FF2B5EF4-FFF2-40B4-BE49-F238E27FC236}">
                <a16:creationId xmlns:a16="http://schemas.microsoft.com/office/drawing/2014/main" id="{228B2F72-73A8-F9BD-07FA-6518D8D2E9A7}"/>
              </a:ext>
            </a:extLst>
          </p:cNvPr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>
            <a:extLst>
              <a:ext uri="{FF2B5EF4-FFF2-40B4-BE49-F238E27FC236}">
                <a16:creationId xmlns:a16="http://schemas.microsoft.com/office/drawing/2014/main" id="{E94F84D6-5E27-47BF-C63D-D3BFF3FDB159}"/>
              </a:ext>
            </a:extLst>
          </p:cNvPr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4AD8E4DB-070E-66F9-3337-778205B7A811}"/>
              </a:ext>
            </a:extLst>
          </p:cNvPr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>
            <a:extLst>
              <a:ext uri="{FF2B5EF4-FFF2-40B4-BE49-F238E27FC236}">
                <a16:creationId xmlns:a16="http://schemas.microsoft.com/office/drawing/2014/main" id="{F99AB299-B0DB-A637-0B5B-79DCE3F19ACA}"/>
              </a:ext>
            </a:extLst>
          </p:cNvPr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>
            <a:extLst>
              <a:ext uri="{FF2B5EF4-FFF2-40B4-BE49-F238E27FC236}">
                <a16:creationId xmlns:a16="http://schemas.microsoft.com/office/drawing/2014/main" id="{6D4BD87E-6E8E-B97D-1BA3-D236C42120D2}"/>
              </a:ext>
            </a:extLst>
          </p:cNvPr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>
            <a:extLst>
              <a:ext uri="{FF2B5EF4-FFF2-40B4-BE49-F238E27FC236}">
                <a16:creationId xmlns:a16="http://schemas.microsoft.com/office/drawing/2014/main" id="{6F738D15-08F4-6C34-AB4C-0B0A08591332}"/>
              </a:ext>
            </a:extLst>
          </p:cNvPr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>
            <a:extLst>
              <a:ext uri="{FF2B5EF4-FFF2-40B4-BE49-F238E27FC236}">
                <a16:creationId xmlns:a16="http://schemas.microsoft.com/office/drawing/2014/main" id="{D9A09352-2448-6BD0-F0AD-AC842EA4D8E7}"/>
              </a:ext>
            </a:extLst>
          </p:cNvPr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C9F59DE8-E97D-A9A2-675F-79A0D9AB6FAA}"/>
              </a:ext>
            </a:extLst>
          </p:cNvPr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>
            <a:extLst>
              <a:ext uri="{FF2B5EF4-FFF2-40B4-BE49-F238E27FC236}">
                <a16:creationId xmlns:a16="http://schemas.microsoft.com/office/drawing/2014/main" id="{571EF2E6-ED49-504A-0885-D511A46A95F4}"/>
              </a:ext>
            </a:extLst>
          </p:cNvPr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>
            <a:extLst>
              <a:ext uri="{FF2B5EF4-FFF2-40B4-BE49-F238E27FC236}">
                <a16:creationId xmlns:a16="http://schemas.microsoft.com/office/drawing/2014/main" id="{D556B2F9-894C-A69D-B067-AC73A6B26105}"/>
              </a:ext>
            </a:extLst>
          </p:cNvPr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  <a:endParaRPr lang="en-CN" dirty="0"/>
          </a:p>
        </p:txBody>
      </p:sp>
      <p:cxnSp>
        <p:nvCxnSpPr>
          <p:cNvPr id="700" name="Elbow Connector 699">
            <a:extLst>
              <a:ext uri="{FF2B5EF4-FFF2-40B4-BE49-F238E27FC236}">
                <a16:creationId xmlns:a16="http://schemas.microsoft.com/office/drawing/2014/main" id="{3D62FEDC-C17B-2C47-76FE-9EEEC2CC64EF}"/>
              </a:ext>
            </a:extLst>
          </p:cNvPr>
          <p:cNvCxnSpPr>
            <a:cxnSpLocks/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>
            <a:extLst>
              <a:ext uri="{FF2B5EF4-FFF2-40B4-BE49-F238E27FC236}">
                <a16:creationId xmlns:a16="http://schemas.microsoft.com/office/drawing/2014/main" id="{80056220-4F9D-6D71-C99E-031C4AF02568}"/>
              </a:ext>
            </a:extLst>
          </p:cNvPr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89E2F-BBAF-16F9-4E85-3DDDB0E66391}"/>
              </a:ext>
            </a:extLst>
          </p:cNvPr>
          <p:cNvCxnSpPr>
            <a:cxnSpLocks/>
          </p:cNvCxnSpPr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7AA31AE-F55B-25E5-2017-6A6E982E5497}"/>
              </a:ext>
            </a:extLst>
          </p:cNvPr>
          <p:cNvCxnSpPr>
            <a:cxnSpLocks/>
          </p:cNvCxnSpPr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0EAC786-9189-BDAB-82D8-AB1D900B1507}"/>
              </a:ext>
            </a:extLst>
          </p:cNvPr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A4BB01-1E6F-2D95-049B-4176C7FAB67F}"/>
              </a:ext>
            </a:extLst>
          </p:cNvPr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CN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09A7B7-121E-4CBB-C583-62FC56FB3ECA}"/>
              </a:ext>
            </a:extLst>
          </p:cNvPr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Developer Accomplishing Programming Tasks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BD44EF-06DC-045E-45FB-2885A026C5F2}"/>
              </a:ext>
            </a:extLst>
          </p:cNvPr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Training LLMs Using Accesible Corpus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513E8-13F8-9C4B-1B54-F909E0854E39}"/>
              </a:ext>
            </a:extLst>
          </p:cNvPr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681AF0-AC93-934A-D1B7-14E80DFC4E83}"/>
              </a:ext>
            </a:extLst>
          </p:cNvPr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B08A58-72DD-E51A-375A-D424530B9B86}"/>
              </a:ext>
            </a:extLst>
          </p:cNvPr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0C611-FB8D-A548-E18A-F9DE8B0731F6}"/>
              </a:ext>
            </a:extLst>
          </p:cNvPr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332471F0-04D2-7087-F400-EF78E27981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>
            <a:extLst>
              <a:ext uri="{FF2B5EF4-FFF2-40B4-BE49-F238E27FC236}">
                <a16:creationId xmlns:a16="http://schemas.microsoft.com/office/drawing/2014/main" id="{212F23C5-287E-C3CD-6583-D1944C08D2AA}"/>
              </a:ext>
            </a:extLst>
          </p:cNvPr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4B64BC54-8997-315B-AE9F-BD283F12D9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4DA0013-8E74-3C9E-156B-9333C3E04972}"/>
              </a:ext>
            </a:extLst>
          </p:cNvPr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…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296D16-5F7E-06EE-76A4-D50101FA646B}"/>
              </a:ext>
            </a:extLst>
          </p:cNvPr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CN" dirty="0"/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A5DD0C95-6C0D-7E13-E04D-836A261F8DB7}"/>
              </a:ext>
            </a:extLst>
          </p:cNvPr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63AA3258-7D93-1A56-01D1-7C13B1878FC3}"/>
              </a:ext>
            </a:extLst>
          </p:cNvPr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8DAD4812-789D-F341-54C4-EF7EC451A197}"/>
              </a:ext>
            </a:extLst>
          </p:cNvPr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1FEAF110-4BC4-8CE7-E07D-8501296567D7}"/>
              </a:ext>
            </a:extLst>
          </p:cNvPr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AAD21F88-3FB2-3CBD-1383-734B777BCB24}"/>
              </a:ext>
            </a:extLst>
          </p:cNvPr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7EF81ECE-EC0E-0607-B137-D68E38695254}"/>
              </a:ext>
            </a:extLst>
          </p:cNvPr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>
            <a:extLst>
              <a:ext uri="{FF2B5EF4-FFF2-40B4-BE49-F238E27FC236}">
                <a16:creationId xmlns:a16="http://schemas.microsoft.com/office/drawing/2014/main" id="{777987F9-0817-BA86-0511-02F9B325E3CD}"/>
              </a:ext>
            </a:extLst>
          </p:cNvPr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792AF51F-A265-310E-9416-EE155951D455}"/>
              </a:ext>
            </a:extLst>
          </p:cNvPr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6747A41F-6FF6-8E35-DEDF-FA04FB9DF36E}"/>
              </a:ext>
            </a:extLst>
          </p:cNvPr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5F104873-0248-99C2-4513-E8FFA44C0A07}"/>
              </a:ext>
            </a:extLst>
          </p:cNvPr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4FA00830-63CC-0831-F011-FD5C81BD5163}"/>
              </a:ext>
            </a:extLst>
          </p:cNvPr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2F8A46EA-4589-BC99-2702-3B7CA0D34E7C}"/>
              </a:ext>
            </a:extLst>
          </p:cNvPr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7039464F-10CC-E3C6-1E46-82D21CE31A92}"/>
              </a:ext>
            </a:extLst>
          </p:cNvPr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E2A12227-5D3B-C119-2DB3-91D506650E86}"/>
              </a:ext>
            </a:extLst>
          </p:cNvPr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97B844D6-620A-BEC4-9CF4-C9D1F45C4F31}"/>
              </a:ext>
            </a:extLst>
          </p:cNvPr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D734D8DA-ECBC-0275-5919-F8AE73295634}"/>
              </a:ext>
            </a:extLst>
          </p:cNvPr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B69DA3B8-EC27-7EAC-F5D0-1C8A15572A0D}"/>
              </a:ext>
            </a:extLst>
          </p:cNvPr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5187C918-4A1A-96AA-0B94-1B97C69F2EB6}"/>
              </a:ext>
            </a:extLst>
          </p:cNvPr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39C7F723-145F-9AC5-B88C-91BAEBBE8DBE}"/>
              </a:ext>
            </a:extLst>
          </p:cNvPr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4F71012F-C6FE-551D-3E29-B2C47C86E8B7}"/>
              </a:ext>
            </a:extLst>
          </p:cNvPr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20C92DE-F5A4-039B-2BFB-C1BD7670A12E}"/>
              </a:ext>
            </a:extLst>
          </p:cNvPr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D07033D3-B4B4-C81B-D56F-B864B686406C}"/>
              </a:ext>
            </a:extLst>
          </p:cNvPr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>
            <a:extLst>
              <a:ext uri="{FF2B5EF4-FFF2-40B4-BE49-F238E27FC236}">
                <a16:creationId xmlns:a16="http://schemas.microsoft.com/office/drawing/2014/main" id="{4DAC2287-A08F-294A-8E8A-5412DA94FB39}"/>
              </a:ext>
            </a:extLst>
          </p:cNvPr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342D979B-FC44-71C6-5515-1A7AC3E9BCCC}"/>
              </a:ext>
            </a:extLst>
          </p:cNvPr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>
            <a:extLst>
              <a:ext uri="{FF2B5EF4-FFF2-40B4-BE49-F238E27FC236}">
                <a16:creationId xmlns:a16="http://schemas.microsoft.com/office/drawing/2014/main" id="{19AB89BD-A94E-6582-D300-A9CAD3E8C16A}"/>
              </a:ext>
            </a:extLst>
          </p:cNvPr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BF203E05-741C-201E-7C67-49802C4C4979}"/>
              </a:ext>
            </a:extLst>
          </p:cNvPr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2183B29C-1909-E0AF-2ECD-E00F3ECE705D}"/>
              </a:ext>
            </a:extLst>
          </p:cNvPr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C5A52854-B668-8A7B-8236-7EA8FD552AD0}"/>
              </a:ext>
            </a:extLst>
          </p:cNvPr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A42B6488-9DE4-60AA-0D77-ABB9D5B16A5A}"/>
              </a:ext>
            </a:extLst>
          </p:cNvPr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C2380BF1-3351-E0F8-B7B1-25ECA80AF3C2}"/>
              </a:ext>
            </a:extLst>
          </p:cNvPr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21F84F52-4CAB-05CA-3C7D-8569D9F5EC15}"/>
              </a:ext>
            </a:extLst>
          </p:cNvPr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0D78C5B6-55FE-13A5-9AD2-1BA6D46B41F5}"/>
              </a:ext>
            </a:extLst>
          </p:cNvPr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C062A2B4-2724-A3E6-F6FE-5264121D8D11}"/>
              </a:ext>
            </a:extLst>
          </p:cNvPr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69B82F14-12D2-B394-883A-0580267B1A1F}"/>
              </a:ext>
            </a:extLst>
          </p:cNvPr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072A4FA1-53FC-A865-20E5-A57ABF3EE080}"/>
              </a:ext>
            </a:extLst>
          </p:cNvPr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A8E69258-E532-4B2D-F27E-4546B611B32C}"/>
              </a:ext>
            </a:extLst>
          </p:cNvPr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1025B1A3-D48F-4EE1-AA90-BE96D52D53B8}"/>
              </a:ext>
            </a:extLst>
          </p:cNvPr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64437806-0A19-EF81-C305-1FF11BD111E6}"/>
              </a:ext>
            </a:extLst>
          </p:cNvPr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07C72455-1CBB-C689-6CBE-382F8AB60B15}"/>
              </a:ext>
            </a:extLst>
          </p:cNvPr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>
            <a:extLst>
              <a:ext uri="{FF2B5EF4-FFF2-40B4-BE49-F238E27FC236}">
                <a16:creationId xmlns:a16="http://schemas.microsoft.com/office/drawing/2014/main" id="{BE3CE4E3-E8B5-5C73-DCFB-E2494405B763}"/>
              </a:ext>
            </a:extLst>
          </p:cNvPr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5E5D3684-9E5E-148A-25B9-5DE3DE2C65FC}"/>
              </a:ext>
            </a:extLst>
          </p:cNvPr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2BEB3077-C556-DADA-0C88-34496A27EBAC}"/>
              </a:ext>
            </a:extLst>
          </p:cNvPr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2E0D7869-25D1-496A-5618-8F84AFB1EB38}"/>
              </a:ext>
            </a:extLst>
          </p:cNvPr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6B11EEC4-1B1D-9FD2-5AAD-D702C132FDE5}"/>
              </a:ext>
            </a:extLst>
          </p:cNvPr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>
            <a:extLst>
              <a:ext uri="{FF2B5EF4-FFF2-40B4-BE49-F238E27FC236}">
                <a16:creationId xmlns:a16="http://schemas.microsoft.com/office/drawing/2014/main" id="{8DB774C9-A156-F49D-B0E9-D98851A1AE64}"/>
              </a:ext>
            </a:extLst>
          </p:cNvPr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>
            <a:extLst>
              <a:ext uri="{FF2B5EF4-FFF2-40B4-BE49-F238E27FC236}">
                <a16:creationId xmlns:a16="http://schemas.microsoft.com/office/drawing/2014/main" id="{4E4918F2-23CF-5E44-8BE3-4B7447F28FAA}"/>
              </a:ext>
            </a:extLst>
          </p:cNvPr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6D20DA81-0F27-7DC9-DA9D-6A462E50251D}"/>
              </a:ext>
            </a:extLst>
          </p:cNvPr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>
            <a:extLst>
              <a:ext uri="{FF2B5EF4-FFF2-40B4-BE49-F238E27FC236}">
                <a16:creationId xmlns:a16="http://schemas.microsoft.com/office/drawing/2014/main" id="{3AAFFDEA-8AC4-8BAF-887C-87841B51FED1}"/>
              </a:ext>
            </a:extLst>
          </p:cNvPr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>
            <a:extLst>
              <a:ext uri="{FF2B5EF4-FFF2-40B4-BE49-F238E27FC236}">
                <a16:creationId xmlns:a16="http://schemas.microsoft.com/office/drawing/2014/main" id="{380F2820-686D-9256-3226-C7C3B311CF67}"/>
              </a:ext>
            </a:extLst>
          </p:cNvPr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722C50C8-0F4D-7236-8718-9633A49D75A5}"/>
              </a:ext>
            </a:extLst>
          </p:cNvPr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434B0A56-6DEE-A37A-6533-BB70DB96DDF2}"/>
              </a:ext>
            </a:extLst>
          </p:cNvPr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2F56F4D7-03B8-8B03-7148-B11D63821938}"/>
              </a:ext>
            </a:extLst>
          </p:cNvPr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38F088F6-C5A8-FAAE-B4F0-E1EF58C51407}"/>
              </a:ext>
            </a:extLst>
          </p:cNvPr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9AC2FCD2-F213-ED58-D51E-4981EBD65CC9}"/>
              </a:ext>
            </a:extLst>
          </p:cNvPr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>
            <a:extLst>
              <a:ext uri="{FF2B5EF4-FFF2-40B4-BE49-F238E27FC236}">
                <a16:creationId xmlns:a16="http://schemas.microsoft.com/office/drawing/2014/main" id="{E72AD752-0BBF-7E4C-E234-9622BF01E85F}"/>
              </a:ext>
            </a:extLst>
          </p:cNvPr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4863C695-6262-1DFC-9EBD-4840B977AF80}"/>
              </a:ext>
            </a:extLst>
          </p:cNvPr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>
            <a:extLst>
              <a:ext uri="{FF2B5EF4-FFF2-40B4-BE49-F238E27FC236}">
                <a16:creationId xmlns:a16="http://schemas.microsoft.com/office/drawing/2014/main" id="{DB23516B-7233-DF4E-3B5A-1B778617EAB3}"/>
              </a:ext>
            </a:extLst>
          </p:cNvPr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D67954EF-EF0B-E3C1-5AE2-5D3FA89530F1}"/>
              </a:ext>
            </a:extLst>
          </p:cNvPr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D7B3FFAB-316C-A679-E841-7F9EC91196FD}"/>
              </a:ext>
            </a:extLst>
          </p:cNvPr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CN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26A8400B-E11A-3ECB-3F54-016A8682843B}"/>
              </a:ext>
            </a:extLst>
          </p:cNvPr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CN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9CA6905E-0D4A-0815-3852-7408EA7C183E}"/>
              </a:ext>
            </a:extLst>
          </p:cNvPr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8F1A9F13-3968-7CBE-E2B8-CD1189285DB9}"/>
              </a:ext>
            </a:extLst>
          </p:cNvPr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7BBDC06A-D4D1-242E-7EA2-4F239F5ACDB3}"/>
              </a:ext>
            </a:extLst>
          </p:cNvPr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>
            <a:extLst>
              <a:ext uri="{FF2B5EF4-FFF2-40B4-BE49-F238E27FC236}">
                <a16:creationId xmlns:a16="http://schemas.microsoft.com/office/drawing/2014/main" id="{1284D102-74BB-7A86-9D24-6B3630767626}"/>
              </a:ext>
            </a:extLst>
          </p:cNvPr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>
            <a:extLst>
              <a:ext uri="{FF2B5EF4-FFF2-40B4-BE49-F238E27FC236}">
                <a16:creationId xmlns:a16="http://schemas.microsoft.com/office/drawing/2014/main" id="{C468E57F-84E3-3AA4-9C46-9E78FE5C3887}"/>
              </a:ext>
            </a:extLst>
          </p:cNvPr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CE77AF00-BAD8-77A7-9522-5EC307BE7DA6}"/>
              </a:ext>
            </a:extLst>
          </p:cNvPr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2E679CAD-46BA-9F11-65D5-372FBB267077}"/>
              </a:ext>
            </a:extLst>
          </p:cNvPr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65079447-7491-2D39-1950-A89C1F4CB306}"/>
              </a:ext>
            </a:extLst>
          </p:cNvPr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>
            <a:extLst>
              <a:ext uri="{FF2B5EF4-FFF2-40B4-BE49-F238E27FC236}">
                <a16:creationId xmlns:a16="http://schemas.microsoft.com/office/drawing/2014/main" id="{93708669-2A88-F86C-A452-418197C0A5B3}"/>
              </a:ext>
            </a:extLst>
          </p:cNvPr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8" name="TextBox 537">
            <a:extLst>
              <a:ext uri="{FF2B5EF4-FFF2-40B4-BE49-F238E27FC236}">
                <a16:creationId xmlns:a16="http://schemas.microsoft.com/office/drawing/2014/main" id="{80AF749E-51AD-0F2F-8F2D-59BA2CD63592}"/>
              </a:ext>
            </a:extLst>
          </p:cNvPr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9" name="TextBox 538">
            <a:extLst>
              <a:ext uri="{FF2B5EF4-FFF2-40B4-BE49-F238E27FC236}">
                <a16:creationId xmlns:a16="http://schemas.microsoft.com/office/drawing/2014/main" id="{5A87A176-748B-F0B9-ACA5-972D2976624A}"/>
              </a:ext>
            </a:extLst>
          </p:cNvPr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0C84E665-F2F2-E752-85C4-F7D1A6BDFD47}"/>
              </a:ext>
            </a:extLst>
          </p:cNvPr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67BE31-D7C0-86D9-5622-181388DC0693}"/>
              </a:ext>
            </a:extLst>
          </p:cNvPr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Getting Conditioned Probabilities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5143FEB-2601-B8F1-90DB-647B51B30DFE}"/>
              </a:ext>
            </a:extLst>
          </p:cNvPr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CN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22B4667C-DB74-44C0-F7DA-CAC0A01CFA11}"/>
              </a:ext>
            </a:extLst>
          </p:cNvPr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>
            <a:extLst>
              <a:ext uri="{FF2B5EF4-FFF2-40B4-BE49-F238E27FC236}">
                <a16:creationId xmlns:a16="http://schemas.microsoft.com/office/drawing/2014/main" id="{C9BE4948-FD58-54F2-1D5D-712FBF510BE8}"/>
              </a:ext>
            </a:extLst>
          </p:cNvPr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4F5EF2CF-6D36-8D5F-AD3E-B9BDA0B55E02}"/>
              </a:ext>
            </a:extLst>
          </p:cNvPr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A1E3A2D-3E1F-3274-5AAF-7997703ED04D}"/>
              </a:ext>
            </a:extLst>
          </p:cNvPr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EAF0B242-D601-93B7-828B-C0FF743D4629}"/>
              </a:ext>
            </a:extLst>
          </p:cNvPr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>
            <a:extLst>
              <a:ext uri="{FF2B5EF4-FFF2-40B4-BE49-F238E27FC236}">
                <a16:creationId xmlns:a16="http://schemas.microsoft.com/office/drawing/2014/main" id="{95AF4A17-C6B5-7FA1-1B06-C969E1ACE58D}"/>
              </a:ext>
            </a:extLst>
          </p:cNvPr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>
            <a:extLst>
              <a:ext uri="{FF2B5EF4-FFF2-40B4-BE49-F238E27FC236}">
                <a16:creationId xmlns:a16="http://schemas.microsoft.com/office/drawing/2014/main" id="{F549C828-CAFB-4BCE-253D-ACD1FBEB7029}"/>
              </a:ext>
            </a:extLst>
          </p:cNvPr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>
            <a:extLst>
              <a:ext uri="{FF2B5EF4-FFF2-40B4-BE49-F238E27FC236}">
                <a16:creationId xmlns:a16="http://schemas.microsoft.com/office/drawing/2014/main" id="{A876E8D3-A023-9C42-0586-39F6DA022BD2}"/>
              </a:ext>
            </a:extLst>
          </p:cNvPr>
          <p:cNvCxnSpPr>
            <a:cxnSpLocks/>
          </p:cNvCxnSpPr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>
            <a:extLst>
              <a:ext uri="{FF2B5EF4-FFF2-40B4-BE49-F238E27FC236}">
                <a16:creationId xmlns:a16="http://schemas.microsoft.com/office/drawing/2014/main" id="{689D77E0-FE7D-6E05-D457-998298DBA368}"/>
              </a:ext>
            </a:extLst>
          </p:cNvPr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200" dirty="0"/>
              <a:t>Next </a:t>
            </a:r>
            <a:r>
              <a:rPr lang="en-US" sz="1200" dirty="0"/>
              <a:t>T</a:t>
            </a:r>
            <a:r>
              <a:rPr lang="en-CN" sz="1200" dirty="0"/>
              <a:t>oken Selection: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2B16AAF3-1D9E-F5E6-F8CE-9EE15F45D6FC}"/>
              </a:ext>
            </a:extLst>
          </p:cNvPr>
          <p:cNvCxnSpPr>
            <a:cxnSpLocks/>
          </p:cNvCxnSpPr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6B9DD555-3ECB-A84C-A81C-71EE407B19DD}"/>
              </a:ext>
            </a:extLst>
          </p:cNvPr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Syntax-Oriented Token Pruning</a:t>
            </a:r>
          </a:p>
        </p:txBody>
      </p:sp>
      <p:pic>
        <p:nvPicPr>
          <p:cNvPr id="122" name="Picture 121">
            <a:extLst>
              <a:ext uri="{FF2B5EF4-FFF2-40B4-BE49-F238E27FC236}">
                <a16:creationId xmlns:a16="http://schemas.microsoft.com/office/drawing/2014/main" id="{B63FDBF4-A3ED-29AB-BFA4-1199AA2F31A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2956ED7F-5B91-B300-2160-07018EBCF6E6}"/>
              </a:ext>
            </a:extLst>
          </p:cNvPr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600" dirty="0"/>
              <a:t>Retained Tokens</a:t>
            </a:r>
          </a:p>
        </p:txBody>
      </p:sp>
      <p:sp>
        <p:nvSpPr>
          <p:cNvPr id="513" name="TextBox 512">
            <a:extLst>
              <a:ext uri="{FF2B5EF4-FFF2-40B4-BE49-F238E27FC236}">
                <a16:creationId xmlns:a16="http://schemas.microsoft.com/office/drawing/2014/main" id="{D13CAC4B-3277-7AE8-D64A-7D95C1C52FCC}"/>
              </a:ext>
            </a:extLst>
          </p:cNvPr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9B34F1CF-4B94-C523-62DB-D5AC27338A77}"/>
              </a:ext>
            </a:extLst>
          </p:cNvPr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>
            <a:extLst>
              <a:ext uri="{FF2B5EF4-FFF2-40B4-BE49-F238E27FC236}">
                <a16:creationId xmlns:a16="http://schemas.microsoft.com/office/drawing/2014/main" id="{56C04A8F-ACF6-9A0B-3A14-047D99B28246}"/>
              </a:ext>
            </a:extLst>
          </p:cNvPr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2B149EC4-9F79-B6EE-9033-719A5862E589}"/>
              </a:ext>
            </a:extLst>
          </p:cNvPr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D3E384E0-8097-D65D-47B1-B15F7708C3BF}"/>
              </a:ext>
            </a:extLst>
          </p:cNvPr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526" name="TextBox 525">
            <a:extLst>
              <a:ext uri="{FF2B5EF4-FFF2-40B4-BE49-F238E27FC236}">
                <a16:creationId xmlns:a16="http://schemas.microsoft.com/office/drawing/2014/main" id="{98EAAFAB-001F-47BD-871C-07A90FE98262}"/>
              </a:ext>
            </a:extLst>
          </p:cNvPr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>
            <a:extLst>
              <a:ext uri="{FF2B5EF4-FFF2-40B4-BE49-F238E27FC236}">
                <a16:creationId xmlns:a16="http://schemas.microsoft.com/office/drawing/2014/main" id="{CB422555-B3B7-3821-6497-26270B3EB0BB}"/>
              </a:ext>
            </a:extLst>
          </p:cNvPr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>
            <a:extLst>
              <a:ext uri="{FF2B5EF4-FFF2-40B4-BE49-F238E27FC236}">
                <a16:creationId xmlns:a16="http://schemas.microsoft.com/office/drawing/2014/main" id="{1FFBA878-43B1-0D47-5C8D-C5FCF3F01D7E}"/>
              </a:ext>
            </a:extLst>
          </p:cNvPr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>
            <a:extLst>
              <a:ext uri="{FF2B5EF4-FFF2-40B4-BE49-F238E27FC236}">
                <a16:creationId xmlns:a16="http://schemas.microsoft.com/office/drawing/2014/main" id="{44685FD9-EDD8-6106-A72B-9A20541366C4}"/>
              </a:ext>
            </a:extLst>
          </p:cNvPr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02CBA58A-8D26-BC2B-87C1-BB4ABC5E0F70}"/>
              </a:ext>
            </a:extLst>
          </p:cNvPr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9E403AFE-B2E6-027F-7C11-EF1E4FD6C2D0}"/>
              </a:ext>
            </a:extLst>
          </p:cNvPr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>
            <a:extLst>
              <a:ext uri="{FF2B5EF4-FFF2-40B4-BE49-F238E27FC236}">
                <a16:creationId xmlns:a16="http://schemas.microsoft.com/office/drawing/2014/main" id="{B42B59FA-BB59-ED84-38C8-D96FA80788F9}"/>
              </a:ext>
            </a:extLst>
          </p:cNvPr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>
            <a:extLst>
              <a:ext uri="{FF2B5EF4-FFF2-40B4-BE49-F238E27FC236}">
                <a16:creationId xmlns:a16="http://schemas.microsoft.com/office/drawing/2014/main" id="{315710B2-37B3-CE40-1490-7E2A71AD40D6}"/>
              </a:ext>
            </a:extLst>
          </p:cNvPr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>
            <a:extLst>
              <a:ext uri="{FF2B5EF4-FFF2-40B4-BE49-F238E27FC236}">
                <a16:creationId xmlns:a16="http://schemas.microsoft.com/office/drawing/2014/main" id="{5D8B39A0-3DFB-154E-2B5E-D85BCE2822CE}"/>
              </a:ext>
            </a:extLst>
          </p:cNvPr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>
            <a:extLst>
              <a:ext uri="{FF2B5EF4-FFF2-40B4-BE49-F238E27FC236}">
                <a16:creationId xmlns:a16="http://schemas.microsoft.com/office/drawing/2014/main" id="{563234C4-6BF0-4E32-911E-9A00BE95366C}"/>
              </a:ext>
            </a:extLst>
          </p:cNvPr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>
            <a:extLst>
              <a:ext uri="{FF2B5EF4-FFF2-40B4-BE49-F238E27FC236}">
                <a16:creationId xmlns:a16="http://schemas.microsoft.com/office/drawing/2014/main" id="{4ECD8676-3AEF-9AC0-2CF8-BEDF402FC03F}"/>
              </a:ext>
            </a:extLst>
          </p:cNvPr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8FD9D099-4E42-F173-1BF6-CF5277C3F860}"/>
              </a:ext>
            </a:extLst>
          </p:cNvPr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>
            <a:extLst>
              <a:ext uri="{FF2B5EF4-FFF2-40B4-BE49-F238E27FC236}">
                <a16:creationId xmlns:a16="http://schemas.microsoft.com/office/drawing/2014/main" id="{F1BF048C-B575-706C-3032-7AA72B267689}"/>
              </a:ext>
            </a:extLst>
          </p:cNvPr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>
            <a:extLst>
              <a:ext uri="{FF2B5EF4-FFF2-40B4-BE49-F238E27FC236}">
                <a16:creationId xmlns:a16="http://schemas.microsoft.com/office/drawing/2014/main" id="{746005C6-89A0-6F59-BAB3-9EBA555FF9CA}"/>
              </a:ext>
            </a:extLst>
          </p:cNvPr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>
            <a:extLst>
              <a:ext uri="{FF2B5EF4-FFF2-40B4-BE49-F238E27FC236}">
                <a16:creationId xmlns:a16="http://schemas.microsoft.com/office/drawing/2014/main" id="{F288292E-B598-C67B-91B4-719E8348148F}"/>
              </a:ext>
            </a:extLst>
          </p:cNvPr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61" name="TextBox 560">
            <a:extLst>
              <a:ext uri="{FF2B5EF4-FFF2-40B4-BE49-F238E27FC236}">
                <a16:creationId xmlns:a16="http://schemas.microsoft.com/office/drawing/2014/main" id="{0BDAF9D1-CD40-996D-A2FE-D38C8B194CE0}"/>
              </a:ext>
            </a:extLst>
          </p:cNvPr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>
            <a:extLst>
              <a:ext uri="{FF2B5EF4-FFF2-40B4-BE49-F238E27FC236}">
                <a16:creationId xmlns:a16="http://schemas.microsoft.com/office/drawing/2014/main" id="{477C93F9-889A-B8BB-6F0A-C65FD086D722}"/>
              </a:ext>
            </a:extLst>
          </p:cNvPr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>
            <a:extLst>
              <a:ext uri="{FF2B5EF4-FFF2-40B4-BE49-F238E27FC236}">
                <a16:creationId xmlns:a16="http://schemas.microsoft.com/office/drawing/2014/main" id="{CAAC61B7-D52E-9569-358E-395F9D978B2B}"/>
              </a:ext>
            </a:extLst>
          </p:cNvPr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>
            <a:extLst>
              <a:ext uri="{FF2B5EF4-FFF2-40B4-BE49-F238E27FC236}">
                <a16:creationId xmlns:a16="http://schemas.microsoft.com/office/drawing/2014/main" id="{2C7CF9A1-336E-7435-314D-9FBBB090B9FC}"/>
              </a:ext>
            </a:extLst>
          </p:cNvPr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>
            <a:extLst>
              <a:ext uri="{FF2B5EF4-FFF2-40B4-BE49-F238E27FC236}">
                <a16:creationId xmlns:a16="http://schemas.microsoft.com/office/drawing/2014/main" id="{38AD61A9-2072-1582-50B5-609A2E993678}"/>
              </a:ext>
            </a:extLst>
          </p:cNvPr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CN" sz="900" dirty="0"/>
          </a:p>
        </p:txBody>
      </p:sp>
      <p:sp>
        <p:nvSpPr>
          <p:cNvPr id="566" name="TextBox 565">
            <a:extLst>
              <a:ext uri="{FF2B5EF4-FFF2-40B4-BE49-F238E27FC236}">
                <a16:creationId xmlns:a16="http://schemas.microsoft.com/office/drawing/2014/main" id="{8EE69FCC-056F-1F4D-4F79-AF268734C423}"/>
              </a:ext>
            </a:extLst>
          </p:cNvPr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>
            <a:extLst>
              <a:ext uri="{FF2B5EF4-FFF2-40B4-BE49-F238E27FC236}">
                <a16:creationId xmlns:a16="http://schemas.microsoft.com/office/drawing/2014/main" id="{D404457E-7B7E-2438-8418-D1B4F937D42A}"/>
              </a:ext>
            </a:extLst>
          </p:cNvPr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>
            <a:extLst>
              <a:ext uri="{FF2B5EF4-FFF2-40B4-BE49-F238E27FC236}">
                <a16:creationId xmlns:a16="http://schemas.microsoft.com/office/drawing/2014/main" id="{3CA51C8E-0265-B735-2B8F-A52C80ACCC71}"/>
              </a:ext>
            </a:extLst>
          </p:cNvPr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>
            <a:extLst>
              <a:ext uri="{FF2B5EF4-FFF2-40B4-BE49-F238E27FC236}">
                <a16:creationId xmlns:a16="http://schemas.microsoft.com/office/drawing/2014/main" id="{44F86354-938A-AE8E-0EAD-DBB5C1EC9F73}"/>
              </a:ext>
            </a:extLst>
          </p:cNvPr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>
            <a:extLst>
              <a:ext uri="{FF2B5EF4-FFF2-40B4-BE49-F238E27FC236}">
                <a16:creationId xmlns:a16="http://schemas.microsoft.com/office/drawing/2014/main" id="{59635B8C-9803-EAF1-A14B-5995BB1F28A8}"/>
              </a:ext>
            </a:extLst>
          </p:cNvPr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>
            <a:extLst>
              <a:ext uri="{FF2B5EF4-FFF2-40B4-BE49-F238E27FC236}">
                <a16:creationId xmlns:a16="http://schemas.microsoft.com/office/drawing/2014/main" id="{2E677A6D-3B2E-EF7A-68DF-1DD48F4B1D27}"/>
              </a:ext>
            </a:extLst>
          </p:cNvPr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>
            <a:extLst>
              <a:ext uri="{FF2B5EF4-FFF2-40B4-BE49-F238E27FC236}">
                <a16:creationId xmlns:a16="http://schemas.microsoft.com/office/drawing/2014/main" id="{55AD442A-7A1C-0791-1460-FF25EF111065}"/>
              </a:ext>
            </a:extLst>
          </p:cNvPr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>
            <a:extLst>
              <a:ext uri="{FF2B5EF4-FFF2-40B4-BE49-F238E27FC236}">
                <a16:creationId xmlns:a16="http://schemas.microsoft.com/office/drawing/2014/main" id="{799689F4-6D1F-6165-6C1C-92DA49B706D8}"/>
              </a:ext>
            </a:extLst>
          </p:cNvPr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>
            <a:extLst>
              <a:ext uri="{FF2B5EF4-FFF2-40B4-BE49-F238E27FC236}">
                <a16:creationId xmlns:a16="http://schemas.microsoft.com/office/drawing/2014/main" id="{833763C8-98DA-2937-6C86-F1CE24D999C8}"/>
              </a:ext>
            </a:extLst>
          </p:cNvPr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>
            <a:extLst>
              <a:ext uri="{FF2B5EF4-FFF2-40B4-BE49-F238E27FC236}">
                <a16:creationId xmlns:a16="http://schemas.microsoft.com/office/drawing/2014/main" id="{1CF3A9A8-FD80-695D-B190-A2403C3FE80B}"/>
              </a:ext>
            </a:extLst>
          </p:cNvPr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4AD7704-F722-436F-DE4C-9EF26539B077}"/>
              </a:ext>
            </a:extLst>
          </p:cNvPr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81260A9-FFE8-6B74-35B5-18A558F64BE0}"/>
              </a:ext>
            </a:extLst>
          </p:cNvPr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3CFB462-74DF-8DE5-1C7D-15E22BE38592}"/>
              </a:ext>
            </a:extLst>
          </p:cNvPr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1661411-FC30-5A0D-6951-4224A0BEB405}"/>
              </a:ext>
            </a:extLst>
          </p:cNvPr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8551D95E-3100-5145-98D7-FBB27138700B}"/>
              </a:ext>
            </a:extLst>
          </p:cNvPr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CN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AD10C59-850E-C9C9-6B63-246D4FFE3B14}"/>
              </a:ext>
            </a:extLst>
          </p:cNvPr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9A2251C-D90A-F0BF-81F3-39D7B2F74B68}"/>
              </a:ext>
            </a:extLst>
          </p:cNvPr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A39AE4-F1A6-2051-522E-1FFF50AC47A2}"/>
              </a:ext>
            </a:extLst>
          </p:cNvPr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849A534-1032-A672-2261-CCB64A9C16FF}"/>
              </a:ext>
            </a:extLst>
          </p:cNvPr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D4DFB3E-CBB7-C5D8-80B3-779D5436B028}"/>
              </a:ext>
            </a:extLst>
          </p:cNvPr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CN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991480D-010E-3AD8-E0BA-BA9F11396BF3}"/>
              </a:ext>
            </a:extLst>
          </p:cNvPr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CDF9AC8-7E50-81A3-1D13-CE31A6005702}"/>
              </a:ext>
            </a:extLst>
          </p:cNvPr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6059D5BD-33EF-7E2D-5033-7821C6D6BAF1}"/>
              </a:ext>
            </a:extLst>
          </p:cNvPr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B0FDCFB-9ABD-ECD8-CDFC-7152AC3C646F}"/>
              </a:ext>
            </a:extLst>
          </p:cNvPr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F38C5BF-C7FB-0438-81FB-11BD69A0646E}"/>
              </a:ext>
            </a:extLst>
          </p:cNvPr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B2EB911-A96E-B8D6-81C6-FF03794940F0}"/>
              </a:ext>
            </a:extLst>
          </p:cNvPr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4F17428-D688-DE2C-0A6F-E8130B877FC1}"/>
              </a:ext>
            </a:extLst>
          </p:cNvPr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272A8C0-276C-E526-FF53-14B619AAB0D9}"/>
              </a:ext>
            </a:extLst>
          </p:cNvPr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64E845A4-E45D-BDB2-552F-7E531E9B4D9B}"/>
              </a:ext>
            </a:extLst>
          </p:cNvPr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C4122A29-991F-BAFE-2F47-6F8E19F2DE8D}"/>
              </a:ext>
            </a:extLst>
          </p:cNvPr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754249D-0232-F5F6-B82E-220E6CE85727}"/>
              </a:ext>
            </a:extLst>
          </p:cNvPr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A9EA911-F25E-F97C-BFDE-A79A5CA8ED08}"/>
              </a:ext>
            </a:extLst>
          </p:cNvPr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9CFBED3-6A87-9319-3E2E-7C41F08732B7}"/>
              </a:ext>
            </a:extLst>
          </p:cNvPr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CN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D0197FA9-DA6C-C11A-FE2A-D84B7F92182D}"/>
              </a:ext>
            </a:extLst>
          </p:cNvPr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D5720C6-4D55-7939-5422-DBF0A744F60C}"/>
              </a:ext>
            </a:extLst>
          </p:cNvPr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CN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073386F-8FCD-4BE2-285C-E2104B08AD55}"/>
              </a:ext>
            </a:extLst>
          </p:cNvPr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600" dirty="0"/>
              <a:t>Pruned Tokens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D2FA677-7D0E-1447-8C2C-43E463900D2B}"/>
              </a:ext>
            </a:extLst>
          </p:cNvPr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5B8A18D9-788C-63E0-4885-676ABD898124}"/>
              </a:ext>
            </a:extLst>
          </p:cNvPr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454F690-C385-F6B6-0004-5140C2C5B228}"/>
              </a:ext>
            </a:extLst>
          </p:cNvPr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CN" sz="900" dirty="0">
              <a:solidFill>
                <a:schemeClr val="bg1"/>
              </a:solidFill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121E83E-8F92-D85E-283B-4EDF6BE2789F}"/>
              </a:ext>
            </a:extLst>
          </p:cNvPr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8BC2C03-0D6D-5430-4A17-557A3DEE4C19}"/>
              </a:ext>
            </a:extLst>
          </p:cNvPr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CCA50DCA-51A5-EFD3-24AD-388C4FD150F2}"/>
              </a:ext>
            </a:extLst>
          </p:cNvPr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CN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8E88B41-7F14-765F-4F21-5DFC907E1B8F}"/>
              </a:ext>
            </a:extLst>
          </p:cNvPr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BEB1CEA6-4468-9FA3-FDFB-74C86AB5384A}"/>
              </a:ext>
            </a:extLst>
          </p:cNvPr>
          <p:cNvCxnSpPr>
            <a:cxnSpLocks/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71E2EABD-8607-6E3C-5F52-87FEECEE5167}"/>
              </a:ext>
            </a:extLst>
          </p:cNvPr>
          <p:cNvCxnSpPr>
            <a:cxnSpLocks/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E3FDF6B8-7BFE-34BD-3C16-7BDA4CC70DEA}"/>
              </a:ext>
            </a:extLst>
          </p:cNvPr>
          <p:cNvCxnSpPr>
            <a:cxnSpLocks/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668AAFA6-64F4-E302-B8FF-873CD78A3F68}"/>
              </a:ext>
            </a:extLst>
          </p:cNvPr>
          <p:cNvCxnSpPr>
            <a:cxnSpLocks/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5397CB77-A0AE-5C77-A8D3-2862F56DBF4B}"/>
              </a:ext>
            </a:extLst>
          </p:cNvPr>
          <p:cNvCxnSpPr>
            <a:cxnSpLocks/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B33BA5EA-5C27-908F-A786-0CB3E02DE1FD}"/>
              </a:ext>
            </a:extLst>
          </p:cNvPr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68F18223-BA84-D87E-EE99-1FCFFC83F5F2}"/>
              </a:ext>
            </a:extLst>
          </p:cNvPr>
          <p:cNvCxnSpPr>
            <a:cxnSpLocks/>
          </p:cNvCxnSpPr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00033C10-1A5E-A49D-A398-F4B9DB4C0F7E}"/>
              </a:ext>
            </a:extLst>
          </p:cNvPr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810EF8F-A9D1-BD5E-8B00-5A01A116790F}"/>
              </a:ext>
            </a:extLst>
          </p:cNvPr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CN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0C6EF0D-EB5A-4AB1-47BE-5448F4C464CD}"/>
              </a:ext>
            </a:extLst>
          </p:cNvPr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  <a:endParaRPr lang="en-CN" sz="900" dirty="0">
              <a:solidFill>
                <a:schemeClr val="tx1"/>
              </a:solidFill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BDB36E48-5AD5-BF20-4385-D30042FDE8DE}"/>
              </a:ext>
            </a:extLst>
          </p:cNvPr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6A611F-79E9-F4B3-9F17-330291406701}"/>
              </a:ext>
            </a:extLst>
          </p:cNvPr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0755E3D-10CB-6EC1-8CD3-C1B2F69AA13E}"/>
              </a:ext>
            </a:extLst>
          </p:cNvPr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>
            <a:extLst>
              <a:ext uri="{FF2B5EF4-FFF2-40B4-BE49-F238E27FC236}">
                <a16:creationId xmlns:a16="http://schemas.microsoft.com/office/drawing/2014/main" id="{6EA32BBB-5845-7EF4-E91C-F12662798F4B}"/>
              </a:ext>
            </a:extLst>
          </p:cNvPr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>
            <a:extLst>
              <a:ext uri="{FF2B5EF4-FFF2-40B4-BE49-F238E27FC236}">
                <a16:creationId xmlns:a16="http://schemas.microsoft.com/office/drawing/2014/main" id="{FD7D9A9C-BB35-8AEE-8050-9ACDE0A3ED3A}"/>
              </a:ext>
            </a:extLst>
          </p:cNvPr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>
            <a:extLst>
              <a:ext uri="{FF2B5EF4-FFF2-40B4-BE49-F238E27FC236}">
                <a16:creationId xmlns:a16="http://schemas.microsoft.com/office/drawing/2014/main" id="{75635D75-09B9-D513-203F-1954329409B5}"/>
              </a:ext>
            </a:extLst>
          </p:cNvPr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>
            <a:extLst>
              <a:ext uri="{FF2B5EF4-FFF2-40B4-BE49-F238E27FC236}">
                <a16:creationId xmlns:a16="http://schemas.microsoft.com/office/drawing/2014/main" id="{95F5BC5A-90AB-F748-CA6C-1A8A0251BB74}"/>
              </a:ext>
            </a:extLst>
          </p:cNvPr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>
            <a:extLst>
              <a:ext uri="{FF2B5EF4-FFF2-40B4-BE49-F238E27FC236}">
                <a16:creationId xmlns:a16="http://schemas.microsoft.com/office/drawing/2014/main" id="{69B050A7-334D-197F-CC9C-B194ADA7DD07}"/>
              </a:ext>
            </a:extLst>
          </p:cNvPr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1" name="Rectangle 590">
            <a:extLst>
              <a:ext uri="{FF2B5EF4-FFF2-40B4-BE49-F238E27FC236}">
                <a16:creationId xmlns:a16="http://schemas.microsoft.com/office/drawing/2014/main" id="{DF202B16-52EA-44C0-2B20-AB79F6A427E9}"/>
              </a:ext>
            </a:extLst>
          </p:cNvPr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2" name="Rectangle 591">
            <a:extLst>
              <a:ext uri="{FF2B5EF4-FFF2-40B4-BE49-F238E27FC236}">
                <a16:creationId xmlns:a16="http://schemas.microsoft.com/office/drawing/2014/main" id="{D8626E6C-F334-7A44-ED2E-44F6E7DEF717}"/>
              </a:ext>
            </a:extLst>
          </p:cNvPr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5" name="Rectangle 594">
            <a:extLst>
              <a:ext uri="{FF2B5EF4-FFF2-40B4-BE49-F238E27FC236}">
                <a16:creationId xmlns:a16="http://schemas.microsoft.com/office/drawing/2014/main" id="{A8EB3D1E-2725-F39A-2BC5-FB9244B04DD0}"/>
              </a:ext>
            </a:extLst>
          </p:cNvPr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6" name="Rectangle 595">
            <a:extLst>
              <a:ext uri="{FF2B5EF4-FFF2-40B4-BE49-F238E27FC236}">
                <a16:creationId xmlns:a16="http://schemas.microsoft.com/office/drawing/2014/main" id="{DEE65C50-245E-A614-691E-D4A9007A7374}"/>
              </a:ext>
            </a:extLst>
          </p:cNvPr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7" name="Rectangle 596">
            <a:extLst>
              <a:ext uri="{FF2B5EF4-FFF2-40B4-BE49-F238E27FC236}">
                <a16:creationId xmlns:a16="http://schemas.microsoft.com/office/drawing/2014/main" id="{F620B41F-0828-98CA-865D-8FDB51FA91E9}"/>
              </a:ext>
            </a:extLst>
          </p:cNvPr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598" name="Rectangle 597">
            <a:extLst>
              <a:ext uri="{FF2B5EF4-FFF2-40B4-BE49-F238E27FC236}">
                <a16:creationId xmlns:a16="http://schemas.microsoft.com/office/drawing/2014/main" id="{D5B5CE08-CAAB-3D34-6053-A8C17953CD9B}"/>
              </a:ext>
            </a:extLst>
          </p:cNvPr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sp>
        <p:nvSpPr>
          <p:cNvPr id="600" name="Rectangle 599">
            <a:extLst>
              <a:ext uri="{FF2B5EF4-FFF2-40B4-BE49-F238E27FC236}">
                <a16:creationId xmlns:a16="http://schemas.microsoft.com/office/drawing/2014/main" id="{B82D7986-4923-925A-6B14-1DCD46449A25}"/>
              </a:ext>
            </a:extLst>
          </p:cNvPr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1200" dirty="0"/>
          </a:p>
        </p:txBody>
      </p:sp>
      <p:cxnSp>
        <p:nvCxnSpPr>
          <p:cNvPr id="630" name="Elbow Connector 629">
            <a:extLst>
              <a:ext uri="{FF2B5EF4-FFF2-40B4-BE49-F238E27FC236}">
                <a16:creationId xmlns:a16="http://schemas.microsoft.com/office/drawing/2014/main" id="{16C02F52-B1D0-6E0B-EA40-CB18F42E1099}"/>
              </a:ext>
            </a:extLst>
          </p:cNvPr>
          <p:cNvCxnSpPr>
            <a:cxnSpLocks/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>
            <a:extLst>
              <a:ext uri="{FF2B5EF4-FFF2-40B4-BE49-F238E27FC236}">
                <a16:creationId xmlns:a16="http://schemas.microsoft.com/office/drawing/2014/main" id="{D8BBD895-8E7B-2355-FF8E-E8ED6B1FA4A3}"/>
              </a:ext>
            </a:extLst>
          </p:cNvPr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  <a:endParaRPr lang="en-CN" dirty="0"/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27E07EC8-6394-0925-6EC5-A50159A4D466}"/>
              </a:ext>
            </a:extLst>
          </p:cNvPr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CN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3FCDBBBB-B6ED-7C17-C44C-588658E3A95E}"/>
              </a:ext>
            </a:extLst>
          </p:cNvPr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</a:t>
            </a:r>
            <a:r>
              <a:rPr lang="en-CN" dirty="0"/>
              <a:t>esuming variables</a:t>
            </a:r>
          </a:p>
        </p:txBody>
      </p: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384D19FC-3226-ACA2-F325-A581EB6B9AE7}"/>
              </a:ext>
            </a:extLst>
          </p:cNvPr>
          <p:cNvCxnSpPr>
            <a:cxnSpLocks/>
          </p:cNvCxnSpPr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>
            <a:extLst>
              <a:ext uri="{FF2B5EF4-FFF2-40B4-BE49-F238E27FC236}">
                <a16:creationId xmlns:a16="http://schemas.microsoft.com/office/drawing/2014/main" id="{B08E8EA1-AB72-A515-E9C6-5E3940F5FA27}"/>
              </a:ext>
            </a:extLst>
          </p:cNvPr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dirty="0"/>
              <a:t>Our Solution</a:t>
            </a:r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236E3FEC-2351-B5B4-11B0-043A1BB19026}"/>
              </a:ext>
            </a:extLst>
          </p:cNvPr>
          <p:cNvCxnSpPr>
            <a:cxnSpLocks/>
          </p:cNvCxnSpPr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>
            <a:extLst>
              <a:ext uri="{FF2B5EF4-FFF2-40B4-BE49-F238E27FC236}">
                <a16:creationId xmlns:a16="http://schemas.microsoft.com/office/drawing/2014/main" id="{1DA0F05B-2520-AE2C-ED16-76D6B37F826D}"/>
              </a:ext>
            </a:extLst>
          </p:cNvPr>
          <p:cNvCxnSpPr>
            <a:cxnSpLocks/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>
            <a:extLst>
              <a:ext uri="{FF2B5EF4-FFF2-40B4-BE49-F238E27FC236}">
                <a16:creationId xmlns:a16="http://schemas.microsoft.com/office/drawing/2014/main" id="{AC07FEC2-AE20-0168-D103-BACD5D560ED9}"/>
              </a:ext>
            </a:extLst>
          </p:cNvPr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>
            <a:extLst>
              <a:ext uri="{FF2B5EF4-FFF2-40B4-BE49-F238E27FC236}">
                <a16:creationId xmlns:a16="http://schemas.microsoft.com/office/drawing/2014/main" id="{1841037B-0914-6E5A-C7AF-28F0769C1BAE}"/>
              </a:ext>
            </a:extLst>
          </p:cNvPr>
          <p:cNvCxnSpPr>
            <a:cxnSpLocks/>
          </p:cNvCxnSpPr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>
            <a:extLst>
              <a:ext uri="{FF2B5EF4-FFF2-40B4-BE49-F238E27FC236}">
                <a16:creationId xmlns:a16="http://schemas.microsoft.com/office/drawing/2014/main" id="{56D17A65-379F-812F-7FE0-ED928F66A249}"/>
              </a:ext>
            </a:extLst>
          </p:cNvPr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>
            <a:extLst>
              <a:ext uri="{FF2B5EF4-FFF2-40B4-BE49-F238E27FC236}">
                <a16:creationId xmlns:a16="http://schemas.microsoft.com/office/drawing/2014/main" id="{65A65504-2DC6-C21E-B39B-BB02C0747F03}"/>
              </a:ext>
            </a:extLst>
          </p:cNvPr>
          <p:cNvCxnSpPr>
            <a:cxnSpLocks/>
          </p:cNvCxnSpPr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>
            <a:extLst>
              <a:ext uri="{FF2B5EF4-FFF2-40B4-BE49-F238E27FC236}">
                <a16:creationId xmlns:a16="http://schemas.microsoft.com/office/drawing/2014/main" id="{775584D2-DDDF-03A3-ED95-8AD9BF7BAD9C}"/>
              </a:ext>
            </a:extLst>
          </p:cNvPr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58" name="Rounded Rectangle 757">
            <a:extLst>
              <a:ext uri="{FF2B5EF4-FFF2-40B4-BE49-F238E27FC236}">
                <a16:creationId xmlns:a16="http://schemas.microsoft.com/office/drawing/2014/main" id="{32B02C90-E958-1222-A46A-6BDB7D8820E0}"/>
              </a:ext>
            </a:extLst>
          </p:cNvPr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CN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>
            <a:extLst>
              <a:ext uri="{FF2B5EF4-FFF2-40B4-BE49-F238E27FC236}">
                <a16:creationId xmlns:a16="http://schemas.microsoft.com/office/drawing/2014/main" id="{8549ABC6-768B-D198-A412-FE2FDB205BB4}"/>
              </a:ext>
            </a:extLst>
          </p:cNvPr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  <a:endParaRPr lang="en-CN" sz="1600" dirty="0"/>
          </a:p>
        </p:txBody>
      </p:sp>
      <p:sp>
        <p:nvSpPr>
          <p:cNvPr id="760" name="Rounded Rectangle 759">
            <a:extLst>
              <a:ext uri="{FF2B5EF4-FFF2-40B4-BE49-F238E27FC236}">
                <a16:creationId xmlns:a16="http://schemas.microsoft.com/office/drawing/2014/main" id="{87B5F30C-2D78-E014-0F83-AB09DF9A7CA2}"/>
              </a:ext>
            </a:extLst>
          </p:cNvPr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61" name="TextBox 760">
            <a:extLst>
              <a:ext uri="{FF2B5EF4-FFF2-40B4-BE49-F238E27FC236}">
                <a16:creationId xmlns:a16="http://schemas.microsoft.com/office/drawing/2014/main" id="{97F72D57-ED47-4916-41CB-650324794691}"/>
              </a:ext>
            </a:extLst>
          </p:cNvPr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CN" sz="1600" dirty="0"/>
          </a:p>
        </p:txBody>
      </p:sp>
      <p:sp>
        <p:nvSpPr>
          <p:cNvPr id="762" name="TextBox 761">
            <a:extLst>
              <a:ext uri="{FF2B5EF4-FFF2-40B4-BE49-F238E27FC236}">
                <a16:creationId xmlns:a16="http://schemas.microsoft.com/office/drawing/2014/main" id="{2088C6BD-C784-CAB5-0D6C-2EBEF18FC257}"/>
              </a:ext>
            </a:extLst>
          </p:cNvPr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CN" dirty="0"/>
          </a:p>
        </p:txBody>
      </p:sp>
      <p:sp>
        <p:nvSpPr>
          <p:cNvPr id="765" name="TextBox 764">
            <a:extLst>
              <a:ext uri="{FF2B5EF4-FFF2-40B4-BE49-F238E27FC236}">
                <a16:creationId xmlns:a16="http://schemas.microsoft.com/office/drawing/2014/main" id="{3B0420EC-E451-A36C-B4FE-948CFC1C58E9}"/>
              </a:ext>
            </a:extLst>
          </p:cNvPr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CN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>
            <a:extLst>
              <a:ext uri="{FF2B5EF4-FFF2-40B4-BE49-F238E27FC236}">
                <a16:creationId xmlns:a16="http://schemas.microsoft.com/office/drawing/2014/main" id="{02A9607C-5762-B5C4-A58D-2D89057544CF}"/>
              </a:ext>
            </a:extLst>
          </p:cNvPr>
          <p:cNvCxnSpPr>
            <a:cxnSpLocks/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>
            <a:extLst>
              <a:ext uri="{FF2B5EF4-FFF2-40B4-BE49-F238E27FC236}">
                <a16:creationId xmlns:a16="http://schemas.microsoft.com/office/drawing/2014/main" id="{A7465E6D-00AC-2787-DEC2-B081D0D9861E}"/>
              </a:ext>
            </a:extLst>
          </p:cNvPr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Prob</a:t>
            </a:r>
          </a:p>
        </p:txBody>
      </p:sp>
      <p:sp>
        <p:nvSpPr>
          <p:cNvPr id="390" name="Rounded Rectangle 389">
            <a:extLst>
              <a:ext uri="{FF2B5EF4-FFF2-40B4-BE49-F238E27FC236}">
                <a16:creationId xmlns:a16="http://schemas.microsoft.com/office/drawing/2014/main" id="{C21EB6A9-C639-4CE0-E089-447C493C7029}"/>
              </a:ext>
            </a:extLst>
          </p:cNvPr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B4A2CBCC-E2C4-D6CD-F022-DCE24DBEC06F}"/>
              </a:ext>
            </a:extLst>
          </p:cNvPr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6957C4A-C13B-CC69-5447-2545B3A87D62}"/>
              </a:ext>
            </a:extLst>
          </p:cNvPr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2DC80E9-AF77-DFCB-E815-0AB20A72C608}"/>
              </a:ext>
            </a:extLst>
          </p:cNvPr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9D665B-A8DB-9428-4F14-01D97F7077C2}"/>
              </a:ext>
            </a:extLst>
          </p:cNvPr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1E7184B-E944-F507-1CF5-39ED54AC528E}"/>
              </a:ext>
            </a:extLst>
          </p:cNvPr>
          <p:cNvCxnSpPr>
            <a:cxnSpLocks/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9368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5387</TotalTime>
  <Words>1610</Words>
  <Application>Microsoft Macintosh PowerPoint</Application>
  <PresentationFormat>Custom</PresentationFormat>
  <Paragraphs>812</Paragraphs>
  <Slides>6</Slides>
  <Notes>4</Notes>
  <HiddenSlides>5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Arial</vt:lpstr>
      <vt:lpstr>Bradley Hand</vt:lpstr>
      <vt:lpstr>Calibri</vt:lpstr>
      <vt:lpstr>Calibri Light</vt:lpstr>
      <vt:lpstr>Consolas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Kaifeng Huang</dc:creator>
  <cp:lastModifiedBy>Kaifeng Huang</cp:lastModifiedBy>
  <cp:revision>23</cp:revision>
  <dcterms:created xsi:type="dcterms:W3CDTF">2025-06-02T15:22:44Z</dcterms:created>
  <dcterms:modified xsi:type="dcterms:W3CDTF">2025-06-10T12:36:06Z</dcterms:modified>
</cp:coreProperties>
</file>