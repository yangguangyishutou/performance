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7"/>
    <p:restoredTop sz="94651"/>
  </p:normalViewPr>
  <p:slideViewPr>
    <p:cSldViewPr snapToGrid="0">
      <p:cViewPr varScale="1">
        <p:scale>
          <a:sx n="110" d="100"/>
          <a:sy n="110" d="100"/>
        </p:scale>
        <p:origin x="8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49F41-639A-9E5B-E45B-822A5DD794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0D3205-D6B4-0545-9BB8-C8FE6543A5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D33234-9648-D672-DB81-DD3636203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F8834-9B0F-A259-8A82-5E17BAD33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0FF66D-E4B6-7FEE-4D09-A9E3F782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88728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A3D10A-BCDA-769E-0785-91011571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8D61AB-2358-9483-4CBE-DA0B2A0A7C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FACD53-C79C-F6D7-242A-F69C5F911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DEE48-724F-58E0-F0B4-FAC436B1B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1A5960-CAFB-F532-CB69-D95C2E1D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25596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1F100-9E46-586E-8382-6BDBD354B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08C028-F1C1-290D-BC26-81BC297490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AF6FFA-E022-D035-040C-7C31270DC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7950E-8BDE-A7BD-FC9B-3BA84DA40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897A7A-F822-68BE-50E4-9297F9D7F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52013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80920-5926-C19C-E7C0-9D4829FE2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0F472-0199-919B-3AFF-4E56CF445A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3E580D-B1A0-6B5A-8BE6-83DC2C48C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64F9B8-86BF-04F6-A77D-72AF19F80A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22A613-3D7A-F4DE-050C-1C6BFBF40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7E6C8-DDB2-EAB0-99C8-6552DC07F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585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4C8E2-483C-3DFF-B732-AF2B491E2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E15721-A111-1B5D-1F81-2EEF04DAC6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D28499-6CB2-84E8-E17E-2211E7C9E6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386A2-6CBD-45CD-1299-E2EF00C8CD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DE6168-9AAE-4D8E-4D4C-73C3EF3B79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32F496-7CC3-2083-BAFC-B6779AE53F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91C900-4E9F-3550-6E51-DAF57FF9A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7B863C-9CF5-E13E-2201-6AAD4412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990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D3F70-4BAD-0B71-9AC1-DAE820E21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3324F-F797-4D99-DC03-C33C1BECB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40027AD-26A3-8A25-02E4-F6F49AFF9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57EFE9-D66B-2C3E-63BC-CE99B1528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1053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EDCDD5-729A-8740-F2BE-E20E56069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C0581E-187F-C7C7-8DD2-2456021BD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92E9-7711-5048-EDD4-89B1C4EEF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08025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674D4-8D5C-09D8-42DB-FCE1E6F95E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BBE98-39C2-ADA2-93E2-766F6990B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71886-ACAA-6D35-C357-7505DE8A26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729953-1A10-6365-F521-6BB7BDD1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07E8C6-BB71-4CAE-1CE0-2F5CA3B03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67B37-54CE-508E-1097-A1F5346D5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16185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61C04-4D7A-975C-093B-E2AD0E9476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B44489-9073-791B-3D98-A70022E345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7A2FB8-8C30-1430-FAAF-2FB1B4F9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98B7B0-558E-2756-7F77-1332148236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827B8D-9FDA-2233-00C4-696FDBF6C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785FBA-BF78-06D2-D63E-328DDC8B7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3299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7A8BA-CA7F-6605-D422-F0DFCFEEB8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D8210D-5AF5-BE25-7181-03C6E3416E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24755E-B07D-A9E5-6B85-B3B9E1E8C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8D9EB-33A2-8903-1D2B-45561E50F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32AEF-2063-F3DA-6BE4-221A6871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2383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BF5442-7D7E-90F3-3D78-E961A999F0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F76BCF-9651-3CAB-ECAA-5FF6C6AAE0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5BE3E-CA07-3DEE-62B6-AAF3B3B6C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A976D-9277-A642-AB2D-CD5D34EEA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2DF855-D23B-6851-557D-66E706A2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57786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8534B6-981A-CBE2-976D-3C6235039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368A96-AF22-B4C7-A2D1-03C6B0B4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F33A2-D2F2-8B20-EE0A-6BFB711DB2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BCF0D1-8A85-2640-8DAD-57E451814062}" type="datetimeFigureOut">
              <a:rPr lang="en-CN" smtClean="0"/>
              <a:t>2025/6/2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E7A2A2-CE9D-3C42-21A6-50868F3028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8E3F2-33EC-CF5E-7198-F22184865D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5C47F7-C7C0-2445-994E-6F5509F3FC4A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833001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229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Kaifeng Huang</dc:creator>
  <cp:lastModifiedBy>Kaifeng Huang</cp:lastModifiedBy>
  <cp:revision>2</cp:revision>
  <dcterms:created xsi:type="dcterms:W3CDTF">2025-06-02T15:22:44Z</dcterms:created>
  <dcterms:modified xsi:type="dcterms:W3CDTF">2025-06-02T15:23:08Z</dcterms:modified>
</cp:coreProperties>
</file>