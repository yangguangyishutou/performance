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65" r:id="rId2"/>
  </p:sldIdLst>
  <p:sldSz cx="15792450" cy="14057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8A"/>
    <a:srgbClr val="0034B3"/>
    <a:srgbClr val="9FE0B2"/>
    <a:srgbClr val="ACEEBC"/>
    <a:srgbClr val="FFC2C1"/>
    <a:srgbClr val="548235"/>
    <a:srgbClr val="FFEBEA"/>
    <a:srgbClr val="DBFBE2"/>
    <a:srgbClr val="EEBCC8"/>
    <a:srgbClr val="8FC3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1"/>
    <p:restoredTop sz="84038"/>
  </p:normalViewPr>
  <p:slideViewPr>
    <p:cSldViewPr snapToGrid="0">
      <p:cViewPr>
        <p:scale>
          <a:sx n="90" d="100"/>
          <a:sy n="90" d="100"/>
        </p:scale>
        <p:origin x="-128" y="-280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46CD6-A016-5C4E-97B3-4B0B73F3220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97038" y="1143000"/>
            <a:ext cx="3463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72030-3429-BE41-9AA2-E89B6DDDF4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479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143000"/>
            <a:ext cx="34639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E72030-3429-BE41-9AA2-E89B6DDDF489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805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4434" y="2300585"/>
            <a:ext cx="13423583" cy="4894027"/>
          </a:xfrm>
        </p:spPr>
        <p:txBody>
          <a:bodyPr anchor="b"/>
          <a:lstStyle>
            <a:lvl1pPr algn="ctr">
              <a:defRPr sz="10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4056" y="7383344"/>
            <a:ext cx="11844338" cy="3393929"/>
          </a:xfrm>
        </p:spPr>
        <p:txBody>
          <a:bodyPr/>
          <a:lstStyle>
            <a:lvl1pPr marL="0" indent="0" algn="ctr">
              <a:buNone/>
              <a:defRPr sz="4145"/>
            </a:lvl1pPr>
            <a:lvl2pPr marL="789630" indent="0" algn="ctr">
              <a:buNone/>
              <a:defRPr sz="3454"/>
            </a:lvl2pPr>
            <a:lvl3pPr marL="1579260" indent="0" algn="ctr">
              <a:buNone/>
              <a:defRPr sz="3109"/>
            </a:lvl3pPr>
            <a:lvl4pPr marL="2368890" indent="0" algn="ctr">
              <a:buNone/>
              <a:defRPr sz="2763"/>
            </a:lvl4pPr>
            <a:lvl5pPr marL="3158520" indent="0" algn="ctr">
              <a:buNone/>
              <a:defRPr sz="2763"/>
            </a:lvl5pPr>
            <a:lvl6pPr marL="3948151" indent="0" algn="ctr">
              <a:buNone/>
              <a:defRPr sz="2763"/>
            </a:lvl6pPr>
            <a:lvl7pPr marL="4737781" indent="0" algn="ctr">
              <a:buNone/>
              <a:defRPr sz="2763"/>
            </a:lvl7pPr>
            <a:lvl8pPr marL="5527411" indent="0" algn="ctr">
              <a:buNone/>
              <a:defRPr sz="2763"/>
            </a:lvl8pPr>
            <a:lvl9pPr marL="6317041" indent="0" algn="ctr">
              <a:buNone/>
              <a:defRPr sz="276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718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24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7507" y="3504570"/>
            <a:ext cx="13620988" cy="5847451"/>
          </a:xfrm>
        </p:spPr>
        <p:txBody>
          <a:bodyPr anchor="b"/>
          <a:lstStyle>
            <a:lvl1pPr>
              <a:defRPr sz="10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7507" y="9407340"/>
            <a:ext cx="13620988" cy="3075036"/>
          </a:xfrm>
        </p:spPr>
        <p:txBody>
          <a:bodyPr/>
          <a:lstStyle>
            <a:lvl1pPr marL="0" indent="0">
              <a:buNone/>
              <a:defRPr sz="4145">
                <a:solidFill>
                  <a:schemeClr val="tx1"/>
                </a:solidFill>
              </a:defRPr>
            </a:lvl1pPr>
            <a:lvl2pPr marL="789630" indent="0">
              <a:buNone/>
              <a:defRPr sz="3454">
                <a:solidFill>
                  <a:schemeClr val="tx1">
                    <a:tint val="75000"/>
                  </a:schemeClr>
                </a:solidFill>
              </a:defRPr>
            </a:lvl2pPr>
            <a:lvl3pPr marL="1579260" indent="0">
              <a:buNone/>
              <a:defRPr sz="3109">
                <a:solidFill>
                  <a:schemeClr val="tx1">
                    <a:tint val="75000"/>
                  </a:schemeClr>
                </a:solidFill>
              </a:defRPr>
            </a:lvl3pPr>
            <a:lvl4pPr marL="2368890" indent="0">
              <a:buNone/>
              <a:defRPr sz="2763">
                <a:solidFill>
                  <a:schemeClr val="tx1">
                    <a:tint val="75000"/>
                  </a:schemeClr>
                </a:solidFill>
              </a:defRPr>
            </a:lvl4pPr>
            <a:lvl5pPr marL="3158520" indent="0">
              <a:buNone/>
              <a:defRPr sz="2763">
                <a:solidFill>
                  <a:schemeClr val="tx1">
                    <a:tint val="75000"/>
                  </a:schemeClr>
                </a:solidFill>
              </a:defRPr>
            </a:lvl5pPr>
            <a:lvl6pPr marL="3948151" indent="0">
              <a:buNone/>
              <a:defRPr sz="2763">
                <a:solidFill>
                  <a:schemeClr val="tx1">
                    <a:tint val="75000"/>
                  </a:schemeClr>
                </a:solidFill>
              </a:defRPr>
            </a:lvl6pPr>
            <a:lvl7pPr marL="4737781" indent="0">
              <a:buNone/>
              <a:defRPr sz="2763">
                <a:solidFill>
                  <a:schemeClr val="tx1">
                    <a:tint val="75000"/>
                  </a:schemeClr>
                </a:solidFill>
              </a:defRPr>
            </a:lvl7pPr>
            <a:lvl8pPr marL="5527411" indent="0">
              <a:buNone/>
              <a:defRPr sz="2763">
                <a:solidFill>
                  <a:schemeClr val="tx1">
                    <a:tint val="75000"/>
                  </a:schemeClr>
                </a:solidFill>
              </a:defRPr>
            </a:lvl8pPr>
            <a:lvl9pPr marL="6317041" indent="0">
              <a:buNone/>
              <a:defRPr sz="2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26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731" y="3742109"/>
            <a:ext cx="6711791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94928" y="3742109"/>
            <a:ext cx="6711791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55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788" y="748425"/>
            <a:ext cx="13620988" cy="2717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7789" y="3445995"/>
            <a:ext cx="6680946" cy="1688829"/>
          </a:xfrm>
        </p:spPr>
        <p:txBody>
          <a:bodyPr anchor="b"/>
          <a:lstStyle>
            <a:lvl1pPr marL="0" indent="0">
              <a:buNone/>
              <a:defRPr sz="4145" b="1"/>
            </a:lvl1pPr>
            <a:lvl2pPr marL="789630" indent="0">
              <a:buNone/>
              <a:defRPr sz="3454" b="1"/>
            </a:lvl2pPr>
            <a:lvl3pPr marL="1579260" indent="0">
              <a:buNone/>
              <a:defRPr sz="3109" b="1"/>
            </a:lvl3pPr>
            <a:lvl4pPr marL="2368890" indent="0">
              <a:buNone/>
              <a:defRPr sz="2763" b="1"/>
            </a:lvl4pPr>
            <a:lvl5pPr marL="3158520" indent="0">
              <a:buNone/>
              <a:defRPr sz="2763" b="1"/>
            </a:lvl5pPr>
            <a:lvl6pPr marL="3948151" indent="0">
              <a:buNone/>
              <a:defRPr sz="2763" b="1"/>
            </a:lvl6pPr>
            <a:lvl7pPr marL="4737781" indent="0">
              <a:buNone/>
              <a:defRPr sz="2763" b="1"/>
            </a:lvl7pPr>
            <a:lvl8pPr marL="5527411" indent="0">
              <a:buNone/>
              <a:defRPr sz="2763" b="1"/>
            </a:lvl8pPr>
            <a:lvl9pPr marL="6317041" indent="0">
              <a:buNone/>
              <a:defRPr sz="2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7789" y="5134824"/>
            <a:ext cx="6680946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94929" y="3445995"/>
            <a:ext cx="6713848" cy="1688829"/>
          </a:xfrm>
        </p:spPr>
        <p:txBody>
          <a:bodyPr anchor="b"/>
          <a:lstStyle>
            <a:lvl1pPr marL="0" indent="0">
              <a:buNone/>
              <a:defRPr sz="4145" b="1"/>
            </a:lvl1pPr>
            <a:lvl2pPr marL="789630" indent="0">
              <a:buNone/>
              <a:defRPr sz="3454" b="1"/>
            </a:lvl2pPr>
            <a:lvl3pPr marL="1579260" indent="0">
              <a:buNone/>
              <a:defRPr sz="3109" b="1"/>
            </a:lvl3pPr>
            <a:lvl4pPr marL="2368890" indent="0">
              <a:buNone/>
              <a:defRPr sz="2763" b="1"/>
            </a:lvl4pPr>
            <a:lvl5pPr marL="3158520" indent="0">
              <a:buNone/>
              <a:defRPr sz="2763" b="1"/>
            </a:lvl5pPr>
            <a:lvl6pPr marL="3948151" indent="0">
              <a:buNone/>
              <a:defRPr sz="2763" b="1"/>
            </a:lvl6pPr>
            <a:lvl7pPr marL="4737781" indent="0">
              <a:buNone/>
              <a:defRPr sz="2763" b="1"/>
            </a:lvl7pPr>
            <a:lvl8pPr marL="5527411" indent="0">
              <a:buNone/>
              <a:defRPr sz="2763" b="1"/>
            </a:lvl8pPr>
            <a:lvl9pPr marL="6317041" indent="0">
              <a:buNone/>
              <a:defRPr sz="2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94929" y="5134824"/>
            <a:ext cx="6713848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06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67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14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788" y="937154"/>
            <a:ext cx="5093476" cy="3280040"/>
          </a:xfrm>
        </p:spPr>
        <p:txBody>
          <a:bodyPr anchor="b"/>
          <a:lstStyle>
            <a:lvl1pPr>
              <a:defRPr sz="5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3848" y="2023996"/>
            <a:ext cx="7994928" cy="9989803"/>
          </a:xfrm>
        </p:spPr>
        <p:txBody>
          <a:bodyPr/>
          <a:lstStyle>
            <a:lvl1pPr>
              <a:defRPr sz="5527"/>
            </a:lvl1pPr>
            <a:lvl2pPr>
              <a:defRPr sz="4836"/>
            </a:lvl2pPr>
            <a:lvl3pPr>
              <a:defRPr sz="4145"/>
            </a:lvl3pPr>
            <a:lvl4pPr>
              <a:defRPr sz="3454"/>
            </a:lvl4pPr>
            <a:lvl5pPr>
              <a:defRPr sz="3454"/>
            </a:lvl5pPr>
            <a:lvl6pPr>
              <a:defRPr sz="3454"/>
            </a:lvl6pPr>
            <a:lvl7pPr>
              <a:defRPr sz="3454"/>
            </a:lvl7pPr>
            <a:lvl8pPr>
              <a:defRPr sz="3454"/>
            </a:lvl8pPr>
            <a:lvl9pPr>
              <a:defRPr sz="34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88" y="4217194"/>
            <a:ext cx="5093476" cy="7812873"/>
          </a:xfrm>
        </p:spPr>
        <p:txBody>
          <a:bodyPr/>
          <a:lstStyle>
            <a:lvl1pPr marL="0" indent="0">
              <a:buNone/>
              <a:defRPr sz="2763"/>
            </a:lvl1pPr>
            <a:lvl2pPr marL="789630" indent="0">
              <a:buNone/>
              <a:defRPr sz="2418"/>
            </a:lvl2pPr>
            <a:lvl3pPr marL="1579260" indent="0">
              <a:buNone/>
              <a:defRPr sz="2073"/>
            </a:lvl3pPr>
            <a:lvl4pPr marL="2368890" indent="0">
              <a:buNone/>
              <a:defRPr sz="1727"/>
            </a:lvl4pPr>
            <a:lvl5pPr marL="3158520" indent="0">
              <a:buNone/>
              <a:defRPr sz="1727"/>
            </a:lvl5pPr>
            <a:lvl6pPr marL="3948151" indent="0">
              <a:buNone/>
              <a:defRPr sz="1727"/>
            </a:lvl6pPr>
            <a:lvl7pPr marL="4737781" indent="0">
              <a:buNone/>
              <a:defRPr sz="1727"/>
            </a:lvl7pPr>
            <a:lvl8pPr marL="5527411" indent="0">
              <a:buNone/>
              <a:defRPr sz="1727"/>
            </a:lvl8pPr>
            <a:lvl9pPr marL="6317041" indent="0">
              <a:buNone/>
              <a:defRPr sz="17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70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788" y="937154"/>
            <a:ext cx="5093476" cy="3280040"/>
          </a:xfrm>
        </p:spPr>
        <p:txBody>
          <a:bodyPr anchor="b"/>
          <a:lstStyle>
            <a:lvl1pPr>
              <a:defRPr sz="5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13848" y="2023996"/>
            <a:ext cx="7994928" cy="9989803"/>
          </a:xfrm>
        </p:spPr>
        <p:txBody>
          <a:bodyPr anchor="t"/>
          <a:lstStyle>
            <a:lvl1pPr marL="0" indent="0">
              <a:buNone/>
              <a:defRPr sz="5527"/>
            </a:lvl1pPr>
            <a:lvl2pPr marL="789630" indent="0">
              <a:buNone/>
              <a:defRPr sz="4836"/>
            </a:lvl2pPr>
            <a:lvl3pPr marL="1579260" indent="0">
              <a:buNone/>
              <a:defRPr sz="4145"/>
            </a:lvl3pPr>
            <a:lvl4pPr marL="2368890" indent="0">
              <a:buNone/>
              <a:defRPr sz="3454"/>
            </a:lvl4pPr>
            <a:lvl5pPr marL="3158520" indent="0">
              <a:buNone/>
              <a:defRPr sz="3454"/>
            </a:lvl5pPr>
            <a:lvl6pPr marL="3948151" indent="0">
              <a:buNone/>
              <a:defRPr sz="3454"/>
            </a:lvl6pPr>
            <a:lvl7pPr marL="4737781" indent="0">
              <a:buNone/>
              <a:defRPr sz="3454"/>
            </a:lvl7pPr>
            <a:lvl8pPr marL="5527411" indent="0">
              <a:buNone/>
              <a:defRPr sz="3454"/>
            </a:lvl8pPr>
            <a:lvl9pPr marL="6317041" indent="0">
              <a:buNone/>
              <a:defRPr sz="34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88" y="4217194"/>
            <a:ext cx="5093476" cy="7812873"/>
          </a:xfrm>
        </p:spPr>
        <p:txBody>
          <a:bodyPr/>
          <a:lstStyle>
            <a:lvl1pPr marL="0" indent="0">
              <a:buNone/>
              <a:defRPr sz="2763"/>
            </a:lvl1pPr>
            <a:lvl2pPr marL="789630" indent="0">
              <a:buNone/>
              <a:defRPr sz="2418"/>
            </a:lvl2pPr>
            <a:lvl3pPr marL="1579260" indent="0">
              <a:buNone/>
              <a:defRPr sz="2073"/>
            </a:lvl3pPr>
            <a:lvl4pPr marL="2368890" indent="0">
              <a:buNone/>
              <a:defRPr sz="1727"/>
            </a:lvl4pPr>
            <a:lvl5pPr marL="3158520" indent="0">
              <a:buNone/>
              <a:defRPr sz="1727"/>
            </a:lvl5pPr>
            <a:lvl6pPr marL="3948151" indent="0">
              <a:buNone/>
              <a:defRPr sz="1727"/>
            </a:lvl6pPr>
            <a:lvl7pPr marL="4737781" indent="0">
              <a:buNone/>
              <a:defRPr sz="1727"/>
            </a:lvl7pPr>
            <a:lvl8pPr marL="5527411" indent="0">
              <a:buNone/>
              <a:defRPr sz="1727"/>
            </a:lvl8pPr>
            <a:lvl9pPr marL="6317041" indent="0">
              <a:buNone/>
              <a:defRPr sz="17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2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18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01473" y="748422"/>
            <a:ext cx="3405247" cy="119129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5732" y="748422"/>
            <a:ext cx="10018335" cy="119129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67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5731" y="748425"/>
            <a:ext cx="13620988" cy="2717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731" y="3742109"/>
            <a:ext cx="13620988" cy="891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5731" y="13029050"/>
            <a:ext cx="3553301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C4C2A-E82A-4A71-9087-C677B1D59758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31249" y="13029050"/>
            <a:ext cx="5329952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3418" y="13029050"/>
            <a:ext cx="3553301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8C902-09D2-48CD-B779-2CCAF47CA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54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79260" rtl="0" eaLnBrk="1" latinLnBrk="0" hangingPunct="1">
        <a:lnSpc>
          <a:spcPct val="90000"/>
        </a:lnSpc>
        <a:spcBef>
          <a:spcPct val="0"/>
        </a:spcBef>
        <a:buNone/>
        <a:defRPr sz="7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815" indent="-394815" algn="l" defTabSz="1579260" rtl="0" eaLnBrk="1" latinLnBrk="0" hangingPunct="1">
        <a:lnSpc>
          <a:spcPct val="90000"/>
        </a:lnSpc>
        <a:spcBef>
          <a:spcPts val="1727"/>
        </a:spcBef>
        <a:buFont typeface="Arial" panose="020B0604020202020204" pitchFamily="34" charset="0"/>
        <a:buChar char="•"/>
        <a:defRPr sz="4836" kern="1200">
          <a:solidFill>
            <a:schemeClr val="tx1"/>
          </a:solidFill>
          <a:latin typeface="+mn-lt"/>
          <a:ea typeface="+mn-ea"/>
          <a:cs typeface="+mn-cs"/>
        </a:defRPr>
      </a:lvl1pPr>
      <a:lvl2pPr marL="1184445" indent="-394815" algn="l" defTabSz="1579260" rtl="0" eaLnBrk="1" latinLnBrk="0" hangingPunct="1">
        <a:lnSpc>
          <a:spcPct val="90000"/>
        </a:lnSpc>
        <a:spcBef>
          <a:spcPts val="864"/>
        </a:spcBef>
        <a:buFont typeface="Arial" panose="020B0604020202020204" pitchFamily="34" charset="0"/>
        <a:buChar char="•"/>
        <a:defRPr sz="4145" kern="1200">
          <a:solidFill>
            <a:schemeClr val="tx1"/>
          </a:solidFill>
          <a:latin typeface="+mn-lt"/>
          <a:ea typeface="+mn-ea"/>
          <a:cs typeface="+mn-cs"/>
        </a:defRPr>
      </a:lvl2pPr>
      <a:lvl3pPr marL="1974075" indent="-394815" algn="l" defTabSz="1579260" rtl="0" eaLnBrk="1" latinLnBrk="0" hangingPunct="1">
        <a:lnSpc>
          <a:spcPct val="90000"/>
        </a:lnSpc>
        <a:spcBef>
          <a:spcPts val="864"/>
        </a:spcBef>
        <a:buFont typeface="Arial" panose="020B0604020202020204" pitchFamily="34" charset="0"/>
        <a:buChar char="•"/>
        <a:defRPr sz="3454" kern="1200">
          <a:solidFill>
            <a:schemeClr val="tx1"/>
          </a:solidFill>
          <a:latin typeface="+mn-lt"/>
          <a:ea typeface="+mn-ea"/>
          <a:cs typeface="+mn-cs"/>
        </a:defRPr>
      </a:lvl3pPr>
      <a:lvl4pPr marL="2763705" indent="-394815" algn="l" defTabSz="1579260" rtl="0" eaLnBrk="1" latinLnBrk="0" hangingPunct="1">
        <a:lnSpc>
          <a:spcPct val="90000"/>
        </a:lnSpc>
        <a:spcBef>
          <a:spcPts val="864"/>
        </a:spcBef>
        <a:buFont typeface="Arial" panose="020B0604020202020204" pitchFamily="34" charset="0"/>
        <a:buChar char="•"/>
        <a:defRPr sz="3109" kern="1200">
          <a:solidFill>
            <a:schemeClr val="tx1"/>
          </a:solidFill>
          <a:latin typeface="+mn-lt"/>
          <a:ea typeface="+mn-ea"/>
          <a:cs typeface="+mn-cs"/>
        </a:defRPr>
      </a:lvl4pPr>
      <a:lvl5pPr marL="3553336" indent="-394815" algn="l" defTabSz="1579260" rtl="0" eaLnBrk="1" latinLnBrk="0" hangingPunct="1">
        <a:lnSpc>
          <a:spcPct val="90000"/>
        </a:lnSpc>
        <a:spcBef>
          <a:spcPts val="864"/>
        </a:spcBef>
        <a:buFont typeface="Arial" panose="020B0604020202020204" pitchFamily="34" charset="0"/>
        <a:buChar char="•"/>
        <a:defRPr sz="3109" kern="1200">
          <a:solidFill>
            <a:schemeClr val="tx1"/>
          </a:solidFill>
          <a:latin typeface="+mn-lt"/>
          <a:ea typeface="+mn-ea"/>
          <a:cs typeface="+mn-cs"/>
        </a:defRPr>
      </a:lvl5pPr>
      <a:lvl6pPr marL="4342966" indent="-394815" algn="l" defTabSz="1579260" rtl="0" eaLnBrk="1" latinLnBrk="0" hangingPunct="1">
        <a:lnSpc>
          <a:spcPct val="90000"/>
        </a:lnSpc>
        <a:spcBef>
          <a:spcPts val="864"/>
        </a:spcBef>
        <a:buFont typeface="Arial" panose="020B0604020202020204" pitchFamily="34" charset="0"/>
        <a:buChar char="•"/>
        <a:defRPr sz="3109" kern="1200">
          <a:solidFill>
            <a:schemeClr val="tx1"/>
          </a:solidFill>
          <a:latin typeface="+mn-lt"/>
          <a:ea typeface="+mn-ea"/>
          <a:cs typeface="+mn-cs"/>
        </a:defRPr>
      </a:lvl6pPr>
      <a:lvl7pPr marL="5132596" indent="-394815" algn="l" defTabSz="1579260" rtl="0" eaLnBrk="1" latinLnBrk="0" hangingPunct="1">
        <a:lnSpc>
          <a:spcPct val="90000"/>
        </a:lnSpc>
        <a:spcBef>
          <a:spcPts val="864"/>
        </a:spcBef>
        <a:buFont typeface="Arial" panose="020B0604020202020204" pitchFamily="34" charset="0"/>
        <a:buChar char="•"/>
        <a:defRPr sz="3109" kern="1200">
          <a:solidFill>
            <a:schemeClr val="tx1"/>
          </a:solidFill>
          <a:latin typeface="+mn-lt"/>
          <a:ea typeface="+mn-ea"/>
          <a:cs typeface="+mn-cs"/>
        </a:defRPr>
      </a:lvl7pPr>
      <a:lvl8pPr marL="5922226" indent="-394815" algn="l" defTabSz="1579260" rtl="0" eaLnBrk="1" latinLnBrk="0" hangingPunct="1">
        <a:lnSpc>
          <a:spcPct val="90000"/>
        </a:lnSpc>
        <a:spcBef>
          <a:spcPts val="864"/>
        </a:spcBef>
        <a:buFont typeface="Arial" panose="020B0604020202020204" pitchFamily="34" charset="0"/>
        <a:buChar char="•"/>
        <a:defRPr sz="3109" kern="1200">
          <a:solidFill>
            <a:schemeClr val="tx1"/>
          </a:solidFill>
          <a:latin typeface="+mn-lt"/>
          <a:ea typeface="+mn-ea"/>
          <a:cs typeface="+mn-cs"/>
        </a:defRPr>
      </a:lvl8pPr>
      <a:lvl9pPr marL="6711856" indent="-394815" algn="l" defTabSz="1579260" rtl="0" eaLnBrk="1" latinLnBrk="0" hangingPunct="1">
        <a:lnSpc>
          <a:spcPct val="90000"/>
        </a:lnSpc>
        <a:spcBef>
          <a:spcPts val="864"/>
        </a:spcBef>
        <a:buFont typeface="Arial" panose="020B0604020202020204" pitchFamily="34" charset="0"/>
        <a:buChar char="•"/>
        <a:defRPr sz="3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1pPr>
      <a:lvl2pPr marL="789630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2pPr>
      <a:lvl3pPr marL="1579260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3pPr>
      <a:lvl4pPr marL="2368890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4pPr>
      <a:lvl5pPr marL="3158520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5pPr>
      <a:lvl6pPr marL="3948151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6pPr>
      <a:lvl7pPr marL="4737781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7pPr>
      <a:lvl8pPr marL="5527411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8pPr>
      <a:lvl9pPr marL="6317041" algn="l" defTabSz="1579260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CF6CA9DF-418C-FC73-39CC-F8B88C2A0A9E}"/>
              </a:ext>
            </a:extLst>
          </p:cNvPr>
          <p:cNvSpPr txBox="1"/>
          <p:nvPr/>
        </p:nvSpPr>
        <p:spPr>
          <a:xfrm>
            <a:off x="2836691" y="2548049"/>
            <a:ext cx="3992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0B2BEFB-BB52-D749-C74D-2C7AE33801A5}"/>
              </a:ext>
            </a:extLst>
          </p:cNvPr>
          <p:cNvSpPr/>
          <p:nvPr/>
        </p:nvSpPr>
        <p:spPr>
          <a:xfrm>
            <a:off x="3264416" y="2513376"/>
            <a:ext cx="8964424" cy="13948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7FC81462-CF68-79F6-FF3E-07B207565654}"/>
              </a:ext>
            </a:extLst>
          </p:cNvPr>
          <p:cNvSpPr txBox="1"/>
          <p:nvPr/>
        </p:nvSpPr>
        <p:spPr>
          <a:xfrm>
            <a:off x="3264417" y="2565221"/>
            <a:ext cx="6896475" cy="1464739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test_subscribe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self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···</a:t>
            </a:r>
          </a:p>
          <a:p>
            <a:pPr lvl="1"/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dg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Datagram.create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([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12345654321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],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1234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dg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.add_uint32(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0x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DEADBEEF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self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.c2.send(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dg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355930B9-8428-1936-9991-AC242F2408E8}"/>
              </a:ext>
            </a:extLst>
          </p:cNvPr>
          <p:cNvSpPr txBox="1"/>
          <p:nvPr/>
        </p:nvSpPr>
        <p:spPr>
          <a:xfrm>
            <a:off x="2836691" y="4305085"/>
            <a:ext cx="3992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r"/>
            <a:endParaRPr lang="en-US" altLang="zh-CN" sz="1600" dirty="0">
              <a:solidFill>
                <a:srgbClr val="080808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r"/>
            <a:endParaRPr lang="en-US" altLang="zh-CN" sz="1600" dirty="0">
              <a:solidFill>
                <a:srgbClr val="080808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4" name="矩形 38">
            <a:extLst>
              <a:ext uri="{FF2B5EF4-FFF2-40B4-BE49-F238E27FC236}">
                <a16:creationId xmlns:a16="http://schemas.microsoft.com/office/drawing/2014/main" id="{0C3CB01D-3FA1-E0A8-173A-D70774204ABA}"/>
              </a:ext>
            </a:extLst>
          </p:cNvPr>
          <p:cNvSpPr/>
          <p:nvPr/>
        </p:nvSpPr>
        <p:spPr>
          <a:xfrm>
            <a:off x="3259100" y="4271176"/>
            <a:ext cx="8969741" cy="23681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6">
            <a:extLst>
              <a:ext uri="{FF2B5EF4-FFF2-40B4-BE49-F238E27FC236}">
                <a16:creationId xmlns:a16="http://schemas.microsoft.com/office/drawing/2014/main" id="{E0A7EADF-4E1C-18F9-18CF-6677AF1AA4AA}"/>
              </a:ext>
            </a:extLst>
          </p:cNvPr>
          <p:cNvSpPr txBox="1"/>
          <p:nvPr/>
        </p:nvSpPr>
        <p:spPr>
          <a:xfrm>
            <a:off x="3259103" y="4311146"/>
            <a:ext cx="9138552" cy="23281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run_test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self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):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···</a:t>
            </a:r>
          </a:p>
          <a:p>
            <a:pPr lvl="1"/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 Bitcoin transaction validation test</a:t>
            </a:r>
            <a:endParaRPr 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inputs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[{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txid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txid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vout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'sequence'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4294967296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}]</a:t>
            </a:r>
          </a:p>
          <a:p>
            <a:pPr lvl="1"/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assert_raises_rpc_error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-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8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'Invalid parameter, sequence number is out of range'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self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.nodes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].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createrawtransaction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inputs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outputs)</a:t>
            </a:r>
          </a:p>
          <a:p>
            <a:pPr lvl="1"/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 Valid boundary case</a:t>
            </a:r>
            <a:endParaRPr 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inputs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[{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txid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txid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vout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'sequence'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4294967294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}]</a:t>
            </a:r>
          </a:p>
          <a:p>
            <a:pPr lvl="1"/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rawtx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self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.nodes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].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createrawtransaction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inputs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outputs)</a:t>
            </a:r>
          </a:p>
        </p:txBody>
      </p:sp>
      <p:sp>
        <p:nvSpPr>
          <p:cNvPr id="6" name="矩形 38">
            <a:extLst>
              <a:ext uri="{FF2B5EF4-FFF2-40B4-BE49-F238E27FC236}">
                <a16:creationId xmlns:a16="http://schemas.microsoft.com/office/drawing/2014/main" id="{DDC95B33-A28B-1AFC-B65D-6DEE5417FAAE}"/>
              </a:ext>
            </a:extLst>
          </p:cNvPr>
          <p:cNvSpPr/>
          <p:nvPr/>
        </p:nvSpPr>
        <p:spPr>
          <a:xfrm>
            <a:off x="3264416" y="7128808"/>
            <a:ext cx="8964424" cy="16760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5C00EB-FF15-B4DF-3DA3-C15BD3F06A25}"/>
              </a:ext>
            </a:extLst>
          </p:cNvPr>
          <p:cNvSpPr txBox="1"/>
          <p:nvPr/>
        </p:nvSpPr>
        <p:spPr>
          <a:xfrm>
            <a:off x="3264417" y="7180652"/>
            <a:ext cx="6263428" cy="1464739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c2s_bra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gcart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return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gcart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*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0.282094791773878143</a:t>
            </a:r>
            <a:endParaRPr 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lvl="1"/>
            <a:r>
              <a:rPr lang="en-US" sz="1600" b="0" dirty="0" err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elif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return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gcart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*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0.488602511902919921</a:t>
            </a:r>
            <a:endParaRPr 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...</a:t>
            </a:r>
          </a:p>
          <a:p>
            <a:endParaRPr 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8" name="文本框 15">
            <a:extLst>
              <a:ext uri="{FF2B5EF4-FFF2-40B4-BE49-F238E27FC236}">
                <a16:creationId xmlns:a16="http://schemas.microsoft.com/office/drawing/2014/main" id="{2068CB9F-42C5-BBCF-EF1D-5AE9921F1BF3}"/>
              </a:ext>
            </a:extLst>
          </p:cNvPr>
          <p:cNvSpPr txBox="1"/>
          <p:nvPr/>
        </p:nvSpPr>
        <p:spPr>
          <a:xfrm>
            <a:off x="2836691" y="7190894"/>
            <a:ext cx="39925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r"/>
            <a:endParaRPr lang="en-US" altLang="zh-CN" sz="1600" dirty="0">
              <a:solidFill>
                <a:srgbClr val="080808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38">
            <a:extLst>
              <a:ext uri="{FF2B5EF4-FFF2-40B4-BE49-F238E27FC236}">
                <a16:creationId xmlns:a16="http://schemas.microsoft.com/office/drawing/2014/main" id="{C1BED109-C671-411D-BA02-D20A71DE2C28}"/>
              </a:ext>
            </a:extLst>
          </p:cNvPr>
          <p:cNvSpPr/>
          <p:nvPr/>
        </p:nvSpPr>
        <p:spPr>
          <a:xfrm>
            <a:off x="3259101" y="9234770"/>
            <a:ext cx="8964424" cy="16760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6">
            <a:extLst>
              <a:ext uri="{FF2B5EF4-FFF2-40B4-BE49-F238E27FC236}">
                <a16:creationId xmlns:a16="http://schemas.microsoft.com/office/drawing/2014/main" id="{BC01CDB4-975B-232A-E55F-C8D4303827A0}"/>
              </a:ext>
            </a:extLst>
          </p:cNvPr>
          <p:cNvSpPr txBox="1"/>
          <p:nvPr/>
        </p:nvSpPr>
        <p:spPr>
          <a:xfrm>
            <a:off x="3259101" y="9299727"/>
            <a:ext cx="8969739" cy="156407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testbanOK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self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···</a:t>
            </a:r>
          </a:p>
          <a:p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ticket_str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FailTicket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ip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=193.168.0.128 time=1167605999.0 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bantime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=None'</a:t>
            </a:r>
            <a:endParaRPr 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ticket.setTime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1000002000.0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self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.assertEqual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ticket.getTime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(),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1000002000.0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11" name="文本框 15">
            <a:extLst>
              <a:ext uri="{FF2B5EF4-FFF2-40B4-BE49-F238E27FC236}">
                <a16:creationId xmlns:a16="http://schemas.microsoft.com/office/drawing/2014/main" id="{B5602153-7DE2-C271-7EEA-0CC77335D140}"/>
              </a:ext>
            </a:extLst>
          </p:cNvPr>
          <p:cNvSpPr txBox="1"/>
          <p:nvPr/>
        </p:nvSpPr>
        <p:spPr>
          <a:xfrm>
            <a:off x="2836691" y="9294145"/>
            <a:ext cx="3992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r"/>
            <a:endParaRPr lang="en-US" altLang="zh-CN" sz="1600" dirty="0">
              <a:solidFill>
                <a:srgbClr val="080808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r"/>
            <a:r>
              <a:rPr lang="en-US" altLang="zh-CN" sz="16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4E40CD-0D1F-9B92-82B8-0D69B5DA8FA6}"/>
              </a:ext>
            </a:extLst>
          </p:cNvPr>
          <p:cNvSpPr txBox="1"/>
          <p:nvPr/>
        </p:nvSpPr>
        <p:spPr>
          <a:xfrm>
            <a:off x="6162078" y="3891949"/>
            <a:ext cx="3257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(a) </a:t>
            </a:r>
            <a:r>
              <a:rPr lang="en-US" dirty="0"/>
              <a:t>Function A: Network Protocol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81E3D-B250-981C-7325-5B908B5337DA}"/>
              </a:ext>
            </a:extLst>
          </p:cNvPr>
          <p:cNvSpPr txBox="1"/>
          <p:nvPr/>
        </p:nvSpPr>
        <p:spPr>
          <a:xfrm>
            <a:off x="5201398" y="6747717"/>
            <a:ext cx="517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(b) </a:t>
            </a:r>
            <a:r>
              <a:rPr lang="en-US" dirty="0"/>
              <a:t>Function B: Cryptocurrency Transaction Validation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5BD08-FF8E-C076-4F39-0DE11B1C13B7}"/>
              </a:ext>
            </a:extLst>
          </p:cNvPr>
          <p:cNvSpPr txBox="1"/>
          <p:nvPr/>
        </p:nvSpPr>
        <p:spPr>
          <a:xfrm>
            <a:off x="5561657" y="8820833"/>
            <a:ext cx="445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(c) </a:t>
            </a:r>
            <a:r>
              <a:rPr lang="en-US" dirty="0"/>
              <a:t>Function C: Quantum Chemistry Constants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6E058-190B-BA16-D3C7-4A45A11DFEF0}"/>
              </a:ext>
            </a:extLst>
          </p:cNvPr>
          <p:cNvSpPr txBox="1"/>
          <p:nvPr/>
        </p:nvSpPr>
        <p:spPr>
          <a:xfrm>
            <a:off x="5193800" y="10934234"/>
            <a:ext cx="317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(d) </a:t>
            </a:r>
            <a:r>
              <a:rPr lang="en-US" dirty="0"/>
              <a:t>Function D: Ticket Validation</a:t>
            </a:r>
          </a:p>
        </p:txBody>
      </p:sp>
    </p:spTree>
    <p:extLst>
      <p:ext uri="{BB962C8B-B14F-4D97-AF65-F5344CB8AC3E}">
        <p14:creationId xmlns:p14="http://schemas.microsoft.com/office/powerpoint/2010/main" val="43570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3252</TotalTime>
  <Words>254</Words>
  <Application>Microsoft Macintosh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Menlo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Susheng Wu</dc:creator>
  <cp:lastModifiedBy>Kaifeng Huang</cp:lastModifiedBy>
  <cp:revision>71</cp:revision>
  <dcterms:created xsi:type="dcterms:W3CDTF">2024-05-26T08:35:28Z</dcterms:created>
  <dcterms:modified xsi:type="dcterms:W3CDTF">2025-07-26T15:26:23Z</dcterms:modified>
</cp:coreProperties>
</file>