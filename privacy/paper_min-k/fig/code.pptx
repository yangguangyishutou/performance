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6"/>
  </p:notesMasterIdLst>
  <p:sldIdLst>
    <p:sldId id="265" r:id="rId2"/>
    <p:sldId id="267" r:id="rId3"/>
    <p:sldId id="266" r:id="rId4"/>
    <p:sldId id="268" r:id="rId5"/>
  </p:sldIdLst>
  <p:sldSz cx="15792450" cy="14057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E8A"/>
    <a:srgbClr val="0034B3"/>
    <a:srgbClr val="9FE0B2"/>
    <a:srgbClr val="ACEEBC"/>
    <a:srgbClr val="FFC2C1"/>
    <a:srgbClr val="548235"/>
    <a:srgbClr val="FFEBEA"/>
    <a:srgbClr val="DBFBE2"/>
    <a:srgbClr val="EEBCC8"/>
    <a:srgbClr val="8FC3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49"/>
    <p:restoredTop sz="84091"/>
  </p:normalViewPr>
  <p:slideViewPr>
    <p:cSldViewPr snapToGrid="0">
      <p:cViewPr>
        <p:scale>
          <a:sx n="84" d="100"/>
          <a:sy n="84" d="100"/>
        </p:scale>
        <p:origin x="688" y="-112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146CD6-A016-5C4E-97B3-4B0B73F32206}" type="datetimeFigureOut">
              <a:rPr lang="en-CN" smtClean="0"/>
              <a:t>2025/7/26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697038" y="1143000"/>
            <a:ext cx="34639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E72030-3429-BE41-9AA2-E89B6DDDF4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84798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697038" y="1143000"/>
            <a:ext cx="34639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E72030-3429-BE41-9AA2-E89B6DDDF489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98058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697038" y="1143000"/>
            <a:ext cx="34639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E72030-3429-BE41-9AA2-E89B6DDDF489}" type="slidenum">
              <a:rPr lang="en-CN" smtClean="0"/>
              <a:t>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993409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697038" y="1143000"/>
            <a:ext cx="34639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E72030-3429-BE41-9AA2-E89B6DDDF489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06701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697038" y="1143000"/>
            <a:ext cx="34639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E72030-3429-BE41-9AA2-E89B6DDDF489}" type="slidenum">
              <a:rPr lang="en-CN" smtClean="0"/>
              <a:t>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111708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84434" y="2300585"/>
            <a:ext cx="13423583" cy="4894027"/>
          </a:xfrm>
        </p:spPr>
        <p:txBody>
          <a:bodyPr anchor="b"/>
          <a:lstStyle>
            <a:lvl1pPr algn="ctr">
              <a:defRPr sz="10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74056" y="7383344"/>
            <a:ext cx="11844338" cy="3393929"/>
          </a:xfrm>
        </p:spPr>
        <p:txBody>
          <a:bodyPr/>
          <a:lstStyle>
            <a:lvl1pPr marL="0" indent="0" algn="ctr">
              <a:buNone/>
              <a:defRPr sz="4145"/>
            </a:lvl1pPr>
            <a:lvl2pPr marL="789630" indent="0" algn="ctr">
              <a:buNone/>
              <a:defRPr sz="3454"/>
            </a:lvl2pPr>
            <a:lvl3pPr marL="1579260" indent="0" algn="ctr">
              <a:buNone/>
              <a:defRPr sz="3109"/>
            </a:lvl3pPr>
            <a:lvl4pPr marL="2368890" indent="0" algn="ctr">
              <a:buNone/>
              <a:defRPr sz="2763"/>
            </a:lvl4pPr>
            <a:lvl5pPr marL="3158520" indent="0" algn="ctr">
              <a:buNone/>
              <a:defRPr sz="2763"/>
            </a:lvl5pPr>
            <a:lvl6pPr marL="3948151" indent="0" algn="ctr">
              <a:buNone/>
              <a:defRPr sz="2763"/>
            </a:lvl6pPr>
            <a:lvl7pPr marL="4737781" indent="0" algn="ctr">
              <a:buNone/>
              <a:defRPr sz="2763"/>
            </a:lvl7pPr>
            <a:lvl8pPr marL="5527411" indent="0" algn="ctr">
              <a:buNone/>
              <a:defRPr sz="2763"/>
            </a:lvl8pPr>
            <a:lvl9pPr marL="6317041" indent="0" algn="ctr">
              <a:buNone/>
              <a:defRPr sz="276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C4C2A-E82A-4A71-9087-C677B1D59758}" type="datetimeFigureOut">
              <a:rPr lang="zh-CN" altLang="en-US" smtClean="0"/>
              <a:t>2025/7/26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8C902-09D2-48CD-B779-2CCAF47CA4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1718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C4C2A-E82A-4A71-9087-C677B1D59758}" type="datetimeFigureOut">
              <a:rPr lang="zh-CN" altLang="en-US" smtClean="0"/>
              <a:t>2025/7/26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8C902-09D2-48CD-B779-2CCAF47CA4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1246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7507" y="3504570"/>
            <a:ext cx="13620988" cy="5847451"/>
          </a:xfrm>
        </p:spPr>
        <p:txBody>
          <a:bodyPr anchor="b"/>
          <a:lstStyle>
            <a:lvl1pPr>
              <a:defRPr sz="10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7507" y="9407340"/>
            <a:ext cx="13620988" cy="3075036"/>
          </a:xfrm>
        </p:spPr>
        <p:txBody>
          <a:bodyPr/>
          <a:lstStyle>
            <a:lvl1pPr marL="0" indent="0">
              <a:buNone/>
              <a:defRPr sz="4145">
                <a:solidFill>
                  <a:schemeClr val="tx1"/>
                </a:solidFill>
              </a:defRPr>
            </a:lvl1pPr>
            <a:lvl2pPr marL="789630" indent="0">
              <a:buNone/>
              <a:defRPr sz="3454">
                <a:solidFill>
                  <a:schemeClr val="tx1">
                    <a:tint val="75000"/>
                  </a:schemeClr>
                </a:solidFill>
              </a:defRPr>
            </a:lvl2pPr>
            <a:lvl3pPr marL="1579260" indent="0">
              <a:buNone/>
              <a:defRPr sz="3109">
                <a:solidFill>
                  <a:schemeClr val="tx1">
                    <a:tint val="75000"/>
                  </a:schemeClr>
                </a:solidFill>
              </a:defRPr>
            </a:lvl3pPr>
            <a:lvl4pPr marL="2368890" indent="0">
              <a:buNone/>
              <a:defRPr sz="2763">
                <a:solidFill>
                  <a:schemeClr val="tx1">
                    <a:tint val="75000"/>
                  </a:schemeClr>
                </a:solidFill>
              </a:defRPr>
            </a:lvl4pPr>
            <a:lvl5pPr marL="3158520" indent="0">
              <a:buNone/>
              <a:defRPr sz="2763">
                <a:solidFill>
                  <a:schemeClr val="tx1">
                    <a:tint val="75000"/>
                  </a:schemeClr>
                </a:solidFill>
              </a:defRPr>
            </a:lvl5pPr>
            <a:lvl6pPr marL="3948151" indent="0">
              <a:buNone/>
              <a:defRPr sz="2763">
                <a:solidFill>
                  <a:schemeClr val="tx1">
                    <a:tint val="75000"/>
                  </a:schemeClr>
                </a:solidFill>
              </a:defRPr>
            </a:lvl6pPr>
            <a:lvl7pPr marL="4737781" indent="0">
              <a:buNone/>
              <a:defRPr sz="2763">
                <a:solidFill>
                  <a:schemeClr val="tx1">
                    <a:tint val="75000"/>
                  </a:schemeClr>
                </a:solidFill>
              </a:defRPr>
            </a:lvl7pPr>
            <a:lvl8pPr marL="5527411" indent="0">
              <a:buNone/>
              <a:defRPr sz="2763">
                <a:solidFill>
                  <a:schemeClr val="tx1">
                    <a:tint val="75000"/>
                  </a:schemeClr>
                </a:solidFill>
              </a:defRPr>
            </a:lvl8pPr>
            <a:lvl9pPr marL="6317041" indent="0">
              <a:buNone/>
              <a:defRPr sz="276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C4C2A-E82A-4A71-9087-C677B1D59758}" type="datetimeFigureOut">
              <a:rPr lang="zh-CN" altLang="en-US" smtClean="0"/>
              <a:t>2025/7/26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8C902-09D2-48CD-B779-2CCAF47CA4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3261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731" y="3742109"/>
            <a:ext cx="6711791" cy="8919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94928" y="3742109"/>
            <a:ext cx="6711791" cy="8919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C4C2A-E82A-4A71-9087-C677B1D59758}" type="datetimeFigureOut">
              <a:rPr lang="zh-CN" altLang="en-US" smtClean="0"/>
              <a:t>2025/7/26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8C902-09D2-48CD-B779-2CCAF47CA4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1557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7788" y="748425"/>
            <a:ext cx="13620988" cy="271709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7789" y="3445995"/>
            <a:ext cx="6680946" cy="1688829"/>
          </a:xfrm>
        </p:spPr>
        <p:txBody>
          <a:bodyPr anchor="b"/>
          <a:lstStyle>
            <a:lvl1pPr marL="0" indent="0">
              <a:buNone/>
              <a:defRPr sz="4145" b="1"/>
            </a:lvl1pPr>
            <a:lvl2pPr marL="789630" indent="0">
              <a:buNone/>
              <a:defRPr sz="3454" b="1"/>
            </a:lvl2pPr>
            <a:lvl3pPr marL="1579260" indent="0">
              <a:buNone/>
              <a:defRPr sz="3109" b="1"/>
            </a:lvl3pPr>
            <a:lvl4pPr marL="2368890" indent="0">
              <a:buNone/>
              <a:defRPr sz="2763" b="1"/>
            </a:lvl4pPr>
            <a:lvl5pPr marL="3158520" indent="0">
              <a:buNone/>
              <a:defRPr sz="2763" b="1"/>
            </a:lvl5pPr>
            <a:lvl6pPr marL="3948151" indent="0">
              <a:buNone/>
              <a:defRPr sz="2763" b="1"/>
            </a:lvl6pPr>
            <a:lvl7pPr marL="4737781" indent="0">
              <a:buNone/>
              <a:defRPr sz="2763" b="1"/>
            </a:lvl7pPr>
            <a:lvl8pPr marL="5527411" indent="0">
              <a:buNone/>
              <a:defRPr sz="2763" b="1"/>
            </a:lvl8pPr>
            <a:lvl9pPr marL="6317041" indent="0">
              <a:buNone/>
              <a:defRPr sz="276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7789" y="5134824"/>
            <a:ext cx="6680946" cy="75525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94929" y="3445995"/>
            <a:ext cx="6713848" cy="1688829"/>
          </a:xfrm>
        </p:spPr>
        <p:txBody>
          <a:bodyPr anchor="b"/>
          <a:lstStyle>
            <a:lvl1pPr marL="0" indent="0">
              <a:buNone/>
              <a:defRPr sz="4145" b="1"/>
            </a:lvl1pPr>
            <a:lvl2pPr marL="789630" indent="0">
              <a:buNone/>
              <a:defRPr sz="3454" b="1"/>
            </a:lvl2pPr>
            <a:lvl3pPr marL="1579260" indent="0">
              <a:buNone/>
              <a:defRPr sz="3109" b="1"/>
            </a:lvl3pPr>
            <a:lvl4pPr marL="2368890" indent="0">
              <a:buNone/>
              <a:defRPr sz="2763" b="1"/>
            </a:lvl4pPr>
            <a:lvl5pPr marL="3158520" indent="0">
              <a:buNone/>
              <a:defRPr sz="2763" b="1"/>
            </a:lvl5pPr>
            <a:lvl6pPr marL="3948151" indent="0">
              <a:buNone/>
              <a:defRPr sz="2763" b="1"/>
            </a:lvl6pPr>
            <a:lvl7pPr marL="4737781" indent="0">
              <a:buNone/>
              <a:defRPr sz="2763" b="1"/>
            </a:lvl7pPr>
            <a:lvl8pPr marL="5527411" indent="0">
              <a:buNone/>
              <a:defRPr sz="2763" b="1"/>
            </a:lvl8pPr>
            <a:lvl9pPr marL="6317041" indent="0">
              <a:buNone/>
              <a:defRPr sz="276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94929" y="5134824"/>
            <a:ext cx="6713848" cy="75525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C4C2A-E82A-4A71-9087-C677B1D59758}" type="datetimeFigureOut">
              <a:rPr lang="zh-CN" altLang="en-US" smtClean="0"/>
              <a:t>2025/7/26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8C902-09D2-48CD-B779-2CCAF47CA4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068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C4C2A-E82A-4A71-9087-C677B1D59758}" type="datetimeFigureOut">
              <a:rPr lang="zh-CN" altLang="en-US" smtClean="0"/>
              <a:t>2025/7/26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8C902-09D2-48CD-B779-2CCAF47CA4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66710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C4C2A-E82A-4A71-9087-C677B1D59758}" type="datetimeFigureOut">
              <a:rPr lang="zh-CN" altLang="en-US" smtClean="0"/>
              <a:t>2025/7/26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8C902-09D2-48CD-B779-2CCAF47CA4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4149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7788" y="937154"/>
            <a:ext cx="5093476" cy="3280040"/>
          </a:xfrm>
        </p:spPr>
        <p:txBody>
          <a:bodyPr anchor="b"/>
          <a:lstStyle>
            <a:lvl1pPr>
              <a:defRPr sz="5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13848" y="2023996"/>
            <a:ext cx="7994928" cy="9989803"/>
          </a:xfrm>
        </p:spPr>
        <p:txBody>
          <a:bodyPr/>
          <a:lstStyle>
            <a:lvl1pPr>
              <a:defRPr sz="5527"/>
            </a:lvl1pPr>
            <a:lvl2pPr>
              <a:defRPr sz="4836"/>
            </a:lvl2pPr>
            <a:lvl3pPr>
              <a:defRPr sz="4145"/>
            </a:lvl3pPr>
            <a:lvl4pPr>
              <a:defRPr sz="3454"/>
            </a:lvl4pPr>
            <a:lvl5pPr>
              <a:defRPr sz="3454"/>
            </a:lvl5pPr>
            <a:lvl6pPr>
              <a:defRPr sz="3454"/>
            </a:lvl6pPr>
            <a:lvl7pPr>
              <a:defRPr sz="3454"/>
            </a:lvl7pPr>
            <a:lvl8pPr>
              <a:defRPr sz="3454"/>
            </a:lvl8pPr>
            <a:lvl9pPr>
              <a:defRPr sz="345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88" y="4217194"/>
            <a:ext cx="5093476" cy="7812873"/>
          </a:xfrm>
        </p:spPr>
        <p:txBody>
          <a:bodyPr/>
          <a:lstStyle>
            <a:lvl1pPr marL="0" indent="0">
              <a:buNone/>
              <a:defRPr sz="2763"/>
            </a:lvl1pPr>
            <a:lvl2pPr marL="789630" indent="0">
              <a:buNone/>
              <a:defRPr sz="2418"/>
            </a:lvl2pPr>
            <a:lvl3pPr marL="1579260" indent="0">
              <a:buNone/>
              <a:defRPr sz="2073"/>
            </a:lvl3pPr>
            <a:lvl4pPr marL="2368890" indent="0">
              <a:buNone/>
              <a:defRPr sz="1727"/>
            </a:lvl4pPr>
            <a:lvl5pPr marL="3158520" indent="0">
              <a:buNone/>
              <a:defRPr sz="1727"/>
            </a:lvl5pPr>
            <a:lvl6pPr marL="3948151" indent="0">
              <a:buNone/>
              <a:defRPr sz="1727"/>
            </a:lvl6pPr>
            <a:lvl7pPr marL="4737781" indent="0">
              <a:buNone/>
              <a:defRPr sz="1727"/>
            </a:lvl7pPr>
            <a:lvl8pPr marL="5527411" indent="0">
              <a:buNone/>
              <a:defRPr sz="1727"/>
            </a:lvl8pPr>
            <a:lvl9pPr marL="6317041" indent="0">
              <a:buNone/>
              <a:defRPr sz="17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C4C2A-E82A-4A71-9087-C677B1D59758}" type="datetimeFigureOut">
              <a:rPr lang="zh-CN" altLang="en-US" smtClean="0"/>
              <a:t>2025/7/26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8C902-09D2-48CD-B779-2CCAF47CA4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6702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7788" y="937154"/>
            <a:ext cx="5093476" cy="3280040"/>
          </a:xfrm>
        </p:spPr>
        <p:txBody>
          <a:bodyPr anchor="b"/>
          <a:lstStyle>
            <a:lvl1pPr>
              <a:defRPr sz="5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13848" y="2023996"/>
            <a:ext cx="7994928" cy="9989803"/>
          </a:xfrm>
        </p:spPr>
        <p:txBody>
          <a:bodyPr anchor="t"/>
          <a:lstStyle>
            <a:lvl1pPr marL="0" indent="0">
              <a:buNone/>
              <a:defRPr sz="5527"/>
            </a:lvl1pPr>
            <a:lvl2pPr marL="789630" indent="0">
              <a:buNone/>
              <a:defRPr sz="4836"/>
            </a:lvl2pPr>
            <a:lvl3pPr marL="1579260" indent="0">
              <a:buNone/>
              <a:defRPr sz="4145"/>
            </a:lvl3pPr>
            <a:lvl4pPr marL="2368890" indent="0">
              <a:buNone/>
              <a:defRPr sz="3454"/>
            </a:lvl4pPr>
            <a:lvl5pPr marL="3158520" indent="0">
              <a:buNone/>
              <a:defRPr sz="3454"/>
            </a:lvl5pPr>
            <a:lvl6pPr marL="3948151" indent="0">
              <a:buNone/>
              <a:defRPr sz="3454"/>
            </a:lvl6pPr>
            <a:lvl7pPr marL="4737781" indent="0">
              <a:buNone/>
              <a:defRPr sz="3454"/>
            </a:lvl7pPr>
            <a:lvl8pPr marL="5527411" indent="0">
              <a:buNone/>
              <a:defRPr sz="3454"/>
            </a:lvl8pPr>
            <a:lvl9pPr marL="6317041" indent="0">
              <a:buNone/>
              <a:defRPr sz="345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88" y="4217194"/>
            <a:ext cx="5093476" cy="7812873"/>
          </a:xfrm>
        </p:spPr>
        <p:txBody>
          <a:bodyPr/>
          <a:lstStyle>
            <a:lvl1pPr marL="0" indent="0">
              <a:buNone/>
              <a:defRPr sz="2763"/>
            </a:lvl1pPr>
            <a:lvl2pPr marL="789630" indent="0">
              <a:buNone/>
              <a:defRPr sz="2418"/>
            </a:lvl2pPr>
            <a:lvl3pPr marL="1579260" indent="0">
              <a:buNone/>
              <a:defRPr sz="2073"/>
            </a:lvl3pPr>
            <a:lvl4pPr marL="2368890" indent="0">
              <a:buNone/>
              <a:defRPr sz="1727"/>
            </a:lvl4pPr>
            <a:lvl5pPr marL="3158520" indent="0">
              <a:buNone/>
              <a:defRPr sz="1727"/>
            </a:lvl5pPr>
            <a:lvl6pPr marL="3948151" indent="0">
              <a:buNone/>
              <a:defRPr sz="1727"/>
            </a:lvl6pPr>
            <a:lvl7pPr marL="4737781" indent="0">
              <a:buNone/>
              <a:defRPr sz="1727"/>
            </a:lvl7pPr>
            <a:lvl8pPr marL="5527411" indent="0">
              <a:buNone/>
              <a:defRPr sz="1727"/>
            </a:lvl8pPr>
            <a:lvl9pPr marL="6317041" indent="0">
              <a:buNone/>
              <a:defRPr sz="17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C4C2A-E82A-4A71-9087-C677B1D59758}" type="datetimeFigureOut">
              <a:rPr lang="zh-CN" altLang="en-US" smtClean="0"/>
              <a:t>2025/7/26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8C902-09D2-48CD-B779-2CCAF47CA4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62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C4C2A-E82A-4A71-9087-C677B1D59758}" type="datetimeFigureOut">
              <a:rPr lang="zh-CN" altLang="en-US" smtClean="0"/>
              <a:t>2025/7/26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8C902-09D2-48CD-B779-2CCAF47CA4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5188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01473" y="748422"/>
            <a:ext cx="3405247" cy="1191292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5732" y="748422"/>
            <a:ext cx="10018335" cy="1191292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C4C2A-E82A-4A71-9087-C677B1D59758}" type="datetimeFigureOut">
              <a:rPr lang="zh-CN" altLang="en-US" smtClean="0"/>
              <a:t>2025/7/26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8C902-09D2-48CD-B779-2CCAF47CA4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8671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5731" y="748425"/>
            <a:ext cx="13620988" cy="2717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731" y="3742109"/>
            <a:ext cx="13620988" cy="89192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85731" y="13029050"/>
            <a:ext cx="3553301" cy="7484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0C4C2A-E82A-4A71-9087-C677B1D59758}" type="datetimeFigureOut">
              <a:rPr lang="zh-CN" altLang="en-US" smtClean="0"/>
              <a:t>2025/7/26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31249" y="13029050"/>
            <a:ext cx="5329952" cy="7484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53418" y="13029050"/>
            <a:ext cx="3553301" cy="7484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8C902-09D2-48CD-B779-2CCAF47CA4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4544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579260" rtl="0" eaLnBrk="1" latinLnBrk="0" hangingPunct="1">
        <a:lnSpc>
          <a:spcPct val="90000"/>
        </a:lnSpc>
        <a:spcBef>
          <a:spcPct val="0"/>
        </a:spcBef>
        <a:buNone/>
        <a:defRPr sz="75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815" indent="-394815" algn="l" defTabSz="1579260" rtl="0" eaLnBrk="1" latinLnBrk="0" hangingPunct="1">
        <a:lnSpc>
          <a:spcPct val="90000"/>
        </a:lnSpc>
        <a:spcBef>
          <a:spcPts val="1727"/>
        </a:spcBef>
        <a:buFont typeface="Arial" panose="020B0604020202020204" pitchFamily="34" charset="0"/>
        <a:buChar char="•"/>
        <a:defRPr sz="4836" kern="1200">
          <a:solidFill>
            <a:schemeClr val="tx1"/>
          </a:solidFill>
          <a:latin typeface="+mn-lt"/>
          <a:ea typeface="+mn-ea"/>
          <a:cs typeface="+mn-cs"/>
        </a:defRPr>
      </a:lvl1pPr>
      <a:lvl2pPr marL="1184445" indent="-394815" algn="l" defTabSz="1579260" rtl="0" eaLnBrk="1" latinLnBrk="0" hangingPunct="1">
        <a:lnSpc>
          <a:spcPct val="90000"/>
        </a:lnSpc>
        <a:spcBef>
          <a:spcPts val="864"/>
        </a:spcBef>
        <a:buFont typeface="Arial" panose="020B0604020202020204" pitchFamily="34" charset="0"/>
        <a:buChar char="•"/>
        <a:defRPr sz="4145" kern="1200">
          <a:solidFill>
            <a:schemeClr val="tx1"/>
          </a:solidFill>
          <a:latin typeface="+mn-lt"/>
          <a:ea typeface="+mn-ea"/>
          <a:cs typeface="+mn-cs"/>
        </a:defRPr>
      </a:lvl2pPr>
      <a:lvl3pPr marL="1974075" indent="-394815" algn="l" defTabSz="1579260" rtl="0" eaLnBrk="1" latinLnBrk="0" hangingPunct="1">
        <a:lnSpc>
          <a:spcPct val="90000"/>
        </a:lnSpc>
        <a:spcBef>
          <a:spcPts val="864"/>
        </a:spcBef>
        <a:buFont typeface="Arial" panose="020B0604020202020204" pitchFamily="34" charset="0"/>
        <a:buChar char="•"/>
        <a:defRPr sz="3454" kern="1200">
          <a:solidFill>
            <a:schemeClr val="tx1"/>
          </a:solidFill>
          <a:latin typeface="+mn-lt"/>
          <a:ea typeface="+mn-ea"/>
          <a:cs typeface="+mn-cs"/>
        </a:defRPr>
      </a:lvl3pPr>
      <a:lvl4pPr marL="2763705" indent="-394815" algn="l" defTabSz="1579260" rtl="0" eaLnBrk="1" latinLnBrk="0" hangingPunct="1">
        <a:lnSpc>
          <a:spcPct val="90000"/>
        </a:lnSpc>
        <a:spcBef>
          <a:spcPts val="864"/>
        </a:spcBef>
        <a:buFont typeface="Arial" panose="020B0604020202020204" pitchFamily="34" charset="0"/>
        <a:buChar char="•"/>
        <a:defRPr sz="3109" kern="1200">
          <a:solidFill>
            <a:schemeClr val="tx1"/>
          </a:solidFill>
          <a:latin typeface="+mn-lt"/>
          <a:ea typeface="+mn-ea"/>
          <a:cs typeface="+mn-cs"/>
        </a:defRPr>
      </a:lvl4pPr>
      <a:lvl5pPr marL="3553336" indent="-394815" algn="l" defTabSz="1579260" rtl="0" eaLnBrk="1" latinLnBrk="0" hangingPunct="1">
        <a:lnSpc>
          <a:spcPct val="90000"/>
        </a:lnSpc>
        <a:spcBef>
          <a:spcPts val="864"/>
        </a:spcBef>
        <a:buFont typeface="Arial" panose="020B0604020202020204" pitchFamily="34" charset="0"/>
        <a:buChar char="•"/>
        <a:defRPr sz="3109" kern="1200">
          <a:solidFill>
            <a:schemeClr val="tx1"/>
          </a:solidFill>
          <a:latin typeface="+mn-lt"/>
          <a:ea typeface="+mn-ea"/>
          <a:cs typeface="+mn-cs"/>
        </a:defRPr>
      </a:lvl5pPr>
      <a:lvl6pPr marL="4342966" indent="-394815" algn="l" defTabSz="1579260" rtl="0" eaLnBrk="1" latinLnBrk="0" hangingPunct="1">
        <a:lnSpc>
          <a:spcPct val="90000"/>
        </a:lnSpc>
        <a:spcBef>
          <a:spcPts val="864"/>
        </a:spcBef>
        <a:buFont typeface="Arial" panose="020B0604020202020204" pitchFamily="34" charset="0"/>
        <a:buChar char="•"/>
        <a:defRPr sz="3109" kern="1200">
          <a:solidFill>
            <a:schemeClr val="tx1"/>
          </a:solidFill>
          <a:latin typeface="+mn-lt"/>
          <a:ea typeface="+mn-ea"/>
          <a:cs typeface="+mn-cs"/>
        </a:defRPr>
      </a:lvl6pPr>
      <a:lvl7pPr marL="5132596" indent="-394815" algn="l" defTabSz="1579260" rtl="0" eaLnBrk="1" latinLnBrk="0" hangingPunct="1">
        <a:lnSpc>
          <a:spcPct val="90000"/>
        </a:lnSpc>
        <a:spcBef>
          <a:spcPts val="864"/>
        </a:spcBef>
        <a:buFont typeface="Arial" panose="020B0604020202020204" pitchFamily="34" charset="0"/>
        <a:buChar char="•"/>
        <a:defRPr sz="3109" kern="1200">
          <a:solidFill>
            <a:schemeClr val="tx1"/>
          </a:solidFill>
          <a:latin typeface="+mn-lt"/>
          <a:ea typeface="+mn-ea"/>
          <a:cs typeface="+mn-cs"/>
        </a:defRPr>
      </a:lvl7pPr>
      <a:lvl8pPr marL="5922226" indent="-394815" algn="l" defTabSz="1579260" rtl="0" eaLnBrk="1" latinLnBrk="0" hangingPunct="1">
        <a:lnSpc>
          <a:spcPct val="90000"/>
        </a:lnSpc>
        <a:spcBef>
          <a:spcPts val="864"/>
        </a:spcBef>
        <a:buFont typeface="Arial" panose="020B0604020202020204" pitchFamily="34" charset="0"/>
        <a:buChar char="•"/>
        <a:defRPr sz="3109" kern="1200">
          <a:solidFill>
            <a:schemeClr val="tx1"/>
          </a:solidFill>
          <a:latin typeface="+mn-lt"/>
          <a:ea typeface="+mn-ea"/>
          <a:cs typeface="+mn-cs"/>
        </a:defRPr>
      </a:lvl8pPr>
      <a:lvl9pPr marL="6711856" indent="-394815" algn="l" defTabSz="1579260" rtl="0" eaLnBrk="1" latinLnBrk="0" hangingPunct="1">
        <a:lnSpc>
          <a:spcPct val="90000"/>
        </a:lnSpc>
        <a:spcBef>
          <a:spcPts val="864"/>
        </a:spcBef>
        <a:buFont typeface="Arial" panose="020B0604020202020204" pitchFamily="34" charset="0"/>
        <a:buChar char="•"/>
        <a:defRPr sz="31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79260" rtl="0" eaLnBrk="1" latinLnBrk="0" hangingPunct="1">
        <a:defRPr sz="3109" kern="1200">
          <a:solidFill>
            <a:schemeClr val="tx1"/>
          </a:solidFill>
          <a:latin typeface="+mn-lt"/>
          <a:ea typeface="+mn-ea"/>
          <a:cs typeface="+mn-cs"/>
        </a:defRPr>
      </a:lvl1pPr>
      <a:lvl2pPr marL="789630" algn="l" defTabSz="1579260" rtl="0" eaLnBrk="1" latinLnBrk="0" hangingPunct="1">
        <a:defRPr sz="3109" kern="1200">
          <a:solidFill>
            <a:schemeClr val="tx1"/>
          </a:solidFill>
          <a:latin typeface="+mn-lt"/>
          <a:ea typeface="+mn-ea"/>
          <a:cs typeface="+mn-cs"/>
        </a:defRPr>
      </a:lvl2pPr>
      <a:lvl3pPr marL="1579260" algn="l" defTabSz="1579260" rtl="0" eaLnBrk="1" latinLnBrk="0" hangingPunct="1">
        <a:defRPr sz="3109" kern="1200">
          <a:solidFill>
            <a:schemeClr val="tx1"/>
          </a:solidFill>
          <a:latin typeface="+mn-lt"/>
          <a:ea typeface="+mn-ea"/>
          <a:cs typeface="+mn-cs"/>
        </a:defRPr>
      </a:lvl3pPr>
      <a:lvl4pPr marL="2368890" algn="l" defTabSz="1579260" rtl="0" eaLnBrk="1" latinLnBrk="0" hangingPunct="1">
        <a:defRPr sz="3109" kern="1200">
          <a:solidFill>
            <a:schemeClr val="tx1"/>
          </a:solidFill>
          <a:latin typeface="+mn-lt"/>
          <a:ea typeface="+mn-ea"/>
          <a:cs typeface="+mn-cs"/>
        </a:defRPr>
      </a:lvl4pPr>
      <a:lvl5pPr marL="3158520" algn="l" defTabSz="1579260" rtl="0" eaLnBrk="1" latinLnBrk="0" hangingPunct="1">
        <a:defRPr sz="3109" kern="1200">
          <a:solidFill>
            <a:schemeClr val="tx1"/>
          </a:solidFill>
          <a:latin typeface="+mn-lt"/>
          <a:ea typeface="+mn-ea"/>
          <a:cs typeface="+mn-cs"/>
        </a:defRPr>
      </a:lvl5pPr>
      <a:lvl6pPr marL="3948151" algn="l" defTabSz="1579260" rtl="0" eaLnBrk="1" latinLnBrk="0" hangingPunct="1">
        <a:defRPr sz="3109" kern="1200">
          <a:solidFill>
            <a:schemeClr val="tx1"/>
          </a:solidFill>
          <a:latin typeface="+mn-lt"/>
          <a:ea typeface="+mn-ea"/>
          <a:cs typeface="+mn-cs"/>
        </a:defRPr>
      </a:lvl6pPr>
      <a:lvl7pPr marL="4737781" algn="l" defTabSz="1579260" rtl="0" eaLnBrk="1" latinLnBrk="0" hangingPunct="1">
        <a:defRPr sz="3109" kern="1200">
          <a:solidFill>
            <a:schemeClr val="tx1"/>
          </a:solidFill>
          <a:latin typeface="+mn-lt"/>
          <a:ea typeface="+mn-ea"/>
          <a:cs typeface="+mn-cs"/>
        </a:defRPr>
      </a:lvl7pPr>
      <a:lvl8pPr marL="5527411" algn="l" defTabSz="1579260" rtl="0" eaLnBrk="1" latinLnBrk="0" hangingPunct="1">
        <a:defRPr sz="3109" kern="1200">
          <a:solidFill>
            <a:schemeClr val="tx1"/>
          </a:solidFill>
          <a:latin typeface="+mn-lt"/>
          <a:ea typeface="+mn-ea"/>
          <a:cs typeface="+mn-cs"/>
        </a:defRPr>
      </a:lvl8pPr>
      <a:lvl9pPr marL="6317041" algn="l" defTabSz="1579260" rtl="0" eaLnBrk="1" latinLnBrk="0" hangingPunct="1">
        <a:defRPr sz="31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CF6CA9DF-418C-FC73-39CC-F8B88C2A0A9E}"/>
              </a:ext>
            </a:extLst>
          </p:cNvPr>
          <p:cNvSpPr txBox="1"/>
          <p:nvPr/>
        </p:nvSpPr>
        <p:spPr>
          <a:xfrm>
            <a:off x="4558018" y="2674661"/>
            <a:ext cx="399257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r">
              <a:spcAft>
                <a:spcPts val="500"/>
              </a:spcAft>
            </a:pPr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pPr algn="r">
              <a:spcAft>
                <a:spcPts val="500"/>
              </a:spcAft>
            </a:pPr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  <a:p>
            <a:pPr algn="r">
              <a:spcAft>
                <a:spcPts val="500"/>
              </a:spcAft>
            </a:pPr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0B2BEFB-BB52-D749-C74D-2C7AE33801A5}"/>
              </a:ext>
            </a:extLst>
          </p:cNvPr>
          <p:cNvSpPr/>
          <p:nvPr/>
        </p:nvSpPr>
        <p:spPr>
          <a:xfrm>
            <a:off x="4962589" y="2682192"/>
            <a:ext cx="5655647" cy="119934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6">
            <a:extLst>
              <a:ext uri="{FF2B5EF4-FFF2-40B4-BE49-F238E27FC236}">
                <a16:creationId xmlns:a16="http://schemas.microsoft.com/office/drawing/2014/main" id="{7FC81462-CF68-79F6-FF3E-07B207565654}"/>
              </a:ext>
            </a:extLst>
          </p:cNvPr>
          <p:cNvSpPr txBox="1"/>
          <p:nvPr/>
        </p:nvSpPr>
        <p:spPr>
          <a:xfrm>
            <a:off x="4962590" y="2734037"/>
            <a:ext cx="4741247" cy="146473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lang="en-US" sz="1600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 tests/</a:t>
            </a:r>
            <a:r>
              <a:rPr lang="en-US" sz="1600" b="0" dirty="0" err="1">
                <a:solidFill>
                  <a:srgbClr val="008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test_message_director.py</a:t>
            </a:r>
            <a:r>
              <a:rPr lang="en-US" sz="1600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(excerpt)</a:t>
            </a:r>
            <a:endParaRPr lang="en-US" sz="16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1600" b="0" dirty="0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dg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Datagram.create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([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12345654321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],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1234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</a:p>
          <a:p>
            <a:r>
              <a:rPr lang="en-US" sz="1600" b="0" dirty="0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dg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.add_uint32(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0x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DEADBEEF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self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.c2.send(</a:t>
            </a:r>
            <a:r>
              <a:rPr lang="en-US" sz="1600" b="0" dirty="0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dg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b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endParaRPr lang="en-US" sz="16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5705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CF6CA9DF-418C-FC73-39CC-F8B88C2A0A9E}"/>
              </a:ext>
            </a:extLst>
          </p:cNvPr>
          <p:cNvSpPr txBox="1"/>
          <p:nvPr/>
        </p:nvSpPr>
        <p:spPr>
          <a:xfrm>
            <a:off x="4563333" y="2727976"/>
            <a:ext cx="39925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  <a:p>
            <a:pPr algn="r"/>
            <a:endParaRPr lang="en-US" altLang="zh-CN" sz="1600" dirty="0">
              <a:solidFill>
                <a:srgbClr val="080808"/>
              </a:solidFill>
              <a:highlight>
                <a:srgbClr val="FFFF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en-US" altLang="zh-CN" sz="1600" dirty="0">
              <a:solidFill>
                <a:srgbClr val="080808"/>
              </a:solidFill>
              <a:highlight>
                <a:srgbClr val="FFFF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0B2BEFB-BB52-D749-C74D-2C7AE33801A5}"/>
              </a:ext>
            </a:extLst>
          </p:cNvPr>
          <p:cNvSpPr/>
          <p:nvPr/>
        </p:nvSpPr>
        <p:spPr>
          <a:xfrm>
            <a:off x="4962589" y="2694068"/>
            <a:ext cx="7664839" cy="210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6">
            <a:extLst>
              <a:ext uri="{FF2B5EF4-FFF2-40B4-BE49-F238E27FC236}">
                <a16:creationId xmlns:a16="http://schemas.microsoft.com/office/drawing/2014/main" id="{7FC81462-CF68-79F6-FF3E-07B207565654}"/>
              </a:ext>
            </a:extLst>
          </p:cNvPr>
          <p:cNvSpPr txBox="1"/>
          <p:nvPr/>
        </p:nvSpPr>
        <p:spPr>
          <a:xfrm>
            <a:off x="4962590" y="2734037"/>
            <a:ext cx="7664838" cy="20517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1600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 Bitcoin transaction validation test</a:t>
            </a:r>
            <a:endParaRPr lang="en-US" sz="16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1600" b="0" dirty="0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inputs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[{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'</a:t>
            </a:r>
            <a:r>
              <a:rPr lang="en-US" sz="16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txid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'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: </a:t>
            </a:r>
            <a:r>
              <a:rPr lang="en-US" sz="16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txid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'</a:t>
            </a:r>
            <a:r>
              <a:rPr lang="en-US" sz="16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vout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'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: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'sequence'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: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4294967296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}]</a:t>
            </a:r>
          </a:p>
          <a:p>
            <a:r>
              <a:rPr lang="en-US" sz="16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assert_raises_rpc_error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-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8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'Invalid parameter, sequence number is out of range'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sz="16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self</a:t>
            </a:r>
            <a:r>
              <a:rPr lang="en-US" sz="16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.nodes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].</a:t>
            </a:r>
            <a:r>
              <a:rPr lang="en-US" sz="16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createrawtransaction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sz="1600" b="0" dirty="0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inputs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outputs)</a:t>
            </a:r>
          </a:p>
          <a:p>
            <a:r>
              <a:rPr lang="en-US" sz="1600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 Valid boundary case</a:t>
            </a:r>
            <a:endParaRPr lang="en-US" sz="16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1600" b="0" dirty="0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inputs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[{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'</a:t>
            </a:r>
            <a:r>
              <a:rPr lang="en-US" sz="16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txid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'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: </a:t>
            </a:r>
            <a:r>
              <a:rPr lang="en-US" sz="16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txid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'</a:t>
            </a:r>
            <a:r>
              <a:rPr lang="en-US" sz="16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vout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'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: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'sequence'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: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4294967294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}]</a:t>
            </a:r>
          </a:p>
          <a:p>
            <a:r>
              <a:rPr lang="en-US" sz="1600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rawtx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self</a:t>
            </a:r>
            <a:r>
              <a:rPr lang="en-US" sz="16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.nodes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].</a:t>
            </a:r>
            <a:r>
              <a:rPr lang="en-US" sz="16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createrawtransaction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inputs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outputs)</a:t>
            </a:r>
          </a:p>
        </p:txBody>
      </p:sp>
    </p:spTree>
    <p:extLst>
      <p:ext uri="{BB962C8B-B14F-4D97-AF65-F5344CB8AC3E}">
        <p14:creationId xmlns:p14="http://schemas.microsoft.com/office/powerpoint/2010/main" val="2744255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>
            <a:extLst>
              <a:ext uri="{FF2B5EF4-FFF2-40B4-BE49-F238E27FC236}">
                <a16:creationId xmlns:a16="http://schemas.microsoft.com/office/drawing/2014/main" id="{A0B2BEFB-BB52-D749-C74D-2C7AE33801A5}"/>
              </a:ext>
            </a:extLst>
          </p:cNvPr>
          <p:cNvSpPr/>
          <p:nvPr/>
        </p:nvSpPr>
        <p:spPr>
          <a:xfrm>
            <a:off x="4962590" y="2682193"/>
            <a:ext cx="5867272" cy="16760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6">
            <a:extLst>
              <a:ext uri="{FF2B5EF4-FFF2-40B4-BE49-F238E27FC236}">
                <a16:creationId xmlns:a16="http://schemas.microsoft.com/office/drawing/2014/main" id="{7FC81462-CF68-79F6-FF3E-07B207565654}"/>
              </a:ext>
            </a:extLst>
          </p:cNvPr>
          <p:cNvSpPr txBox="1"/>
          <p:nvPr/>
        </p:nvSpPr>
        <p:spPr>
          <a:xfrm>
            <a:off x="4962590" y="2734037"/>
            <a:ext cx="4741247" cy="146473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c2s_bra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l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sz="1600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gcart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):</a:t>
            </a:r>
          </a:p>
          <a:p>
            <a:pPr lvl="1"/>
            <a:r>
              <a:rPr lang="en-US" sz="1600" b="0" dirty="0">
                <a:solidFill>
                  <a:srgbClr val="AF00D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if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l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==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:</a:t>
            </a:r>
          </a:p>
          <a:p>
            <a:pPr lvl="1"/>
            <a:r>
              <a:rPr lang="en-US" sz="1600" b="0" dirty="0">
                <a:solidFill>
                  <a:srgbClr val="AF00D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return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gcart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*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0.282094791773878143</a:t>
            </a:r>
            <a:endParaRPr lang="en-US" sz="16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pPr lvl="1"/>
            <a:r>
              <a:rPr lang="en-US" sz="1600" b="0" dirty="0" err="1">
                <a:solidFill>
                  <a:srgbClr val="AF00D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elif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l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==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:</a:t>
            </a:r>
          </a:p>
          <a:p>
            <a:pPr lvl="1"/>
            <a:r>
              <a:rPr lang="en-US" sz="1600" b="0" dirty="0">
                <a:solidFill>
                  <a:srgbClr val="AF00D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return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gcart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*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0.488602511902919921</a:t>
            </a:r>
            <a:endParaRPr lang="en-US" sz="16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pPr lvl="1"/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...</a:t>
            </a:r>
          </a:p>
          <a:p>
            <a:endParaRPr lang="en-US" sz="16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  <p:sp>
        <p:nvSpPr>
          <p:cNvPr id="2" name="文本框 15">
            <a:extLst>
              <a:ext uri="{FF2B5EF4-FFF2-40B4-BE49-F238E27FC236}">
                <a16:creationId xmlns:a16="http://schemas.microsoft.com/office/drawing/2014/main" id="{C72E3B40-C851-02C6-6060-C82CCAAA698D}"/>
              </a:ext>
            </a:extLst>
          </p:cNvPr>
          <p:cNvSpPr txBox="1"/>
          <p:nvPr/>
        </p:nvSpPr>
        <p:spPr>
          <a:xfrm>
            <a:off x="4563333" y="2744279"/>
            <a:ext cx="39925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  <a:p>
            <a:pPr algn="r"/>
            <a:endParaRPr lang="en-US" altLang="zh-CN" sz="1600" dirty="0">
              <a:solidFill>
                <a:srgbClr val="080808"/>
              </a:solidFill>
              <a:highlight>
                <a:srgbClr val="FFFF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8460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>
            <a:extLst>
              <a:ext uri="{FF2B5EF4-FFF2-40B4-BE49-F238E27FC236}">
                <a16:creationId xmlns:a16="http://schemas.microsoft.com/office/drawing/2014/main" id="{A0B2BEFB-BB52-D749-C74D-2C7AE33801A5}"/>
              </a:ext>
            </a:extLst>
          </p:cNvPr>
          <p:cNvSpPr/>
          <p:nvPr/>
        </p:nvSpPr>
        <p:spPr>
          <a:xfrm>
            <a:off x="4962589" y="2682193"/>
            <a:ext cx="6022085" cy="146474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6">
            <a:extLst>
              <a:ext uri="{FF2B5EF4-FFF2-40B4-BE49-F238E27FC236}">
                <a16:creationId xmlns:a16="http://schemas.microsoft.com/office/drawing/2014/main" id="{7FC81462-CF68-79F6-FF3E-07B207565654}"/>
              </a:ext>
            </a:extLst>
          </p:cNvPr>
          <p:cNvSpPr txBox="1"/>
          <p:nvPr/>
        </p:nvSpPr>
        <p:spPr>
          <a:xfrm>
            <a:off x="4962590" y="2734037"/>
            <a:ext cx="6105213" cy="146473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1600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 Fail2ban ticket validation test</a:t>
            </a:r>
            <a:endParaRPr lang="en-US" sz="16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1600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ticket_str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'</a:t>
            </a:r>
            <a:r>
              <a:rPr lang="en-US" sz="16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FailTicket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: </a:t>
            </a:r>
            <a:r>
              <a:rPr lang="en-US" sz="16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ip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=193.168.0.128 time=1167605999.0 </a:t>
            </a:r>
            <a:r>
              <a:rPr lang="en-US" sz="16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bantime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=None'</a:t>
            </a:r>
            <a:endParaRPr lang="en-US" sz="16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16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ticket.setTime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1000002000.0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</a:p>
          <a:p>
            <a:r>
              <a:rPr lang="en-US" sz="16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self</a:t>
            </a:r>
            <a:r>
              <a:rPr lang="en-US" sz="16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.assertEqual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sz="16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ticket.getTime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(),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1000002000.0</a:t>
            </a:r>
            <a:r>
              <a:rPr lang="en-US" sz="16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2" name="文本框 15">
            <a:extLst>
              <a:ext uri="{FF2B5EF4-FFF2-40B4-BE49-F238E27FC236}">
                <a16:creationId xmlns:a16="http://schemas.microsoft.com/office/drawing/2014/main" id="{4C450CC3-0780-0608-5ABD-41D2433A1062}"/>
              </a:ext>
            </a:extLst>
          </p:cNvPr>
          <p:cNvSpPr txBox="1"/>
          <p:nvPr/>
        </p:nvSpPr>
        <p:spPr>
          <a:xfrm>
            <a:off x="4575208" y="2741567"/>
            <a:ext cx="39925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  <a:p>
            <a:pPr algn="r"/>
            <a:r>
              <a:rPr lang="en-US" altLang="zh-CN" sz="1600" dirty="0">
                <a:solidFill>
                  <a:srgbClr val="080808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42402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3114</TotalTime>
  <Words>217</Words>
  <Application>Microsoft Macintosh PowerPoint</Application>
  <PresentationFormat>Custom</PresentationFormat>
  <Paragraphs>47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Menlo</vt:lpstr>
      <vt:lpstr>Office 主题​​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Susheng Wu</dc:creator>
  <cp:lastModifiedBy>Kaifeng Huang</cp:lastModifiedBy>
  <cp:revision>61</cp:revision>
  <dcterms:created xsi:type="dcterms:W3CDTF">2024-05-26T08:35:28Z</dcterms:created>
  <dcterms:modified xsi:type="dcterms:W3CDTF">2025-07-25T17:14:55Z</dcterms:modified>
</cp:coreProperties>
</file>