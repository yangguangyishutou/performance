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F621F-BD90-E5D0-01A7-ECCE0E5DD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4434C9-5F2E-182E-D161-D71954B2F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0B249-20A0-2767-AB0F-B2D1FD8D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AFC83-E85A-98C4-8A3D-67BDC3BA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33F0C-6AFD-AB1A-8F76-A1EA0BED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2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51A87-BA96-1813-C522-55535AD7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6E620-9318-9F1D-AE0E-A9FCF0B60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CF7F3C-CCDE-EBAC-5BE5-CDDDBBA9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76D7A-B259-62A3-56D0-A81527D8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A1A613-CCB4-6D16-E940-BE3EA163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8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21D15-BDDB-A142-1F1B-1AD7DD20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4F1235-3BD8-453D-BCDD-77EC66EE5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04CF9-6A9A-7D52-1755-9DD1A610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1CE27C-4177-D477-00CD-28F53F0F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36FFB-39C2-1035-B291-2CE88314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13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149D2-DE88-F9DA-5A5C-4F6DD5F3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88AA5-507D-722E-D0E9-364676129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775368-52E3-5040-7907-066011BA7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B6B09-3E43-2CCF-E7F5-AD691139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F9BD3-ADC8-BB9F-CA67-7DC1E5A4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7A894-3BC0-EA96-C1E1-FBA7B60E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15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2933C-15F4-E572-E4E6-8A6FBF10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A27CD-CF0D-41E4-F83D-47A838A9B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F77DE-34CA-97E7-B1E8-408CA3D7B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8ADD87-8656-4866-83D5-E66F4C910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7DA364-2E8F-54BE-16DA-0D35CF7C9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DC96D2-0872-2516-319D-74EB6987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26EE3E-0C13-B843-2B8D-06E5C51F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C14772-7FD5-1D3C-746B-EDD8AB6E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65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D9A5F-908D-6A37-652D-3A71506A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D9B6E7-80BC-05BB-5FCF-0601BDEA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CBA5CB-025F-96BB-7520-AE04CE4E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4D8931-D909-CD19-B613-E050FCD6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06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34774E-0E97-723B-08EB-64AB6D4E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EE0198-87A3-474D-A098-6D865D75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076EEA-0C2B-0AAC-FB1D-89808525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87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D9B12-EC43-831B-800D-C8400DC5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EBD111-8B31-0889-0E41-FF63C365A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2059A1-4079-90FD-15FB-103C597EA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DCBF7B-1569-C55C-0EE2-7B55DA4E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4A9F9B-A5E1-CB93-C379-7BF408F6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46A921-FC90-DA6B-2D68-3D324923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0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6E977-16CC-302D-51A8-EC70B79E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12C309-CBA0-E2CF-4AA7-68D3D305A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DECEFF-AF2E-038A-49A0-6AF087567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B12BD1-CF07-78C6-4A8B-05E88B30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282D09-42B4-4C55-FF67-26258032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6BFB32-720F-713E-9B06-23437767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55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C08F7-76A6-7503-533A-4A3A2521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C661FF-B8E1-2FCB-F53D-DACDA4189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B7C00E-6A3D-BC7D-C295-8EFEF50B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1681DC-A8EF-CF9A-3014-58463E62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B69E8-2361-FF3C-43BA-BA629F2F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0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DEAEC1-6821-67CC-728D-B097903BD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20599F-FC15-F49F-4560-0DA4CDE13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00FE7-E086-26E7-06A0-2AC4A68A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3B8E5-B760-1787-C880-FEE4B396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76545D-B2F5-6295-4563-5044564E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2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348242-74B2-7057-CFCF-9A7BDB37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225831-DC9D-D8D8-D8ED-B6E83853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885FE-EE52-0F80-E0D2-6DFF0E5BA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26FB-1C75-4612-BC39-6659452B805B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07172-A88C-D00C-8FB8-D51863336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F2343C-8D39-828B-7D69-33425023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8F860-3CE4-4D8E-9F19-7933E783A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93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770274-CFFE-70F8-1CDD-ACEFDA5C5BC8}"/>
              </a:ext>
            </a:extLst>
          </p:cNvPr>
          <p:cNvSpPr txBox="1"/>
          <p:nvPr/>
        </p:nvSpPr>
        <p:spPr>
          <a:xfrm>
            <a:off x="977808" y="313747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 Obfuscation Literature Survey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B9909D-0CF7-02D0-FE31-4479AC49F0F0}"/>
              </a:ext>
            </a:extLst>
          </p:cNvPr>
          <p:cNvSpPr txBox="1"/>
          <p:nvPr/>
        </p:nvSpPr>
        <p:spPr>
          <a:xfrm>
            <a:off x="5193103" y="317579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综述文献，主要介绍实现代码混淆的方法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B4E361-03EB-8547-96F5-6CDAA594B2DE}"/>
              </a:ext>
            </a:extLst>
          </p:cNvPr>
          <p:cNvSpPr txBox="1"/>
          <p:nvPr/>
        </p:nvSpPr>
        <p:spPr>
          <a:xfrm>
            <a:off x="363982" y="1630726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general methods </a:t>
            </a:r>
            <a:r>
              <a:rPr lang="zh-CN" altLang="en-US" dirty="0"/>
              <a:t>通用方法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4C0806-14AA-4EF2-F8CC-B116F2C2B424}"/>
              </a:ext>
            </a:extLst>
          </p:cNvPr>
          <p:cNvSpPr txBox="1"/>
          <p:nvPr/>
        </p:nvSpPr>
        <p:spPr>
          <a:xfrm>
            <a:off x="329678" y="5711321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thwart static analysis </a:t>
            </a:r>
            <a:r>
              <a:rPr lang="zh-CN" altLang="en-US" dirty="0"/>
              <a:t>阻挠静态分析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102F7D-3B1C-6231-7633-C999FA46C7C3}"/>
              </a:ext>
            </a:extLst>
          </p:cNvPr>
          <p:cNvSpPr txBox="1"/>
          <p:nvPr/>
        </p:nvSpPr>
        <p:spPr>
          <a:xfrm>
            <a:off x="329678" y="6177148"/>
            <a:ext cx="5766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obfuscation in the disassembly phase </a:t>
            </a:r>
            <a:r>
              <a:rPr lang="zh-CN" altLang="en-US" dirty="0"/>
              <a:t>在反汇编阶段混淆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3A82FE-36B5-2C8C-88FD-1A324FEA2182}"/>
              </a:ext>
            </a:extLst>
          </p:cNvPr>
          <p:cNvSpPr txBox="1"/>
          <p:nvPr/>
        </p:nvSpPr>
        <p:spPr>
          <a:xfrm>
            <a:off x="3979653" y="1308670"/>
            <a:ext cx="34163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控制流程混淆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运行流程混淆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数据混淆：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dirty="0"/>
              <a:t>修改继承关系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重构数组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分解变量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合并变量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静态数据变成过程数据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0159E4-C8D9-1500-2B9B-CF1F9272DFC3}"/>
              </a:ext>
            </a:extLst>
          </p:cNvPr>
          <p:cNvSpPr txBox="1"/>
          <p:nvPr/>
        </p:nvSpPr>
        <p:spPr>
          <a:xfrm>
            <a:off x="7332712" y="2659114"/>
            <a:ext cx="4675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类似状压，比如</a:t>
            </a:r>
            <a:r>
              <a:rPr lang="en-US" altLang="zh-CN" dirty="0"/>
              <a:t>x=10,y=20,z=30,</a:t>
            </a:r>
            <a:r>
              <a:rPr lang="zh-CN" altLang="en-US" dirty="0"/>
              <a:t>用</a:t>
            </a:r>
            <a:r>
              <a:rPr lang="en-US" altLang="zh-CN" dirty="0"/>
              <a:t>p=102030</a:t>
            </a:r>
            <a:r>
              <a:rPr lang="zh-CN" altLang="en-US" dirty="0"/>
              <a:t>表示坐标</a:t>
            </a:r>
            <a:r>
              <a:rPr lang="en-US" altLang="zh-CN" dirty="0"/>
              <a:t>,</a:t>
            </a:r>
            <a:r>
              <a:rPr lang="zh-CN" altLang="en-US" dirty="0"/>
              <a:t>分解类似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E0945E-F6B6-1FA5-BAB2-C7269F9443CA}"/>
              </a:ext>
            </a:extLst>
          </p:cNvPr>
          <p:cNvSpPr txBox="1"/>
          <p:nvPr/>
        </p:nvSpPr>
        <p:spPr>
          <a:xfrm>
            <a:off x="7321709" y="3266387"/>
            <a:ext cx="491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原本直接静态定义部分变成在程序中计算获得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2FB7CF-C705-B0C3-A102-73795DFCD1A7}"/>
              </a:ext>
            </a:extLst>
          </p:cNvPr>
          <p:cNvSpPr txBox="1"/>
          <p:nvPr/>
        </p:nvSpPr>
        <p:spPr>
          <a:xfrm>
            <a:off x="7132095" y="159595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插入无关代码、加入不影响结果的无用逻辑判断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EA45A6-C57B-FB57-972D-7D934D75260C}"/>
              </a:ext>
            </a:extLst>
          </p:cNvPr>
          <p:cNvSpPr txBox="1"/>
          <p:nvPr/>
        </p:nvSpPr>
        <p:spPr>
          <a:xfrm>
            <a:off x="363982" y="4044983"/>
            <a:ext cx="9345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调整数组维度，比如原来用</a:t>
            </a:r>
            <a:r>
              <a:rPr lang="en-US" altLang="zh-CN" dirty="0"/>
              <a:t>p[100][3]</a:t>
            </a:r>
            <a:r>
              <a:rPr lang="zh-CN" altLang="en-US" dirty="0"/>
              <a:t>存储</a:t>
            </a:r>
            <a:r>
              <a:rPr lang="en-US" altLang="zh-CN" dirty="0"/>
              <a:t>100</a:t>
            </a:r>
            <a:r>
              <a:rPr lang="zh-CN" altLang="en-US" dirty="0"/>
              <a:t>个三维坐标，现在变成</a:t>
            </a:r>
            <a:r>
              <a:rPr lang="en-US" altLang="zh-CN" dirty="0"/>
              <a:t>p[300] </a:t>
            </a:r>
            <a:r>
              <a:rPr lang="zh-CN" altLang="en-US" dirty="0"/>
              <a:t>或者 </a:t>
            </a:r>
            <a:r>
              <a:rPr lang="en-US" altLang="zh-CN" dirty="0"/>
              <a:t>p[10][10][3]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9B0317-83AE-1DE6-0E29-5FDD9FA3BBE7}"/>
              </a:ext>
            </a:extLst>
          </p:cNvPr>
          <p:cNvSpPr txBox="1"/>
          <p:nvPr/>
        </p:nvSpPr>
        <p:spPr>
          <a:xfrm>
            <a:off x="6929887" y="4368240"/>
            <a:ext cx="1189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0-99:x</a:t>
            </a:r>
          </a:p>
          <a:p>
            <a:r>
              <a:rPr lang="en-US" altLang="zh-CN" dirty="0"/>
              <a:t>100-199:y</a:t>
            </a:r>
          </a:p>
          <a:p>
            <a:r>
              <a:rPr lang="en-US" altLang="zh-CN" dirty="0"/>
              <a:t>200-299:z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556A96-C147-276C-E57C-8BC349B3E03F}"/>
              </a:ext>
            </a:extLst>
          </p:cNvPr>
          <p:cNvSpPr txBox="1"/>
          <p:nvPr/>
        </p:nvSpPr>
        <p:spPr>
          <a:xfrm>
            <a:off x="8234472" y="4372401"/>
            <a:ext cx="8899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批数，</a:t>
            </a:r>
            <a:endParaRPr lang="en-US" altLang="zh-CN" dirty="0"/>
          </a:p>
          <a:p>
            <a:r>
              <a:rPr lang="zh-CN" altLang="en-US" dirty="0"/>
              <a:t>一批</a:t>
            </a:r>
            <a:r>
              <a:rPr lang="en-US" altLang="zh-CN" dirty="0"/>
              <a:t>10</a:t>
            </a:r>
          </a:p>
          <a:p>
            <a:r>
              <a:rPr lang="zh-CN" altLang="en-US" dirty="0"/>
              <a:t>个坐标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4262FC1-0DBF-6E84-68AA-8F6F3A828814}"/>
              </a:ext>
            </a:extLst>
          </p:cNvPr>
          <p:cNvCxnSpPr/>
          <p:nvPr/>
        </p:nvCxnSpPr>
        <p:spPr>
          <a:xfrm flipH="1">
            <a:off x="3099758" y="2595853"/>
            <a:ext cx="1937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489664F-B5CF-CBB7-297E-98DFD1315BE7}"/>
              </a:ext>
            </a:extLst>
          </p:cNvPr>
          <p:cNvCxnSpPr>
            <a:cxnSpLocks/>
          </p:cNvCxnSpPr>
          <p:nvPr/>
        </p:nvCxnSpPr>
        <p:spPr>
          <a:xfrm>
            <a:off x="3088257" y="2595853"/>
            <a:ext cx="0" cy="144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1C407A3-3473-9C9B-E22F-03FB40F20378}"/>
              </a:ext>
            </a:extLst>
          </p:cNvPr>
          <p:cNvCxnSpPr/>
          <p:nvPr/>
        </p:nvCxnSpPr>
        <p:spPr>
          <a:xfrm>
            <a:off x="5929223" y="3030747"/>
            <a:ext cx="1524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C209183-6562-7977-7AD8-94BED2402950}"/>
              </a:ext>
            </a:extLst>
          </p:cNvPr>
          <p:cNvCxnSpPr>
            <a:endCxn id="19" idx="1"/>
          </p:cNvCxnSpPr>
          <p:nvPr/>
        </p:nvCxnSpPr>
        <p:spPr>
          <a:xfrm>
            <a:off x="5446143" y="1780616"/>
            <a:ext cx="1685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81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160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笑云 刘</dc:creator>
  <cp:lastModifiedBy>笑云 刘</cp:lastModifiedBy>
  <cp:revision>37</cp:revision>
  <dcterms:created xsi:type="dcterms:W3CDTF">2024-05-22T08:41:13Z</dcterms:created>
  <dcterms:modified xsi:type="dcterms:W3CDTF">2024-05-22T14:01:53Z</dcterms:modified>
</cp:coreProperties>
</file>