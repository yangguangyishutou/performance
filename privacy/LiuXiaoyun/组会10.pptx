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2:47:04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24575,'17'1'0,"0"1"0,0 0 0,-1 2 0,22 6 0,7 2 0,56 11 0,1-5 0,107 4 0,270-18 0,-261-6 0,1876 2 0,-2061-1 0,-1-2 0,1-1 0,-1-1 0,44-14 0,-53 13-1365,-1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2:47:22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24575,'0'0'0,"0"-1"0,0 1 0,1-1 0,-1 1 0,0-1 0,1 1 0,-1-1 0,1 1 0,-1-1 0,1 1 0,-1-1 0,1 1 0,-1 0 0,1-1 0,-1 1 0,1 0 0,-1-1 0,1 1 0,-1 0 0,1 0 0,0-1 0,-1 1 0,1 0 0,-1 0 0,1 0 0,0 0 0,21-3 0,-19 3 0,202-5 0,-127 6 0,69 0 0,44 7-425,45 8-1277,-182-13 1577,1130 91-3533,-863-59 3658,-32-3 0,-44-3-183,-56-3-550,-143-19 673,187 24 149,-157-24 2654,80-4 0,101-5-1311,15-1-1553,-96-10 121,-29 2 0,336-5 0,-376 14 0,1158-5 0,-772 9 0,262-2 0,-463-15 0,-77 1 0,102 12 0,-42 1 0,-90-7 0,37 0 0,518 7 0,-380 1 0,-248 1 14,180-3-609,941-12 479,-763 41 116,371 10 697,-319-37-2062,-480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2:47:23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24575,'21'-1'0,"0"-2"0,-1 0 0,1-1 0,24-8 0,-13 3 0,104-24 0,198-23 0,683 21-1923,-5 98 0,-574-50 5769,-142-5-3728,-113 0-1601,-147-8-5343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2:47:28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0 147 24575,'20'-1'0,"1"-2"0,-2 0 0,29-8 0,13-2 0,21 3 0,100 1 0,27-3 0,413-22 0,-64 34 0,-519-1 0,66-13 0,-70 8 0,-1 2 0,0 1 0,38 1 0,139 25 0,67 2 0,-199-21 0,79 15 0,41 3 0,33-20 0,-151-2 0,-57-1 0,-1-2 0,1 0 0,44-12 0,66-29 0,-123 40 0,52-20-1365,-10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2:47:31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24575,'3'3'0,"0"-1"0,1 1 0,-1-1 0,1 1 0,0-1 0,0 0 0,-1-1 0,6 3 0,2 0 0,31 13 0,1-2 0,1-3 0,0-1 0,1-2 0,48 3 0,229 1 0,-286-13 0,276 10 0,-17 7 0,-210-14 0,18 4 0,35 1 0,292-7-1365,-399-1-5461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F9061-618B-1750-C20B-406D3F27F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52CAC7-3FD9-A14A-E218-32843EFE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931FF6-D8F4-6AA7-DB06-BE8E4F88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976B0-572B-1FA1-BD1F-15AEA7917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FE839-BE7B-8C83-ADBD-6475569A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9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194DC-D5D2-45EE-B834-8934716C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9C1F1-D818-30FE-8F0E-C00A6DC26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D8EEE8-BC28-1660-6473-4E4E3C3C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914330-8D21-77E2-A79E-20BA6254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938417-71B4-781C-462F-7C7C66C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19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C6935-AC9A-A1E3-5850-7FF06633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B5E2C8-910D-1B1F-6B8E-6D7234180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7941E5-D100-168C-B8AE-EC2F6A3E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2F085-25D2-53CC-A414-9CF1B26F4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255FD-FB08-82AF-A9E5-B8B48FA2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1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BADA0-E22A-3462-20DF-96C6A38C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98386-85B1-391D-7791-04382509E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C4A01B-212E-AFCF-3B65-ECA0BB999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D8A2F6-ED4E-2FFD-6321-1FC07402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F936E8-5A5A-BF31-34F9-377BD4F6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A9040B-0B5E-6878-1FD7-6A7C5FDB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15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448FB-4560-48C9-8918-316D9A09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CD561E-856C-339C-43AB-AB8D3586F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545460-5272-804E-ACF7-BE41C56F7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4ACB89-83DB-F432-6A86-5662F422A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2107B6-B78E-76C8-64AF-FEDE335BD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76E79C-1155-E72B-6B92-FBBFF8CE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398483-E8BB-FFA7-4753-09ED3695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E69EF2-EBCE-8C97-1EE7-AF59AB52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7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363DE-C6A5-804C-50BD-E111A9BD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303A20-B052-6AA0-4811-6A20D58E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DA38DA-446B-0443-7919-43A1EB49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A8DA43-0DE8-09BC-32FC-72DC5A67D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24B9A0-9A4B-173F-D2A2-8A86D81B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B8A9D6-BD12-812D-0250-E1B9FFF6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663D1-849D-A5CB-D75F-C516D381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8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38C66-0CA8-3E66-2B58-99C1BBA4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B6067-5D99-6626-A6FF-45062A9BA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4CA216-556F-DC2A-134A-94E1D976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E4D48C-DE29-9407-FC42-52DC6F31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22EBE-3E8B-F3D3-D81E-9C1AB2A1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5730A4-FC89-575E-8FAB-AE9D9BB3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0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2912E-9D03-BB5D-89A9-F45A0DBD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A5488B-09F4-6D99-2C1C-F2E103D39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783D49-C383-5DBC-B447-F359F70C7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40BC1D-C9AE-BE48-7DE7-731E42A2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9CBFE2-D4E0-905D-48E9-8F7E354D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1B24FC-C021-9D20-9922-0A47EEED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31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458BB-5140-769D-A6B5-9589C204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DAEDF-9B01-A741-775C-62B71C036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834CB3-89E9-CECD-BFC3-8F6D495D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68324C-C639-863B-FDA7-3BCF4E62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42B3B4-8F63-47C9-5C34-02D8E505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11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988DA3-8120-9F03-600C-D47C87581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EF651-05C8-7DD5-4EA8-C41691A31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CC5B-7647-D65F-FD1B-83FE3C67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69608B-FBFA-536D-062F-EC32AAE0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244A6-CCC0-03EF-22D9-0CE68132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41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4916FD-6ED5-189C-0F83-DCD3A998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199E8D-7383-1A22-B4AD-45B31A0E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F6B970-4C6C-CD54-5FA3-F57ABDA3D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A92F5-347B-4F1B-B0A6-DDE3198CE0B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2648B3-1D23-9642-FB50-5E454BF90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203763-2BDE-2361-6D9E-0AF1B554D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8A294-96AC-4216-A7D8-7C7D27D77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6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1DD0D1-AFC9-C2C2-1FDE-E37CBB1F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8" y="409588"/>
            <a:ext cx="6326038" cy="321479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199B914-58D6-9E45-A84B-E25EB079461B}"/>
              </a:ext>
            </a:extLst>
          </p:cNvPr>
          <p:cNvSpPr txBox="1"/>
          <p:nvPr/>
        </p:nvSpPr>
        <p:spPr>
          <a:xfrm>
            <a:off x="327803" y="86264"/>
            <a:ext cx="638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NimbusRomNo9L-Regu"/>
              </a:rPr>
              <a:t>DETECTING PRETRAINING DATA FROM LARGE LANGUAGE MODELS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D8380D-6BFF-49D1-92EB-141BC381FDA8}"/>
              </a:ext>
            </a:extLst>
          </p:cNvPr>
          <p:cNvSpPr txBox="1"/>
          <p:nvPr/>
        </p:nvSpPr>
        <p:spPr>
          <a:xfrm>
            <a:off x="6004701" y="1151439"/>
            <a:ext cx="591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原理：用低概率的</a:t>
            </a:r>
            <a:r>
              <a:rPr lang="en-US" altLang="zh-CN" dirty="0"/>
              <a:t>token</a:t>
            </a:r>
            <a:r>
              <a:rPr lang="zh-CN" altLang="en-US" dirty="0"/>
              <a:t>来判断。如果低</a:t>
            </a:r>
            <a:r>
              <a:rPr lang="en-US" altLang="zh-CN" dirty="0"/>
              <a:t>k%</a:t>
            </a:r>
            <a:r>
              <a:rPr lang="zh-CN" altLang="en-US" dirty="0"/>
              <a:t>概率的</a:t>
            </a:r>
            <a:r>
              <a:rPr lang="en-US" altLang="zh-CN" dirty="0"/>
              <a:t>token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概率的对数，它们的均值</a:t>
            </a:r>
            <a:r>
              <a:rPr lang="en-US" altLang="zh-CN" dirty="0"/>
              <a:t> &gt;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，则认为</a:t>
            </a:r>
            <a:r>
              <a:rPr lang="en-US" altLang="zh-CN" dirty="0">
                <a:sym typeface="Symbol" panose="05050102010706020507" pitchFamily="18" charset="2"/>
              </a:rPr>
              <a:t>X </a:t>
            </a:r>
            <a:r>
              <a:rPr lang="zh-CN" altLang="en-US" dirty="0">
                <a:sym typeface="Symbol" panose="05050102010706020507" pitchFamily="18" charset="2"/>
              </a:rPr>
              <a:t>在 </a:t>
            </a:r>
            <a:r>
              <a:rPr lang="en-US" altLang="zh-CN" dirty="0">
                <a:sym typeface="Symbol" panose="05050102010706020507" pitchFamily="18" charset="2"/>
              </a:rPr>
              <a:t>data</a:t>
            </a:r>
            <a:r>
              <a:rPr lang="zh-CN" altLang="en-US" dirty="0">
                <a:sym typeface="Symbol" panose="05050102010706020507" pitchFamily="18" charset="2"/>
              </a:rPr>
              <a:t> 里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3016FE-1FC8-CC84-0AB0-B5719A02A4D0}"/>
              </a:ext>
            </a:extLst>
          </p:cNvPr>
          <p:cNvSpPr txBox="1"/>
          <p:nvPr/>
        </p:nvSpPr>
        <p:spPr>
          <a:xfrm>
            <a:off x="7522234" y="3926292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经实验，</a:t>
            </a:r>
            <a:r>
              <a:rPr lang="en-US" altLang="zh-CN" dirty="0"/>
              <a:t>k=20</a:t>
            </a:r>
            <a:r>
              <a:rPr lang="zh-CN" altLang="en-US" dirty="0"/>
              <a:t>效果最好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AUC</a:t>
            </a:r>
            <a:r>
              <a:rPr lang="zh-CN" altLang="en-US" dirty="0"/>
              <a:t>的实验结果不用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7C7072-B319-5C5C-0FF1-46CD8852F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44" y="3926292"/>
            <a:ext cx="6653841" cy="9770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AF74FC-1381-3B0E-A1D2-E07C7C90F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86" y="5252093"/>
            <a:ext cx="6389298" cy="13249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17A05A7-E043-1AAE-018E-0D798B1F88DA}"/>
              </a:ext>
            </a:extLst>
          </p:cNvPr>
          <p:cNvSpPr txBox="1"/>
          <p:nvPr/>
        </p:nvSpPr>
        <p:spPr>
          <a:xfrm>
            <a:off x="7620000" y="5706561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AUC</a:t>
            </a:r>
            <a:r>
              <a:rPr lang="zh-CN" altLang="en-US" dirty="0"/>
              <a:t>平均分数</a:t>
            </a:r>
            <a:r>
              <a:rPr lang="en-US" altLang="zh-CN" dirty="0"/>
              <a:t>0.72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C93269F-B0A1-7736-CBF5-4CF52B2DC477}"/>
                  </a:ext>
                </a:extLst>
              </p14:cNvPr>
              <p14:cNvContentPartPr/>
              <p14:nvPr/>
            </p14:nvContentPartPr>
            <p14:xfrm>
              <a:off x="563497" y="4686643"/>
              <a:ext cx="1297800" cy="356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C93269F-B0A1-7736-CBF5-4CF52B2DC4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7377" y="4680523"/>
                <a:ext cx="1310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B6DFB8FB-223B-5F82-5A18-6BB993F7DC55}"/>
                  </a:ext>
                </a:extLst>
              </p14:cNvPr>
              <p14:cNvContentPartPr/>
              <p14:nvPr/>
            </p14:nvContentPartPr>
            <p14:xfrm>
              <a:off x="258577" y="4870603"/>
              <a:ext cx="4954320" cy="10584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B6DFB8FB-223B-5F82-5A18-6BB993F7DC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457" y="4864483"/>
                <a:ext cx="49665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987100B-D52B-3FF7-1DAE-268B44548827}"/>
                  </a:ext>
                </a:extLst>
              </p14:cNvPr>
              <p14:cNvContentPartPr/>
              <p14:nvPr/>
            </p14:nvContentPartPr>
            <p14:xfrm>
              <a:off x="5969257" y="4671163"/>
              <a:ext cx="1300680" cy="5652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987100B-D52B-3FF7-1DAE-268B445488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3137" y="4665043"/>
                <a:ext cx="13129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CC4BCE34-41BF-DC41-5FC7-524A20F1426F}"/>
                  </a:ext>
                </a:extLst>
              </p14:cNvPr>
              <p14:cNvContentPartPr/>
              <p14:nvPr/>
            </p14:nvContentPartPr>
            <p14:xfrm>
              <a:off x="5330977" y="5784283"/>
              <a:ext cx="1360800" cy="5292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CC4BCE34-41BF-DC41-5FC7-524A20F142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24857" y="5778163"/>
                <a:ext cx="13730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9188CB93-549C-BE84-445E-315312DED1C5}"/>
                  </a:ext>
                </a:extLst>
              </p14:cNvPr>
              <p14:cNvContentPartPr/>
              <p14:nvPr/>
            </p14:nvContentPartPr>
            <p14:xfrm>
              <a:off x="258577" y="5968963"/>
              <a:ext cx="760320" cy="583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9188CB93-549C-BE84-445E-315312DED1C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2457" y="5962843"/>
                <a:ext cx="772560" cy="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598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3AF991-E3C7-A689-EA0E-38140029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28" y="93452"/>
            <a:ext cx="5497153" cy="21688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DEC44B-1D2F-1500-06CD-53BC84CF6446}"/>
              </a:ext>
            </a:extLst>
          </p:cNvPr>
          <p:cNvSpPr txBox="1"/>
          <p:nvPr/>
        </p:nvSpPr>
        <p:spPr>
          <a:xfrm>
            <a:off x="6009736" y="993194"/>
            <a:ext cx="450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模型参数越多，训练文本越长，效果越好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C20847-9B05-FBBD-21D3-77305EB3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9" y="2286951"/>
            <a:ext cx="7183273" cy="44121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8BE513-DDC8-06AC-293D-F1F11197A425}"/>
              </a:ext>
            </a:extLst>
          </p:cNvPr>
          <p:cNvSpPr txBox="1"/>
          <p:nvPr/>
        </p:nvSpPr>
        <p:spPr>
          <a:xfrm>
            <a:off x="7183273" y="4900935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进行机器遗忘实验</a:t>
            </a:r>
            <a:endParaRPr lang="en-US" altLang="zh-CN" dirty="0"/>
          </a:p>
          <a:p>
            <a:r>
              <a:rPr lang="zh-CN" altLang="en-US" dirty="0"/>
              <a:t>发现不能完全遗忘，部分由遗忘后的模型补全的内容</a:t>
            </a:r>
            <a:endParaRPr lang="en-US" altLang="zh-CN" dirty="0"/>
          </a:p>
          <a:p>
            <a:r>
              <a:rPr lang="zh-CN" altLang="en-US" dirty="0"/>
              <a:t>与原内容非常相似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467C34F-7C4B-AFCA-3BE2-C3229D877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690" y="2742303"/>
            <a:ext cx="4310187" cy="137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2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96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NimbusRomNo9L-Regu</vt:lpstr>
      <vt:lpstr>等线</vt:lpstr>
      <vt:lpstr>等线 Light</vt:lpstr>
      <vt:lpstr>Arial</vt:lpstr>
      <vt:lpstr>Symbol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26</cp:revision>
  <dcterms:created xsi:type="dcterms:W3CDTF">2024-09-24T02:09:18Z</dcterms:created>
  <dcterms:modified xsi:type="dcterms:W3CDTF">2024-09-24T12:16:32Z</dcterms:modified>
</cp:coreProperties>
</file>