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8" d="100"/>
          <a:sy n="68" d="100"/>
        </p:scale>
        <p:origin x="69" y="3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2B897-C73F-4036-95E4-6643DD21B8A4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BEA22-5B27-491A-9E1E-DD7AD42BC3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036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3BEA22-5B27-491A-9E1E-DD7AD42BC30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578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21B39-A726-D10E-5D32-989C24B1B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4D7395-F92F-700E-A648-16FBA2ED8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E60067-53DC-2E05-146E-3212A436F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1A22-0515-4C1E-A987-8281B52C90CF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CED1C5-29E2-1AC9-6021-0E9AA2288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0B583A-2071-E2F7-00EE-EF6E16C0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CEC9-0DFD-4C6B-B154-E7CDAD355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87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A7C920-6B75-8529-3758-89DABB39F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0E22D1-325E-564F-192D-D02F72FE3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93F5CD-2639-C857-32B5-04EBB1BBF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1A22-0515-4C1E-A987-8281B52C90CF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1FE7D8-2EDB-C0BD-C5D9-29259DD2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04FC30-577A-13CE-B7A6-39AC8E62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CEC9-0DFD-4C6B-B154-E7CDAD355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188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48C66C-87B9-C622-649F-2DD3DDF9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5CB53E-0F15-01B2-4C4C-AE7587315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25130C-4B1B-D327-6795-D292F79A8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1A22-0515-4C1E-A987-8281B52C90CF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33F3D3-F129-3A7A-5555-6EC2EF411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68722B-DF80-0687-6A49-278E03EC0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CEC9-0DFD-4C6B-B154-E7CDAD355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779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BD121-BB92-DE4A-E2B1-EDFAA0C4C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55C352-6B87-59DE-058D-7FE6719B9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5EB04B-C25D-2DD9-0644-33494EE93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CEAD28-DC18-829A-1DCF-6074CC81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1A22-0515-4C1E-A987-8281B52C90CF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DF3D1D-B954-18CC-3FCA-A8CA5CAB5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E8EFCB-335B-7114-B5A1-94095DD9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CEC9-0DFD-4C6B-B154-E7CDAD355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196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A3B48-1AD9-6790-8F0C-987560AC7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C001CC-D37E-6D5D-73B9-4FF08890F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8176C7-2ECA-45C9-FB25-C0B6F8BDD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E0D8739-E1D7-2A77-1ABD-BC92AD5FF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EC380B-D345-CC49-308E-CDD8F1AB6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319B3E8-079A-BB3F-9BA9-2C81FFC8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1A22-0515-4C1E-A987-8281B52C90CF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AAB3B7-69F6-CB6D-8715-494465D2D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3BA768-11AB-35EB-CE40-9A74043D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CEC9-0DFD-4C6B-B154-E7CDAD355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70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6B3BB-A6FE-6136-2E31-14A4F3390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1E2FFC-B507-A345-B55F-2F26F58B9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1A22-0515-4C1E-A987-8281B52C90CF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3B1D97-C108-E50F-67F8-2EF91D27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4222C9-F30C-E04D-72AB-564B16E6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CEC9-0DFD-4C6B-B154-E7CDAD355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36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5A670A-D771-4E5E-90ED-6E6AF223D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1A22-0515-4C1E-A987-8281B52C90CF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C2482A-FD22-B8C5-8CEF-E6E2D6107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DB1116-C0B8-437F-9052-0943FB0B5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CEC9-0DFD-4C6B-B154-E7CDAD355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28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BF631-B388-A64F-5933-C7850AFF9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17AEF9-DF70-1D3A-6099-46528E4FE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D5F419-F916-8F0D-7088-56E6A46FC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AE3F9E-570F-A07D-BDCA-A26CEB1E0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1A22-0515-4C1E-A987-8281B52C90CF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9E54C5-E088-B02D-9BA4-5D0CE2DD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E463B9-9BBD-307E-6D6D-383B0980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CEC9-0DFD-4C6B-B154-E7CDAD355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60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63A00-9E66-6CE0-C5F7-4DF1EC311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4F7117C-44BB-F92F-ED9B-1777BFDF69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0D4343-B53C-3875-7F14-567BD90DA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864946-F3FC-F94A-0C84-9972B2235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1A22-0515-4C1E-A987-8281B52C90CF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FE0AF8-D4F2-6829-C224-916B5FDDB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E9091B-561D-56B5-72B6-BFB3423A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CEC9-0DFD-4C6B-B154-E7CDAD355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227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AA1715-7C88-3F5D-4D26-05C909AB0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18535F-CD08-F2F0-D86B-C265D5E0D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B2C983-22A9-DA25-2716-C939E9D5B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1A22-0515-4C1E-A987-8281B52C90CF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EBA549-B749-057B-1B43-149749949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774BF4-DFAE-7467-D096-E28BD8231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CEC9-0DFD-4C6B-B154-E7CDAD355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663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50702DF-DBCA-B925-DFD8-D55C80177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3AD3CF-459A-1307-9D65-E433B90F68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2EFFEF-F5F4-8D5B-3FD1-6F444F9C2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1A22-0515-4C1E-A987-8281B52C90CF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DEE3B6-DFE4-79C8-EE4B-2BC8378C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715BE8-2328-6478-BCC8-247003A4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CEC9-0DFD-4C6B-B154-E7CDAD355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564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48F3F5-9375-5024-9838-32B5AA4D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BF1A1B-0F5B-CDCB-3E3F-5DF7E5ACA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D4D6B5-9694-8A35-95A1-A6659D45A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D1A22-0515-4C1E-A987-8281B52C90CF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D34543-B9BB-34A2-D92B-E788A087A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FCAE01-C5D0-E2F2-53D3-24DB96C55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7CEC9-0DFD-4C6B-B154-E7CDAD3552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922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BE6A4BF-200E-C254-336F-5E3114862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064" y="2335006"/>
            <a:ext cx="5006073" cy="273011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80B3FBC-8659-A0EA-0C5E-5363A192841D}"/>
              </a:ext>
            </a:extLst>
          </p:cNvPr>
          <p:cNvSpPr txBox="1"/>
          <p:nvPr/>
        </p:nvSpPr>
        <p:spPr>
          <a:xfrm>
            <a:off x="448576" y="763297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目标：不泄露代码中字符串等信息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A97DEC-D181-CBAB-7F69-F3CFFCF343B2}"/>
              </a:ext>
            </a:extLst>
          </p:cNvPr>
          <p:cNvSpPr txBox="1"/>
          <p:nvPr/>
        </p:nvSpPr>
        <p:spPr>
          <a:xfrm>
            <a:off x="649351" y="227909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若选择进行变换：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23345A-B5CC-D02C-8473-DE5F1945247C}"/>
              </a:ext>
            </a:extLst>
          </p:cNvPr>
          <p:cNvSpPr txBox="1"/>
          <p:nvPr/>
        </p:nvSpPr>
        <p:spPr>
          <a:xfrm>
            <a:off x="649351" y="1899498"/>
            <a:ext cx="9054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若选择直接替换：注意要替换等长的字符串，需要导出原串与新串的对应表进行恢复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C050A4-E559-76FF-C233-13E19FC47762}"/>
              </a:ext>
            </a:extLst>
          </p:cNvPr>
          <p:cNvSpPr txBox="1"/>
          <p:nvPr/>
        </p:nvSpPr>
        <p:spPr>
          <a:xfrm>
            <a:off x="2558647" y="2322413"/>
            <a:ext cx="9217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①将直接定义的字符串变为在程序中生成，不需要导出任何东西（待验证：</a:t>
            </a:r>
            <a:r>
              <a:rPr lang="en-US" altLang="zh-CN" sz="1400" dirty="0"/>
              <a:t>AI</a:t>
            </a:r>
            <a:r>
              <a:rPr lang="zh-CN" altLang="en-US" sz="1400" dirty="0"/>
              <a:t>是否会运行生成程序获得字符串）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083B3-677E-541C-F5BA-4E2778D87565}"/>
              </a:ext>
            </a:extLst>
          </p:cNvPr>
          <p:cNvSpPr txBox="1"/>
          <p:nvPr/>
        </p:nvSpPr>
        <p:spPr>
          <a:xfrm>
            <a:off x="2544021" y="4942963"/>
            <a:ext cx="50321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②运用密码学，将原字符串映射为新的字符串，需要导出密钥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A0F791E-F5FD-A507-A5E7-772BBBCF634B}"/>
              </a:ext>
            </a:extLst>
          </p:cNvPr>
          <p:cNvSpPr txBox="1"/>
          <p:nvPr/>
        </p:nvSpPr>
        <p:spPr>
          <a:xfrm>
            <a:off x="448576" y="1109546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需求：更改 </a:t>
            </a:r>
            <a:r>
              <a:rPr lang="en-US" altLang="zh-CN" dirty="0"/>
              <a:t>&amp; </a:t>
            </a:r>
            <a:r>
              <a:rPr lang="zh-CN" altLang="en-US" dirty="0"/>
              <a:t>恢复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7F10FA-F7FA-E5E3-8CC6-3837091BD671}"/>
              </a:ext>
            </a:extLst>
          </p:cNvPr>
          <p:cNvSpPr txBox="1"/>
          <p:nvPr/>
        </p:nvSpPr>
        <p:spPr>
          <a:xfrm>
            <a:off x="448576" y="1484710"/>
            <a:ext cx="10447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方法：直接将原字符串替换为无关字符串 </a:t>
            </a:r>
            <a:r>
              <a:rPr lang="en-US" altLang="zh-CN" dirty="0"/>
              <a:t>or</a:t>
            </a:r>
            <a:r>
              <a:rPr lang="zh-CN" altLang="en-US" dirty="0"/>
              <a:t> 基于原字符串进行变换得到新字符串（均需要一一映射）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9E20E2-D19C-1ED0-D8D9-F6AB164BF24C}"/>
              </a:ext>
            </a:extLst>
          </p:cNvPr>
          <p:cNvSpPr txBox="1"/>
          <p:nvPr/>
        </p:nvSpPr>
        <p:spPr>
          <a:xfrm>
            <a:off x="448576" y="417048"/>
            <a:ext cx="10288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背景：部分员工直接将隐私信息（以字符串形式为例）写入源代码，若提交给</a:t>
            </a:r>
            <a:r>
              <a:rPr lang="en-US" altLang="zh-CN" dirty="0"/>
              <a:t>AI</a:t>
            </a:r>
            <a:r>
              <a:rPr lang="zh-CN" altLang="en-US" dirty="0"/>
              <a:t>，可能发生隐私泄露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64F2DB3-B3BF-6A86-AE66-FD2ACE04FAC6}"/>
              </a:ext>
            </a:extLst>
          </p:cNvPr>
          <p:cNvSpPr txBox="1"/>
          <p:nvPr/>
        </p:nvSpPr>
        <p:spPr>
          <a:xfrm>
            <a:off x="2869722" y="5304323"/>
            <a:ext cx="575029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s=ABCDEFGH ----&gt; s’=3fe</a:t>
            </a:r>
            <a:r>
              <a:rPr lang="en-US" altLang="zh-CN" sz="1400" u="sng" dirty="0">
                <a:latin typeface="宋体" panose="02010600030101010101" pitchFamily="2" charset="-122"/>
                <a:ea typeface="宋体" panose="02010600030101010101" pitchFamily="2" charset="-122"/>
              </a:rPr>
              <a:t>rguahugh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wirht3rgfnekajf34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先加密字符串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*      *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L      R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s=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rguahugh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再取等长字符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这样变换前后字符串长度不变，不影响程序运行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;s’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需要保留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D8FE77-75B9-98BF-C9A4-D5FB98DCF864}"/>
              </a:ext>
            </a:extLst>
          </p:cNvPr>
          <p:cNvSpPr txBox="1"/>
          <p:nvPr/>
        </p:nvSpPr>
        <p:spPr>
          <a:xfrm>
            <a:off x="2544021" y="6473874"/>
            <a:ext cx="1922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种方法均可恢复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172B45B-F484-E7EB-8E76-A81312F4511B}"/>
              </a:ext>
            </a:extLst>
          </p:cNvPr>
          <p:cNvSpPr txBox="1"/>
          <p:nvPr/>
        </p:nvSpPr>
        <p:spPr>
          <a:xfrm>
            <a:off x="65657" y="5634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数据部分的隐私保护：</a:t>
            </a:r>
          </a:p>
        </p:txBody>
      </p:sp>
    </p:spTree>
    <p:extLst>
      <p:ext uri="{BB962C8B-B14F-4D97-AF65-F5344CB8AC3E}">
        <p14:creationId xmlns:p14="http://schemas.microsoft.com/office/powerpoint/2010/main" val="1485800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A5D3051-4F6F-1A4A-05A0-930FB1B5AD77}"/>
              </a:ext>
            </a:extLst>
          </p:cNvPr>
          <p:cNvSpPr txBox="1"/>
          <p:nvPr/>
        </p:nvSpPr>
        <p:spPr>
          <a:xfrm>
            <a:off x="741876" y="92015"/>
            <a:ext cx="4549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具体加密方法：</a:t>
            </a:r>
            <a:r>
              <a:rPr lang="en-US" altLang="zh-CN" dirty="0"/>
              <a:t>DES,AES,RSA</a:t>
            </a:r>
            <a:r>
              <a:rPr lang="zh-CN" altLang="en-US" dirty="0"/>
              <a:t>（均可恢复）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A63BCC-B0D6-0CC6-7FDD-51CBE5CFFA85}"/>
              </a:ext>
            </a:extLst>
          </p:cNvPr>
          <p:cNvSpPr txBox="1"/>
          <p:nvPr/>
        </p:nvSpPr>
        <p:spPr>
          <a:xfrm>
            <a:off x="741876" y="343063"/>
            <a:ext cx="7320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可供参考的文献：</a:t>
            </a:r>
            <a:endParaRPr lang="en-US" altLang="zh-CN" dirty="0"/>
          </a:p>
          <a:p>
            <a:r>
              <a:rPr lang="en-US" altLang="zh-CN" dirty="0"/>
              <a:t>[1]</a:t>
            </a:r>
            <a:r>
              <a:rPr lang="zh-CN" altLang="en-US" dirty="0"/>
              <a:t>吴明航</a:t>
            </a:r>
            <a:r>
              <a:rPr lang="en-US" altLang="zh-CN" dirty="0"/>
              <a:t>. DES</a:t>
            </a:r>
            <a:r>
              <a:rPr lang="zh-CN" altLang="en-US" dirty="0"/>
              <a:t>和</a:t>
            </a:r>
            <a:r>
              <a:rPr lang="en-US" altLang="zh-CN" dirty="0"/>
              <a:t>RSA</a:t>
            </a:r>
            <a:r>
              <a:rPr lang="zh-CN" altLang="en-US" dirty="0"/>
              <a:t>混合加密算法的研究</a:t>
            </a:r>
            <a:r>
              <a:rPr lang="en-US" altLang="zh-CN" dirty="0"/>
              <a:t>[D].</a:t>
            </a:r>
            <a:r>
              <a:rPr lang="zh-CN" altLang="en-US" dirty="0"/>
              <a:t>哈尔滨工业大学</a:t>
            </a:r>
            <a:r>
              <a:rPr lang="en-US" altLang="zh-CN" dirty="0"/>
              <a:t>,2014.</a:t>
            </a:r>
          </a:p>
          <a:p>
            <a:r>
              <a:rPr lang="zh-CN" altLang="en-US" dirty="0"/>
              <a:t>内容十分详尽，从先导原理到实现方法再到结果分析都十分清楚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AC152F-D559-4DAD-BB77-B454873B8D1B}"/>
              </a:ext>
            </a:extLst>
          </p:cNvPr>
          <p:cNvSpPr txBox="1"/>
          <p:nvPr/>
        </p:nvSpPr>
        <p:spPr>
          <a:xfrm>
            <a:off x="241537" y="1408346"/>
            <a:ext cx="9648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综合看来，我认为直接替换是最简单高效的方法。关于数据方面的隐私保护使用这方法即可。</a:t>
            </a:r>
            <a:endParaRPr lang="en-US" altLang="zh-CN" dirty="0"/>
          </a:p>
          <a:p>
            <a:r>
              <a:rPr lang="zh-CN" altLang="en-US" dirty="0"/>
              <a:t>更改时模型应导出一个对应表给用户，恢复时用户补充此对应表即可进行恢复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4327F7-6ED4-03E0-BC19-BB0F2A2B3B6B}"/>
              </a:ext>
            </a:extLst>
          </p:cNvPr>
          <p:cNvSpPr txBox="1"/>
          <p:nvPr/>
        </p:nvSpPr>
        <p:spPr>
          <a:xfrm>
            <a:off x="293295" y="2714445"/>
            <a:ext cx="93586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新的问题：</a:t>
            </a:r>
            <a:endParaRPr lang="en-US" altLang="zh-CN" dirty="0"/>
          </a:p>
          <a:p>
            <a:r>
              <a:rPr lang="zh-CN" altLang="en-US" dirty="0"/>
              <a:t>对所有字符串处理 </a:t>
            </a:r>
            <a:r>
              <a:rPr lang="en-US" altLang="zh-CN" dirty="0"/>
              <a:t>or </a:t>
            </a:r>
            <a:r>
              <a:rPr lang="zh-CN" altLang="en-US" dirty="0"/>
              <a:t>对部分字符串处理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若对所有字符串处理，数据规模可能很庞大</a:t>
            </a:r>
            <a:endParaRPr lang="en-US" altLang="zh-CN" dirty="0"/>
          </a:p>
          <a:p>
            <a:r>
              <a:rPr lang="zh-CN" altLang="en-US" dirty="0"/>
              <a:t>    若对部分字符串处理，已经有现成工具（如</a:t>
            </a:r>
            <a:r>
              <a:rPr lang="en-US" altLang="zh-CN" dirty="0" err="1"/>
              <a:t>passfinder</a:t>
            </a:r>
            <a:r>
              <a:rPr lang="en-US" altLang="zh-CN" dirty="0"/>
              <a:t> </a:t>
            </a:r>
            <a:r>
              <a:rPr lang="zh-CN" altLang="en-US" dirty="0"/>
              <a:t>）识别敏感信息，但仍有不准确性</a:t>
            </a:r>
            <a:endParaRPr lang="en-US" altLang="zh-CN" dirty="0"/>
          </a:p>
          <a:p>
            <a:r>
              <a:rPr lang="zh-CN" altLang="en-US" dirty="0"/>
              <a:t>是否要做代码结构、算法等的混淆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/>
              <a:t>不需要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15344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357</Words>
  <Application>Microsoft Office PowerPoint</Application>
  <PresentationFormat>宽屏</PresentationFormat>
  <Paragraphs>28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宋体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笑云 刘</dc:creator>
  <cp:lastModifiedBy>笑云 刘</cp:lastModifiedBy>
  <cp:revision>108</cp:revision>
  <dcterms:created xsi:type="dcterms:W3CDTF">2024-07-06T06:03:06Z</dcterms:created>
  <dcterms:modified xsi:type="dcterms:W3CDTF">2024-07-16T03:31:16Z</dcterms:modified>
</cp:coreProperties>
</file>