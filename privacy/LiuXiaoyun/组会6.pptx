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651F2-ADDC-4114-8013-C3C8ABFF3892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B1B4C1-4AE3-442F-A3B0-65754CAB04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774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37D79-8C21-1415-0A8E-F4997CAF1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6602E0-10D8-F89B-802D-9ECDD3012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1C1085-364D-F0FF-14C9-E7B2B893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6317A-9386-B062-5D6A-54014409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6C3EE4-F269-DC6A-38BC-6F3181C6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27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BF473B-7C70-98EE-FAAE-4D856D84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3367EA-D991-F5F2-2B4C-1B518A086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CD4132-E5E0-550E-2EA0-77607F03C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0D653-4218-D015-9703-5B09A707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2B8D4-88B9-7F1D-40AA-D1FE580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54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CE87B-B684-EDB9-845C-145B5F19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956C45-AEA3-A4C1-E007-6A84AC498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8F54C1-FD8D-81BA-0258-10B092460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86DE7-8B41-0C31-95E4-17368BFA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362694-DB90-E4E2-60A1-94D3AACE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71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89438-E296-963E-BC10-0D90F3A1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E29C62-F5A8-4B2D-C31F-E9A63B85A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FD3561-8162-5190-C8C9-CDA9CC1BE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EADBA9-2D9D-CC11-CE56-AA9B0D427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6F41EC-DB3C-DEC5-24F7-A9F3FDAE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4A0A3D-2102-35D1-9C8D-234C35E2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612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E69E3-D69B-8A9F-6E74-A2631A99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6FD98F-C032-6149-85D9-4CBE8EAB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9970B8-4560-4DCE-B450-026EB3804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343593-5417-62FB-032D-8DCBD6A11F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AA027E-520E-27EA-DAFD-95973FE7F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F784DE-908D-0EA6-9785-A2F9B7C9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ABB796F-C323-A810-2D30-A94CB56F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CE4623-520A-F463-1A9C-72BB96B7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93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1CC6F-02B3-1CDA-48B0-919316EA1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737FD6-0293-201F-ABAA-E19CDB4D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5DCB98-AC63-2525-C1F7-5E054B4F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C255D3-A680-4BEA-134B-F1B8F152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86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E9B605-0D15-C432-2B01-3459FB3FE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B6D625-76C2-8FCD-75C7-5A067D81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85636-6C45-6E7A-A772-F969FFB6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611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28B04-65DA-3DBB-1394-C5956C89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31C2A-1991-CD4F-09F0-B7C3D3C81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FD5558-3D14-4037-2E5F-5499C9016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4011A5-1C97-D170-572A-050FA6BE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5E9C5E-660E-0063-37C8-15F5CAB9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FED331-32EA-4DE1-1FC9-29AA530B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246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E31D9-649F-CC1F-93C2-E9F3E493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BB52FA-1804-21B3-4677-C66F8F546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47FFF2-F7BF-0357-0731-54DF5E3C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CD328E-D462-7B01-5B33-84F01E94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266022-F0CB-9067-1040-048565A9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D80BD8-29EB-6EE4-BE2A-09D4815A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86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D9F5EC-8B12-882B-58C5-365631478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8A67A8-B4F4-1C04-E989-0DF453B7B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6ADF7-9D7E-FDD8-DC02-0DDF55310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6D3E40-E837-A874-D14B-108FBDA72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3578AB-84CE-1A88-1551-2860AB26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62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49A3A8-6892-6DD0-AE97-0F4AED40C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B660ED-DE80-69BD-EE31-6F46044F3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A6C6F9-EC57-6A14-17BE-517DFD51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26EDB0-4369-B00A-14BB-C26CCC1C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53A190-3817-A581-2726-9669D5EE0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81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D529B8-2CE5-6FDB-A962-F65F55E4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AB2603-01AC-A67D-1CDB-4764950B0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689E61-26FE-8F20-67EE-3C4797277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279CD-DD6B-4A51-863A-484C2FCCD2DA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8CCBB6-8EB7-8AF3-975F-F5A85CF5F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E389D-C20E-3E75-D26B-07ECEF030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E1645-64A1-4871-AFEC-A1F37B8A2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96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9322C05-BC54-E881-0306-D7361ACE59E3}"/>
              </a:ext>
            </a:extLst>
          </p:cNvPr>
          <p:cNvSpPr txBox="1"/>
          <p:nvPr/>
        </p:nvSpPr>
        <p:spPr>
          <a:xfrm>
            <a:off x="217468" y="0"/>
            <a:ext cx="5878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程序员给</a:t>
            </a:r>
            <a:r>
              <a:rPr lang="en-US" altLang="zh-CN" dirty="0"/>
              <a:t>LLM</a:t>
            </a:r>
            <a:r>
              <a:rPr lang="zh-CN" altLang="en-US" dirty="0"/>
              <a:t>提供</a:t>
            </a:r>
            <a:r>
              <a:rPr lang="en-US" altLang="zh-CN" dirty="0"/>
              <a:t>table</a:t>
            </a:r>
            <a:r>
              <a:rPr lang="zh-CN" altLang="en-US" dirty="0"/>
              <a:t>并输入查询要求，获得</a:t>
            </a:r>
            <a:r>
              <a:rPr lang="en-US" altLang="zh-CN" dirty="0"/>
              <a:t>SQL</a:t>
            </a:r>
            <a:r>
              <a:rPr lang="zh-CN" altLang="en-US" dirty="0"/>
              <a:t>语句。</a:t>
            </a:r>
            <a:endParaRPr lang="en-US" altLang="zh-CN" dirty="0"/>
          </a:p>
          <a:p>
            <a:r>
              <a:rPr lang="en-US" altLang="zh-CN" dirty="0"/>
              <a:t>LLM</a:t>
            </a:r>
            <a:r>
              <a:rPr lang="zh-CN" altLang="en-US" dirty="0"/>
              <a:t>会从</a:t>
            </a:r>
            <a:r>
              <a:rPr lang="en-US" altLang="zh-CN" dirty="0"/>
              <a:t>table</a:t>
            </a:r>
            <a:r>
              <a:rPr lang="zh-CN" altLang="en-US" dirty="0"/>
              <a:t>中获得隐私数据</a:t>
            </a:r>
            <a:endParaRPr lang="en-US" altLang="zh-CN" dirty="0"/>
          </a:p>
          <a:p>
            <a:r>
              <a:rPr lang="zh-CN" altLang="en-US" dirty="0"/>
              <a:t>在其他人使用</a:t>
            </a:r>
            <a:r>
              <a:rPr lang="en-US" altLang="zh-CN" dirty="0"/>
              <a:t>LLM</a:t>
            </a:r>
            <a:r>
              <a:rPr lang="zh-CN" altLang="en-US" dirty="0"/>
              <a:t>生成数据时，</a:t>
            </a:r>
            <a:r>
              <a:rPr lang="en-US" altLang="zh-CN" dirty="0"/>
              <a:t>LLM</a:t>
            </a:r>
            <a:r>
              <a:rPr lang="zh-CN" altLang="en-US" dirty="0"/>
              <a:t>会给出曾经获得的隐私数据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E73E7E-462F-522E-EC33-5FFFE186C8AB}"/>
              </a:ext>
            </a:extLst>
          </p:cNvPr>
          <p:cNvSpPr txBox="1"/>
          <p:nvPr/>
        </p:nvSpPr>
        <p:spPr>
          <a:xfrm>
            <a:off x="217468" y="135537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比如：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5CED31-FE27-D79E-CE52-C711A65A0BE7}"/>
              </a:ext>
            </a:extLst>
          </p:cNvPr>
          <p:cNvGrpSpPr/>
          <p:nvPr/>
        </p:nvGrpSpPr>
        <p:grpSpPr>
          <a:xfrm>
            <a:off x="217468" y="1785766"/>
            <a:ext cx="5473628" cy="3952169"/>
            <a:chOff x="1680547" y="1958439"/>
            <a:chExt cx="5473628" cy="395216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679FBD4-014B-995D-A861-C21CDF4E2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0547" y="1958439"/>
              <a:ext cx="5473628" cy="886657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87FE95A-A498-0EE9-A917-ABBC40BEA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80547" y="2834275"/>
              <a:ext cx="5473628" cy="3076333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AD15413-7C03-E33F-0B29-81865FE0119A}"/>
              </a:ext>
            </a:extLst>
          </p:cNvPr>
          <p:cNvSpPr txBox="1"/>
          <p:nvPr/>
        </p:nvSpPr>
        <p:spPr>
          <a:xfrm>
            <a:off x="217468" y="5860057"/>
            <a:ext cx="519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来自 </a:t>
            </a:r>
            <a:r>
              <a:rPr lang="en-US" altLang="zh-CN" dirty="0" err="1"/>
              <a:t>CodexLeaks</a:t>
            </a:r>
            <a:r>
              <a:rPr lang="en-US" altLang="zh-CN" dirty="0"/>
              <a:t>: Privacy Leaks from Code Generation Language Models in GitHub Copilot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571701-5557-2954-3A64-6F43D92F1A30}"/>
              </a:ext>
            </a:extLst>
          </p:cNvPr>
          <p:cNvSpPr txBox="1"/>
          <p:nvPr/>
        </p:nvSpPr>
        <p:spPr>
          <a:xfrm>
            <a:off x="6165013" y="0"/>
            <a:ext cx="571750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可行性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注意到只有同一对象的多种信息相似时才能判定为泄露，若我们的做法仅留下与要查询的内容相关的隐私信息，其他信息均隐藏，则模糊程度很大，不能认为是泄露</a:t>
            </a:r>
            <a:endParaRPr lang="en-US" altLang="zh-CN" dirty="0"/>
          </a:p>
          <a:p>
            <a:r>
              <a:rPr lang="zh-CN" altLang="en-US" dirty="0"/>
              <a:t>例子见后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必要性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目前</a:t>
            </a:r>
            <a:r>
              <a:rPr lang="en-US" altLang="zh-CN" dirty="0"/>
              <a:t>text to </a:t>
            </a:r>
            <a:r>
              <a:rPr lang="en-US" altLang="zh-CN" dirty="0" err="1"/>
              <a:t>sql</a:t>
            </a:r>
            <a:r>
              <a:rPr lang="zh-CN" altLang="en-US" dirty="0"/>
              <a:t>的相关论文表示需要表格数据提高准确程度，如</a:t>
            </a:r>
            <a:r>
              <a:rPr lang="en-US" altLang="zh-CN" dirty="0"/>
              <a:t>gender</a:t>
            </a:r>
            <a:r>
              <a:rPr lang="zh-CN" altLang="en-US" dirty="0"/>
              <a:t>栏，内容可以是</a:t>
            </a:r>
            <a:r>
              <a:rPr lang="en-US" altLang="zh-CN" dirty="0"/>
              <a:t>MALE/FEMALE</a:t>
            </a:r>
            <a:r>
              <a:rPr lang="zh-CN" altLang="en-US" dirty="0"/>
              <a:t>，可以是</a:t>
            </a:r>
            <a:r>
              <a:rPr lang="en-US" altLang="zh-CN" dirty="0"/>
              <a:t>Male/Female,</a:t>
            </a:r>
            <a:r>
              <a:rPr lang="zh-CN" altLang="en-US" dirty="0"/>
              <a:t>也可以是</a:t>
            </a:r>
            <a:r>
              <a:rPr lang="en-US" altLang="zh-CN" dirty="0"/>
              <a:t>M/F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若不提供表格数据，则正确率会下降：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某个</a:t>
            </a:r>
            <a:r>
              <a:rPr lang="en-US" altLang="zh-CN" dirty="0"/>
              <a:t>SQL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en-US" altLang="zh-CN" dirty="0"/>
              <a:t>SELECT … FROM … WHERE gender=‘M’</a:t>
            </a:r>
          </a:p>
          <a:p>
            <a:r>
              <a:rPr lang="zh-CN" altLang="en-US" dirty="0"/>
              <a:t>对于</a:t>
            </a:r>
            <a:r>
              <a:rPr lang="en-US" altLang="zh-CN" dirty="0"/>
              <a:t>MALE/FEMALE</a:t>
            </a:r>
            <a:r>
              <a:rPr lang="zh-CN" altLang="en-US" dirty="0"/>
              <a:t>或者</a:t>
            </a:r>
            <a:r>
              <a:rPr lang="en-US" altLang="zh-CN" dirty="0"/>
              <a:t>Male/Female</a:t>
            </a:r>
            <a:r>
              <a:rPr lang="zh-CN" altLang="en-US" dirty="0"/>
              <a:t>的数据会失败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33175C2-D2BF-FA1D-7BD8-A05C091776C4}"/>
              </a:ext>
            </a:extLst>
          </p:cNvPr>
          <p:cNvCxnSpPr>
            <a:cxnSpLocks/>
          </p:cNvCxnSpPr>
          <p:nvPr/>
        </p:nvCxnSpPr>
        <p:spPr>
          <a:xfrm>
            <a:off x="6003985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75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4A24B62-8853-A1B1-2FD7-47D142759586}"/>
              </a:ext>
            </a:extLst>
          </p:cNvPr>
          <p:cNvSpPr txBox="1"/>
          <p:nvPr/>
        </p:nvSpPr>
        <p:spPr>
          <a:xfrm>
            <a:off x="327804" y="95498"/>
            <a:ext cx="101906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</a:t>
            </a:r>
            <a:r>
              <a:rPr lang="en-US" altLang="zh-CN" dirty="0"/>
              <a:t>table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姓名                手机号                        </a:t>
            </a:r>
            <a:r>
              <a:rPr lang="en-US" altLang="zh-CN" dirty="0"/>
              <a:t>QQ                                 </a:t>
            </a:r>
            <a:r>
              <a:rPr lang="zh-CN" altLang="en-US" dirty="0"/>
              <a:t>微信                                   住址</a:t>
            </a:r>
            <a:endParaRPr lang="en-US" altLang="zh-CN" dirty="0"/>
          </a:p>
          <a:p>
            <a:r>
              <a:rPr lang="zh-CN" altLang="en-US" dirty="0"/>
              <a:t>张三            </a:t>
            </a:r>
            <a:r>
              <a:rPr lang="en-US" altLang="zh-CN" dirty="0"/>
              <a:t>123456789                987654321                       wxid66666                  </a:t>
            </a:r>
            <a:r>
              <a:rPr lang="zh-CN" altLang="en-US" dirty="0"/>
              <a:t>上海市汤臣一品</a:t>
            </a:r>
            <a:r>
              <a:rPr lang="en-US" altLang="zh-CN" dirty="0"/>
              <a:t>101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26CA94-3FDB-1863-C8D4-9C5D83417A1D}"/>
              </a:ext>
            </a:extLst>
          </p:cNvPr>
          <p:cNvSpPr txBox="1"/>
          <p:nvPr/>
        </p:nvSpPr>
        <p:spPr>
          <a:xfrm>
            <a:off x="270295" y="1081142"/>
            <a:ext cx="734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要求查找住在上海的人的数量，不需要住址以外的信息，其他均隐去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808DBA-D4D7-F51C-8B92-0E45B4791836}"/>
              </a:ext>
            </a:extLst>
          </p:cNvPr>
          <p:cNvSpPr txBox="1"/>
          <p:nvPr/>
        </p:nvSpPr>
        <p:spPr>
          <a:xfrm>
            <a:off x="270295" y="1713781"/>
            <a:ext cx="100976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脱敏后给</a:t>
            </a:r>
            <a:r>
              <a:rPr lang="en-US" altLang="zh-CN" dirty="0"/>
              <a:t>LLM</a:t>
            </a:r>
            <a:r>
              <a:rPr lang="zh-CN" altLang="en-US" dirty="0"/>
              <a:t>的</a:t>
            </a:r>
            <a:r>
              <a:rPr lang="en-US" altLang="zh-CN" dirty="0"/>
              <a:t>table</a:t>
            </a:r>
          </a:p>
          <a:p>
            <a:r>
              <a:rPr lang="zh-CN" altLang="en-US" dirty="0"/>
              <a:t>姓名                手机号                        </a:t>
            </a:r>
            <a:r>
              <a:rPr lang="en-US" altLang="zh-CN" dirty="0"/>
              <a:t>QQ                                 </a:t>
            </a:r>
            <a:r>
              <a:rPr lang="zh-CN" altLang="en-US" dirty="0"/>
              <a:t>微信                                   住址</a:t>
            </a:r>
            <a:endParaRPr lang="en-US" altLang="zh-CN" dirty="0"/>
          </a:p>
          <a:p>
            <a:r>
              <a:rPr lang="en-US" altLang="zh-CN" dirty="0"/>
              <a:t>****</a:t>
            </a:r>
            <a:r>
              <a:rPr lang="zh-CN" altLang="en-US" dirty="0"/>
              <a:t>                 </a:t>
            </a:r>
            <a:r>
              <a:rPr lang="en-US" altLang="zh-CN" dirty="0"/>
              <a:t>*********                   *********                          *******                     </a:t>
            </a:r>
            <a:r>
              <a:rPr lang="zh-CN" altLang="en-US" dirty="0"/>
              <a:t>上海市汤臣一品</a:t>
            </a:r>
            <a:r>
              <a:rPr lang="en-US" altLang="zh-CN" dirty="0"/>
              <a:t>101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E32852-A791-B5E2-962A-C36F3F307FC5}"/>
              </a:ext>
            </a:extLst>
          </p:cNvPr>
          <p:cNvSpPr txBox="1"/>
          <p:nvPr/>
        </p:nvSpPr>
        <p:spPr>
          <a:xfrm>
            <a:off x="270295" y="3759225"/>
            <a:ext cx="10503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未来</a:t>
            </a:r>
            <a:r>
              <a:rPr lang="en-US" altLang="zh-CN" dirty="0"/>
              <a:t>LLM</a:t>
            </a:r>
            <a:r>
              <a:rPr lang="zh-CN" altLang="en-US" dirty="0"/>
              <a:t>泄露的：</a:t>
            </a:r>
            <a:endParaRPr lang="en-US" altLang="zh-CN" dirty="0"/>
          </a:p>
          <a:p>
            <a:r>
              <a:rPr lang="zh-CN" altLang="en-US" dirty="0"/>
              <a:t>姓名                手机号                        </a:t>
            </a:r>
            <a:r>
              <a:rPr lang="en-US" altLang="zh-CN" dirty="0"/>
              <a:t>QQ                                 </a:t>
            </a:r>
            <a:r>
              <a:rPr lang="zh-CN" altLang="en-US" dirty="0"/>
              <a:t>微信                                   住址</a:t>
            </a:r>
            <a:endParaRPr lang="en-US" altLang="zh-CN" dirty="0"/>
          </a:p>
          <a:p>
            <a:r>
              <a:rPr lang="zh-CN" altLang="en-US" dirty="0"/>
              <a:t>李四               </a:t>
            </a:r>
            <a:r>
              <a:rPr lang="en-US" altLang="zh-CN" dirty="0"/>
              <a:t>135792468                 246813579                     wxid88888               </a:t>
            </a:r>
            <a:r>
              <a:rPr lang="zh-CN" altLang="en-US" dirty="0"/>
              <a:t>上海市汤臣一品</a:t>
            </a:r>
            <a:r>
              <a:rPr lang="en-US" altLang="zh-CN" dirty="0"/>
              <a:t>101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666A49-AC3C-2FE5-FB6A-2B76370AE721}"/>
              </a:ext>
            </a:extLst>
          </p:cNvPr>
          <p:cNvSpPr txBox="1"/>
          <p:nvPr/>
        </p:nvSpPr>
        <p:spPr>
          <a:xfrm>
            <a:off x="270295" y="5021943"/>
            <a:ext cx="666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不可认为</a:t>
            </a:r>
            <a:r>
              <a:rPr lang="en-US" altLang="zh-CN" dirty="0"/>
              <a:t>LLM</a:t>
            </a:r>
            <a:r>
              <a:rPr lang="zh-CN" altLang="en-US" dirty="0"/>
              <a:t>泄露了隐私信息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EE7430-A2AE-C1C7-D28A-59F174F8A344}"/>
              </a:ext>
            </a:extLst>
          </p:cNvPr>
          <p:cNvSpPr txBox="1"/>
          <p:nvPr/>
        </p:nvSpPr>
        <p:spPr>
          <a:xfrm>
            <a:off x="270295" y="2867081"/>
            <a:ext cx="5905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LLM</a:t>
            </a:r>
            <a:r>
              <a:rPr lang="zh-CN" altLang="en-US" dirty="0"/>
              <a:t>给出的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en-US" altLang="zh-CN" dirty="0"/>
          </a:p>
          <a:p>
            <a:r>
              <a:rPr lang="en-US" altLang="zh-CN" dirty="0"/>
              <a:t>SELECT COUNT(*) FROM table WHERE </a:t>
            </a:r>
            <a:r>
              <a:rPr lang="zh-CN" altLang="en-US" dirty="0"/>
              <a:t>住址</a:t>
            </a:r>
            <a:r>
              <a:rPr lang="en-US" altLang="zh-CN" dirty="0"/>
              <a:t> LIKE ‘%</a:t>
            </a:r>
            <a:r>
              <a:rPr lang="zh-CN" altLang="en-US" dirty="0"/>
              <a:t>上海</a:t>
            </a:r>
            <a:r>
              <a:rPr lang="en-US" altLang="zh-CN" dirty="0"/>
              <a:t>%’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4863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292</Words>
  <Application>Microsoft Office PowerPoint</Application>
  <PresentationFormat>宽屏</PresentationFormat>
  <Paragraphs>29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笑云 刘</dc:creator>
  <cp:lastModifiedBy>笑云 刘</cp:lastModifiedBy>
  <cp:revision>63</cp:revision>
  <dcterms:created xsi:type="dcterms:W3CDTF">2024-07-30T07:38:19Z</dcterms:created>
  <dcterms:modified xsi:type="dcterms:W3CDTF">2024-07-30T13:41:00Z</dcterms:modified>
</cp:coreProperties>
</file>