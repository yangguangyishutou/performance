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01T14:29:13.6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01T14:29:43.5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5049 67 24575,'-159'6'0,"27"0"0,-405-7-842,4-40 607,452 30 235,0-1 0,-154-2 0,111 28 1014,34-4-951,-154 3-63,120-10 0,-144 24 0,77 9 0,-68 11 0,-165 21 0,155-35 0,2-1 0,216-23 0,-196 41 0,211-40 0,0 2 0,-44 21 0,-63 40 0,84-40 0,54-31 0,-90 53 0,85-47 0,0-1 0,0 1 0,1 1 0,0 0 0,1 0 0,-13 19 0,4 1 0,1 0 0,1 1 0,-18 53 0,-19 101 0,29-100 0,9-31 0,-13 94 0,24-118 0,2 0 0,0 0 0,2 0 0,10 57 0,-9-77 0,0-1 0,1 1 0,1-1 0,0 0 0,0 0 0,0 0 0,1 0 0,0-1 0,0 0 0,12 12 0,7 4 0,42 32 0,-42-36 0,21 14 0,2-3 0,85 41 0,-84-46 0,69 29 0,158 50 0,-147-58 0,-27-11 0,1-5 0,187 30 0,-47-32 0,48-3 0,-195-17 0,98 6-352,224 20-163,109 34 437,17-24 724,-535-44-587,502 41-237,-243-16 20,416 39 158,-328-49 185,0-16 120,-124 0-219,208-13-535,-156 3-133,967 13 582,-889-1-162,-250-6 81,136-25 0,-120 2 688,-108 22-469,-1 0 0,1-2 1,-1 0-1,27-17 0,159-129-78,-53 35-63,-144 113 3,0 1 0,0-2 0,-1 1 0,0-1 0,0 0 0,7-10 0,23-49 0,-14 25 0,-13 24 0,-1 0 0,-1-1 0,0 0 0,-1 0 0,-1-1 0,-1 1 0,-1-1 0,0 0 0,-1 0 0,-1-22 0,-4-396 0,1 386 0,-3 0 0,-2 0 0,-1 1 0,-3 0 0,-3 1 0,-19-50 0,31 94 0,-6-16 0,-12-22 0,16 35 0,-1 0 0,0 1 0,0 0 0,-1 0 0,0 0 0,-7-5 0,-8-6 0,0 2 0,-1 1 0,-1 1 0,-26-13 0,-101-38 0,133 59 0,-412-133 0,265 91 0,-468-103 0,455 124 0,-290-8 0,346 34 0,-145-21 0,-157-38 47,1 24-691,219 31 510,54 3 141,-147-23 0,177 12 352,-183 4-1,27 0-495,194 4-1091,52 4-5598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01T14:30:48.5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1137 141 24575,'-41'0'0,"-1"-2"0,1-2 0,0-2 0,-49-12 0,-28-19 0,82 25 0,14 6 0,-1 1 0,1 1 0,-1 1 0,1 1 0,-1 1 0,-42 3 0,59-1 0,-1 0 0,1 0 0,0 0 0,0 1 0,0 0 0,0 0 0,1 1 0,-1-1 0,1 1 0,-1 1 0,1-1 0,0 1 0,0 0 0,-8 9 0,-1 2 0,2 1 0,0 0 0,-13 23 0,10-14 0,-21 31 0,-84 150 0,103-168 0,-20 76 0,12-32 0,11-39 0,2 0 0,2 1 0,1 0 0,3 1 0,-1 50 0,6-57 0,-13 71 0,7-56 0,0 98 0,0-2 0,2-103 0,-17 265 0,23 308 0,4-523 0,26 148 0,-16-157 0,-2-21 0,6 118 0,-21-68 0,-18 122 0,4 25 0,17 0 0,1-82 0,-2 1365 0,1-1510 0,0-2 0,3 1 0,1 0 0,9 35 0,-4-32 0,-1-11 0,-2 1 0,-2 0 0,5 46 0,-10-53 0,2-1 0,1 0 0,0 0 0,1 0 0,1 0 0,1-1 0,13 29 0,-9-23 0,8 32 0,9 22 0,-23-70 0,1 0 0,-1-1 0,1 0 0,1 0 0,-1 0 0,13 13 0,14 6 0,1-1 0,0-1 0,63 33 0,-66-43 0,42 16 0,4 2 0,-55-23 0,0-1 0,1-1 0,0-1 0,0 0 0,1-2 0,-1-1 0,1-1 0,0-1 0,0 0 0,43-4 0,-52-1 0,-1-1 0,0 0 0,0-1 0,0 0 0,0-1 0,17-11 0,-8 5 0,20-11 0,-2-2 0,59-48 0,-98 72 0,30-24 0,-2 0 0,42-49 0,-39 39 0,-22 24 0,0 0 0,0-1 0,-2 0 0,13-21 0,57-126 0,-38 55 0,-31 75 0,2 0 0,22-43 0,-14 36 0,19-56 0,-23 55 0,3-8 0,-1-1 0,14-67 0,-19 49 0,37-107 0,-36 128 0,-1-1 0,12-89 0,-12 69 0,22-71 0,-31 124 0,3-12 0,-2-1 0,1-24 0,6-31 0,3-3 0,-3-1 0,-1-161 0,-2 126 0,0 13 0,-10 29 0,1 33 0,4-48 0,11 17 0,-8 47 0,3-31 0,-4-279 0,-7 200 0,-8-151 0,-19 14 0,17 95 0,10 113 0,-14-81 0,-7-17 0,7 48 0,11 93 0,-7-23 0,6 28 0,2-1 0,-5-28 0,1-31 0,-21-83 0,-22-159 0,42 248 0,-8-123 0,14 177 0,-6-22 0,-3-13 0,1-34 0,-13-72 0,12 79 0,9 53 0,-1 0 0,-10-32 0,-1 8 0,-28-74 0,36 108 0,-1 1 0,0 0 0,-1 0 0,-1 1 0,-17-19 0,-6-2 0,-3 2 0,-56-43 0,79 69 0,0-1 0,-15-6 0,-9-6 0,-4-1 0,-2 2 0,0 1 0,-53-15 0,73 27 0,12 3 0,-1 0 0,0 1 0,0 1 0,-1 0 0,-19 0 0,24 2 0,-1 0 0,0 1 0,1 1 0,0-1 0,-1 1 0,1 1 0,0-1 0,0 2 0,-8 3 0,-40 23 23,-40 19-1411,71-38-5438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9B56D1-CBAB-4E5D-95DE-85054108E02B}" type="datetimeFigureOut">
              <a:rPr lang="zh-CN" altLang="en-US" smtClean="0"/>
              <a:t>2024/9/3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7CD97C-8C04-4B38-94AA-54AD34EF04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9477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59D927-9299-0460-6935-2E8D211DE7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899FFAB-D77F-AE05-40D4-D1E5D40238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554EF1-1F7E-0B7B-3CB9-9BF1B5A4E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C9044-103F-4532-9651-C3BE3F405C8C}" type="datetimeFigureOut">
              <a:rPr lang="zh-CN" altLang="en-US" smtClean="0"/>
              <a:t>2024/9/3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19DC7F-D9AF-E109-E83A-97D71FAA6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2408F80-FB6B-FE38-BECA-88ADF8833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3D60F-1122-45A8-A27F-6654C8C677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46320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FD9970-FE84-EA2F-C5DF-E6BA73C6C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9396CE-43E7-2E3E-EC14-2A2D867CA6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12733D-5EF2-5923-70EF-D2E77CD78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C9044-103F-4532-9651-C3BE3F405C8C}" type="datetimeFigureOut">
              <a:rPr lang="zh-CN" altLang="en-US" smtClean="0"/>
              <a:t>2024/9/3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D57ED9-E3F4-439F-530D-24DA72E39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3DAB960-D82C-667D-50A3-601E0325C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3D60F-1122-45A8-A27F-6654C8C677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8845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8F99EE-9A3A-CED3-C7FF-69E46054D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A367971-04CF-CBAC-311F-D6884CD4FF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D91E3F-69EC-17AC-AF1C-C0ED85299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C9044-103F-4532-9651-C3BE3F405C8C}" type="datetimeFigureOut">
              <a:rPr lang="zh-CN" altLang="en-US" smtClean="0"/>
              <a:t>2024/9/3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422B573-F5AB-421A-A45F-39A16A5AE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14602F-DE0E-7128-872D-827BE96C8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3D60F-1122-45A8-A27F-6654C8C677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7157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A5ED66-677C-4CE7-4F05-5D562DE34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1913AD-6754-6E7F-B18B-4E3F5C225A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8091C7E-085C-7D90-E948-0C71C91ABD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0F08B58-E7B0-A7DF-6E9D-FD4E28793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C9044-103F-4532-9651-C3BE3F405C8C}" type="datetimeFigureOut">
              <a:rPr lang="zh-CN" altLang="en-US" smtClean="0"/>
              <a:t>2024/9/3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49A51BD-E36F-4FF3-0F3B-CAC358444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9D1D43C-E149-B6BE-0CAF-5D442145C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3D60F-1122-45A8-A27F-6654C8C677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8753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545FC-D144-7C26-1A65-735F1F60A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1556622-822F-B690-DADA-6BB3BF61DD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A93256B-89AA-10D4-C80C-BB113C1D2E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9236BE0-BE24-11B3-C3AF-51E7EA00C1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251F7B9-B8C3-1B52-742E-9A13CC493B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200BD05-E2A1-036F-3417-81C9F83BE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C9044-103F-4532-9651-C3BE3F405C8C}" type="datetimeFigureOut">
              <a:rPr lang="zh-CN" altLang="en-US" smtClean="0"/>
              <a:t>2024/9/3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5181CA6-39BD-20C0-7737-570B4BFBD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EE76BB5-41B5-4C82-ABB4-A4A3E0CB2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3D60F-1122-45A8-A27F-6654C8C677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457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921D78-A646-A92B-F5A2-6E83D5BE2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2E9252B-78AB-B3FA-5EC5-41D5DD118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C9044-103F-4532-9651-C3BE3F405C8C}" type="datetimeFigureOut">
              <a:rPr lang="zh-CN" altLang="en-US" smtClean="0"/>
              <a:t>2024/9/3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D02427F-9E54-AB15-AC0F-E7D437B2B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EE651E8-5A37-290D-B713-649A9DAD7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3D60F-1122-45A8-A27F-6654C8C677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4266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DA4D771-1F5F-43B5-A87D-6819DE742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C9044-103F-4532-9651-C3BE3F405C8C}" type="datetimeFigureOut">
              <a:rPr lang="zh-CN" altLang="en-US" smtClean="0"/>
              <a:t>2024/9/3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9C0C570-CEF7-815D-C87F-8E7023A2F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8E13BE7-6473-6DA7-7357-FF2B4FA79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3D60F-1122-45A8-A27F-6654C8C677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1931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9BD585-966D-7497-0D87-3495BB0CF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36E900-C7CC-FB1B-132D-75B32107FC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82108D7-5274-F183-F52B-5575F40970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B04E970-62E7-33A3-E29D-86A092F0D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C9044-103F-4532-9651-C3BE3F405C8C}" type="datetimeFigureOut">
              <a:rPr lang="zh-CN" altLang="en-US" smtClean="0"/>
              <a:t>2024/9/3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94CF1E9-6F97-DCBF-BC00-F5CF2610E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F7FE453-0F6D-D766-8C73-E5E23F3CA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3D60F-1122-45A8-A27F-6654C8C677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4567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7C313C-E881-9F9B-7CDD-40C355271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E5205ED-0630-6343-EB50-51CC7B437F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ADF52AA-3250-23B3-2A6C-EF06A9A3C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6AC36C5-6D2D-A108-0046-FAA598314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C9044-103F-4532-9651-C3BE3F405C8C}" type="datetimeFigureOut">
              <a:rPr lang="zh-CN" altLang="en-US" smtClean="0"/>
              <a:t>2024/9/3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06C322C-E60D-C12F-5A36-F9E4F4A13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AF2919E-7434-2611-CDE9-5BDA93B17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3D60F-1122-45A8-A27F-6654C8C677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8690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24184C-6168-932C-9E5B-8EB1CF92E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EB103C5-5683-50E4-AAE5-BAFAC53F18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2314DB-B863-85F2-57D4-5843133B1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C9044-103F-4532-9651-C3BE3F405C8C}" type="datetimeFigureOut">
              <a:rPr lang="zh-CN" altLang="en-US" smtClean="0"/>
              <a:t>2024/9/3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DEB2F6-F74D-F77B-A215-72B329AB9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5CBC11-AA91-F6E5-8307-C89D65B0E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3D60F-1122-45A8-A27F-6654C8C677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2767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EE64855-E73A-D531-1C2C-07D008C16E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F39877F-ABF8-F9EB-8642-2F524494D0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7345BC-09AF-7BA9-8778-5299DABCE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C9044-103F-4532-9651-C3BE3F405C8C}" type="datetimeFigureOut">
              <a:rPr lang="zh-CN" altLang="en-US" smtClean="0"/>
              <a:t>2024/9/3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350231-0CFE-6771-C345-A3020F95B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4FBA5F-E2EA-8C06-E5C9-40D591280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3D60F-1122-45A8-A27F-6654C8C677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7321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243E17E-D203-78F1-4CD2-F6240813D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926E858-556A-8EF9-4C00-6D6BE8B87E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37710B-DFFB-A3B8-5943-169E3A24B8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9C9044-103F-4532-9651-C3BE3F405C8C}" type="datetimeFigureOut">
              <a:rPr lang="zh-CN" altLang="en-US" smtClean="0"/>
              <a:t>2024/9/3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037437-D06D-6502-72FE-F46D1816E8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B8D187-9096-CDE9-9082-545602E157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A3D60F-1122-45A8-A27F-6654C8C677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8363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.xml"/><Relationship Id="rId5" Type="http://schemas.openxmlformats.org/officeDocument/2006/relationships/image" Target="../media/image3.png"/><Relationship Id="rId4" Type="http://schemas.openxmlformats.org/officeDocument/2006/relationships/customXml" Target="../ink/ink1.xml"/><Relationship Id="rId9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C65551C-CB8C-F5F7-8E99-2730BFB5F5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300" y="1965912"/>
            <a:ext cx="7805798" cy="324905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90F0F511-8F91-8C02-8799-0D63A135AC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204" y="192669"/>
            <a:ext cx="4103568" cy="161312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C1900CBF-7A5E-0123-103A-3695507D0DCC}"/>
                  </a:ext>
                </a:extLst>
              </p14:cNvPr>
              <p14:cNvContentPartPr/>
              <p14:nvPr/>
            </p14:nvContentPartPr>
            <p14:xfrm>
              <a:off x="9115297" y="2098603"/>
              <a:ext cx="360" cy="360"/>
            </p14:xfrm>
          </p:contentPart>
        </mc:Choice>
        <mc:Fallback xmlns=""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C1900CBF-7A5E-0123-103A-3695507D0DC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109177" y="2092483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55D96E16-8AF7-DB59-1FD7-8024FBEE76AA}"/>
                  </a:ext>
                </a:extLst>
              </p14:cNvPr>
              <p14:cNvContentPartPr/>
              <p14:nvPr/>
            </p14:nvContentPartPr>
            <p14:xfrm>
              <a:off x="327337" y="1011043"/>
              <a:ext cx="3469320" cy="910800"/>
            </p14:xfrm>
          </p:contentPart>
        </mc:Choice>
        <mc:Fallback xmlns=""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55D96E16-8AF7-DB59-1FD7-8024FBEE76A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21217" y="1004923"/>
                <a:ext cx="3481560" cy="92304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文本框 8">
            <a:extLst>
              <a:ext uri="{FF2B5EF4-FFF2-40B4-BE49-F238E27FC236}">
                <a16:creationId xmlns:a16="http://schemas.microsoft.com/office/drawing/2014/main" id="{38794A95-7927-D918-BFAE-CB5EE89AE941}"/>
              </a:ext>
            </a:extLst>
          </p:cNvPr>
          <p:cNvSpPr txBox="1"/>
          <p:nvPr/>
        </p:nvSpPr>
        <p:spPr>
          <a:xfrm>
            <a:off x="522457" y="5419814"/>
            <a:ext cx="3185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训练样本数越多，准确率越高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1" name="墨迹 10">
                <a:extLst>
                  <a:ext uri="{FF2B5EF4-FFF2-40B4-BE49-F238E27FC236}">
                    <a16:creationId xmlns:a16="http://schemas.microsoft.com/office/drawing/2014/main" id="{92EFC472-C918-7300-D22E-1F92988FA956}"/>
                  </a:ext>
                </a:extLst>
              </p14:cNvPr>
              <p14:cNvContentPartPr/>
              <p14:nvPr/>
            </p14:nvContentPartPr>
            <p14:xfrm>
              <a:off x="522457" y="2456803"/>
              <a:ext cx="732240" cy="2472120"/>
            </p14:xfrm>
          </p:contentPart>
        </mc:Choice>
        <mc:Fallback xmlns="">
          <p:pic>
            <p:nvPicPr>
              <p:cNvPr id="11" name="墨迹 10">
                <a:extLst>
                  <a:ext uri="{FF2B5EF4-FFF2-40B4-BE49-F238E27FC236}">
                    <a16:creationId xmlns:a16="http://schemas.microsoft.com/office/drawing/2014/main" id="{92EFC472-C918-7300-D22E-1F92988FA95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16337" y="2450683"/>
                <a:ext cx="744480" cy="248436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箭头: 右 11">
            <a:extLst>
              <a:ext uri="{FF2B5EF4-FFF2-40B4-BE49-F238E27FC236}">
                <a16:creationId xmlns:a16="http://schemas.microsoft.com/office/drawing/2014/main" id="{201B11B6-F464-5905-0112-25E663E86240}"/>
              </a:ext>
            </a:extLst>
          </p:cNvPr>
          <p:cNvSpPr/>
          <p:nvPr/>
        </p:nvSpPr>
        <p:spPr>
          <a:xfrm>
            <a:off x="3893574" y="5375084"/>
            <a:ext cx="1215268" cy="5190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1B75011-E1DC-F654-128C-E09F3282195B}"/>
              </a:ext>
            </a:extLst>
          </p:cNvPr>
          <p:cNvSpPr txBox="1"/>
          <p:nvPr/>
        </p:nvSpPr>
        <p:spPr>
          <a:xfrm>
            <a:off x="5356614" y="541981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需要训练</a:t>
            </a:r>
          </a:p>
        </p:txBody>
      </p:sp>
    </p:spTree>
    <p:extLst>
      <p:ext uri="{BB962C8B-B14F-4D97-AF65-F5344CB8AC3E}">
        <p14:creationId xmlns:p14="http://schemas.microsoft.com/office/powerpoint/2010/main" val="2671640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DB5D197-AA3C-22FB-F112-16C322FC8F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322" y="137642"/>
            <a:ext cx="3799425" cy="92628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372B996-3E3D-0BA2-6FB1-DEE71D30EB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322" y="1131919"/>
            <a:ext cx="3727731" cy="97292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F0C35F8-EF82-BCC3-6D95-25B5EBCC0A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584" y="2172840"/>
            <a:ext cx="3801205" cy="146453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8784D96-0CAD-671E-7417-D15C618584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0584" y="3769172"/>
            <a:ext cx="4211239" cy="271789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900CB01-17CE-0AA5-702B-429D812F1C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9166" y="32723"/>
            <a:ext cx="2853668" cy="1580749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8A1C1F78-DC93-3E6F-4E60-745BD4ABF6C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5649" y="1618382"/>
            <a:ext cx="3653304" cy="1636971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B7D08860-EF1F-4323-9207-666336F1728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45649" y="3429000"/>
            <a:ext cx="3799425" cy="1163089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3E3EBF1D-D48D-4338-C69F-5FFE3D86915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11823" y="4645763"/>
            <a:ext cx="4887146" cy="1845003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D4E37FFC-C18C-0CB6-4141-89BAAA5E874A}"/>
              </a:ext>
            </a:extLst>
          </p:cNvPr>
          <p:cNvSpPr txBox="1"/>
          <p:nvPr/>
        </p:nvSpPr>
        <p:spPr>
          <a:xfrm>
            <a:off x="7718990" y="137642"/>
            <a:ext cx="440697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总结</a:t>
            </a:r>
            <a:r>
              <a:rPr lang="en-US" altLang="zh-CN" dirty="0"/>
              <a:t>7</a:t>
            </a:r>
            <a:r>
              <a:rPr lang="zh-CN" altLang="en-US" dirty="0"/>
              <a:t>种</a:t>
            </a:r>
            <a:r>
              <a:rPr lang="en-US" altLang="zh-CN" dirty="0"/>
              <a:t>+</a:t>
            </a:r>
            <a:r>
              <a:rPr lang="zh-CN" altLang="en-US" dirty="0"/>
              <a:t>自己提出的</a:t>
            </a:r>
            <a:r>
              <a:rPr lang="en-US" altLang="zh-CN" dirty="0"/>
              <a:t>DAIL1</a:t>
            </a:r>
            <a:r>
              <a:rPr lang="zh-CN" altLang="en-US" dirty="0"/>
              <a:t>种，共</a:t>
            </a:r>
            <a:r>
              <a:rPr lang="en-US" altLang="zh-CN" dirty="0"/>
              <a:t>8</a:t>
            </a:r>
            <a:r>
              <a:rPr lang="zh-CN" altLang="en-US" dirty="0"/>
              <a:t>种方法</a:t>
            </a:r>
            <a:endParaRPr lang="en-US" altLang="zh-CN" dirty="0"/>
          </a:p>
          <a:p>
            <a:r>
              <a:rPr lang="zh-CN" altLang="en-US" dirty="0"/>
              <a:t>都是使用</a:t>
            </a:r>
            <a:r>
              <a:rPr lang="en-US" altLang="zh-CN" dirty="0"/>
              <a:t>”schema”</a:t>
            </a:r>
          </a:p>
          <a:p>
            <a:endParaRPr lang="en-US" altLang="zh-CN" dirty="0"/>
          </a:p>
          <a:p>
            <a:r>
              <a:rPr lang="en-US" altLang="zh-CN" dirty="0"/>
              <a:t>schema</a:t>
            </a:r>
            <a:r>
              <a:rPr lang="zh-CN" altLang="en-US" dirty="0"/>
              <a:t>描述关系结构，不包括数据</a:t>
            </a:r>
          </a:p>
        </p:txBody>
      </p:sp>
    </p:spTree>
    <p:extLst>
      <p:ext uri="{BB962C8B-B14F-4D97-AF65-F5344CB8AC3E}">
        <p14:creationId xmlns:p14="http://schemas.microsoft.com/office/powerpoint/2010/main" val="39732037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37</Words>
  <Application>Microsoft Office PowerPoint</Application>
  <PresentationFormat>宽屏</PresentationFormat>
  <Paragraphs>6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笑云 刘</dc:creator>
  <cp:lastModifiedBy>笑云 刘</cp:lastModifiedBy>
  <cp:revision>11</cp:revision>
  <dcterms:created xsi:type="dcterms:W3CDTF">2024-09-01T14:25:26Z</dcterms:created>
  <dcterms:modified xsi:type="dcterms:W3CDTF">2024-09-03T13:28:49Z</dcterms:modified>
</cp:coreProperties>
</file>