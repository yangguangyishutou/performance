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7B831-14A4-2D42-93D0-E4B704BF2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121492-8345-0F27-2F96-1458FA3B4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D0A93-CEEF-A4F3-90E5-C5C9B9D8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AD0BF-7204-56AA-F784-1AA8A083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A2A9C-2E88-1E05-A577-A1105EDF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35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8BEB9-ADB4-01E3-E0BB-9DF4C82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AEF0C-3CAF-F94B-3231-C124F1A1E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ADC0A0-C16C-4B2B-2511-89314810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55929E-BA56-9E38-61C0-A1F30897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387A8-73B6-60E8-3A60-8A5518AE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37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416AF-0CC1-B76A-85BF-4901D215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B98BF-0F4D-43F9-434F-B94BD064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95A3D0-FDB5-C5C4-D3E2-5A46E0918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ACF0AC-596F-1F79-EEEF-0F9E9182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61B0F-8809-C555-F0C2-6D876E2F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075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823F4-6166-81C6-DD6C-87D4BF4D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E600E-257A-16E7-6D00-8A653A855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4D4E7F-FA3D-7888-1133-301F4CD4D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3854E1-3DCF-8DFC-B35C-AFB91E70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62AFF1-C60C-633E-5DF5-0497417B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68A8A5-CCC0-7324-D95E-B8DAE25F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38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B3CD1-394B-7278-58CE-6BAC853A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07C389-B5C6-3927-585A-3275A683A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2BD957-833D-F6CB-C305-147999C33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6C071E-8246-0DBC-F96B-8282EAAC0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4D62D1-3B85-4152-17DB-DE9CA476C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918DEF-4202-16FE-2D93-557CD0CA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1E07F8-97D0-1719-344B-3F8C7E6E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DBF3F-AE80-DEA5-347C-1CADC078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60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1ADB7-1604-DC19-6A35-38304113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8AA4B7-1A9C-B4AE-E656-8B9A68A4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632AB5-7E7E-34AF-6FC8-87341C9B1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206800-2434-A133-69CF-123E2A82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94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341DCF-F272-FF37-3734-8FE01EDA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44DD14-2746-FFCC-B22F-A930A25AC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4545DC-E85E-796B-F3F2-3484837C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12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1D1DC-E62B-DB38-8812-8134EF94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D4FB80-24B2-25F6-48E6-47CD1BFC6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B4B353-783F-5737-EF5B-EEF1E7F91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741FDB-543E-2ACE-F23D-FE7B6836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121D78-75A4-6ED1-AA75-3A24B56A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E2E0FD-4F78-73D1-0EC4-36E9B980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60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E43DA-B40F-EEC9-45E5-8DC3B76D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CF5201-6C81-6977-9EE2-92AD44FD7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505AE3-4BA9-0F02-25E5-DA396ECAE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F4783C-2957-298E-493E-AF250A89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10700F-50C7-7D10-FEAF-90E95ADC9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3CA9D5-A270-FEE1-9673-8E6759E3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64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81426-C6E0-79E2-3AD7-3A180980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408607-6E04-499A-DE2B-4879684E9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0C8C3-19D3-4E1C-F463-3A22546E1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3E3717-D267-8A6A-7DE5-CEC493F8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05C3EF-D14E-48AB-08B7-09D312C8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34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A1A4B2-D6E5-DFDA-3B5F-0D6DF7916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1C569D-B028-41B5-0081-441E1AD44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19D6B7-A2C9-3840-0994-8FEE6177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A5E4B6-8C2A-FF29-48A5-6EC8434E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BD9C1-A221-D249-B7B6-5DF61C5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34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C996FE-A3C9-0762-9CCA-7720FD2D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BF6025-4A05-8407-E291-0719CA47D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500C06-BE63-FE42-C119-026814D76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2CB68-F959-4B09-BA45-66E6C7507E2A}" type="datetimeFigureOut">
              <a:rPr lang="zh-CN" altLang="en-US" smtClean="0"/>
              <a:t>2024/8/29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E5EF74-77CF-6E97-493A-550838138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042EF8-905E-3773-8717-AE1BCF73C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49492-981B-4BE0-AEC1-AE96D9CAFF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3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02F4958-168D-FC60-1071-49D2D2A78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072" y="1591130"/>
            <a:ext cx="6098942" cy="51029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E56CA88-D828-70B5-62EA-AC858F9AE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72" y="692825"/>
            <a:ext cx="10046897" cy="3248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3421BA9-2E74-9B03-F645-E7519B0CDD07}"/>
              </a:ext>
            </a:extLst>
          </p:cNvPr>
          <p:cNvSpPr txBox="1"/>
          <p:nvPr/>
        </p:nvSpPr>
        <p:spPr>
          <a:xfrm>
            <a:off x="695864" y="1099586"/>
            <a:ext cx="424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随便一个</a:t>
            </a:r>
            <a:r>
              <a:rPr lang="en-US" altLang="zh-CN" dirty="0"/>
              <a:t>database</a:t>
            </a:r>
            <a:r>
              <a:rPr lang="zh-CN" altLang="en-US" dirty="0"/>
              <a:t>里的</a:t>
            </a:r>
            <a:r>
              <a:rPr lang="en-US" altLang="zh-CN" dirty="0" err="1"/>
              <a:t>schema.sql</a:t>
            </a:r>
            <a:r>
              <a:rPr lang="zh-CN" altLang="en-US" dirty="0"/>
              <a:t>文件：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8D0E8D-142A-5F9C-CF56-DC3D812A8EE0}"/>
              </a:ext>
            </a:extLst>
          </p:cNvPr>
          <p:cNvSpPr txBox="1"/>
          <p:nvPr/>
        </p:nvSpPr>
        <p:spPr>
          <a:xfrm>
            <a:off x="695864" y="241540"/>
            <a:ext cx="227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README.txt</a:t>
            </a:r>
            <a:r>
              <a:rPr lang="zh-CN" altLang="en-US" dirty="0"/>
              <a:t>的介绍：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4CDB3A-EA73-00D5-2ABB-545CF62AADD0}"/>
              </a:ext>
            </a:extLst>
          </p:cNvPr>
          <p:cNvSpPr txBox="1"/>
          <p:nvPr/>
        </p:nvSpPr>
        <p:spPr>
          <a:xfrm>
            <a:off x="7202277" y="420969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包含属性和信息</a:t>
            </a:r>
          </a:p>
        </p:txBody>
      </p:sp>
    </p:spTree>
    <p:extLst>
      <p:ext uri="{BB962C8B-B14F-4D97-AF65-F5344CB8AC3E}">
        <p14:creationId xmlns:p14="http://schemas.microsoft.com/office/powerpoint/2010/main" val="1489251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893E03-9746-E205-54B1-525420E98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02" y="2365075"/>
            <a:ext cx="6653842" cy="325355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3C0E286-5C9E-10A6-5D56-7E2D30084DB4}"/>
              </a:ext>
            </a:extLst>
          </p:cNvPr>
          <p:cNvSpPr txBox="1"/>
          <p:nvPr/>
        </p:nvSpPr>
        <p:spPr>
          <a:xfrm>
            <a:off x="167445" y="-35290"/>
            <a:ext cx="3408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train_spider.json</a:t>
            </a:r>
            <a:r>
              <a:rPr lang="zh-CN" altLang="en-US" dirty="0"/>
              <a:t>的第一个例子：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B6A936-EFE8-2258-1730-8D60007DFED8}"/>
              </a:ext>
            </a:extLst>
          </p:cNvPr>
          <p:cNvSpPr txBox="1"/>
          <p:nvPr/>
        </p:nvSpPr>
        <p:spPr>
          <a:xfrm>
            <a:off x="763602" y="345764"/>
            <a:ext cx="1970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SQL</a:t>
            </a:r>
            <a:r>
              <a:rPr lang="zh-CN" altLang="en-US" dirty="0"/>
              <a:t>语句和问题：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0860A0-533F-9E75-5084-C79E7B78EF06}"/>
              </a:ext>
            </a:extLst>
          </p:cNvPr>
          <p:cNvSpPr txBox="1"/>
          <p:nvPr/>
        </p:nvSpPr>
        <p:spPr>
          <a:xfrm>
            <a:off x="763602" y="18919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数据库：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3D41780-E51C-B324-8A77-352194386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02" y="1158450"/>
            <a:ext cx="10107436" cy="35247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B61E02B-4112-FFB1-21EB-F655E076D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59" y="763426"/>
            <a:ext cx="8135485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08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38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笑云 刘</dc:creator>
  <cp:lastModifiedBy>笑云 刘</cp:lastModifiedBy>
  <cp:revision>11</cp:revision>
  <dcterms:created xsi:type="dcterms:W3CDTF">2024-08-29T07:45:37Z</dcterms:created>
  <dcterms:modified xsi:type="dcterms:W3CDTF">2024-08-29T13:06:39Z</dcterms:modified>
</cp:coreProperties>
</file>