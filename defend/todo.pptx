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7"/>
    <p:restoredTop sz="94643"/>
  </p:normalViewPr>
  <p:slideViewPr>
    <p:cSldViewPr snapToGrid="0">
      <p:cViewPr varScale="1">
        <p:scale>
          <a:sx n="218" d="100"/>
          <a:sy n="218" d="100"/>
        </p:scale>
        <p:origin x="9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B1A0C-79DD-8533-FC50-9F6ABA72D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8396D-48E4-3A9D-2D46-5DC12881A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FD24B-4BC4-A3A8-9975-EEA50616C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F1C2-AFC9-B84F-9D56-37F82895D83D}" type="datetimeFigureOut">
              <a:rPr lang="en-CN" smtClean="0"/>
              <a:t>2024/10/25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AE13B-BEA1-5E83-D450-0214D8429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65C75-2C1B-C650-CF32-A02143C8C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BADA-E959-6C4B-8B5A-A6B48AAF972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3827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1C51F-BC77-C1E3-F65D-52A3C075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58705-16C3-3411-FB44-58BE0F531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D3E7F-960C-46E9-51EB-E561C268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F1C2-AFC9-B84F-9D56-37F82895D83D}" type="datetimeFigureOut">
              <a:rPr lang="en-CN" smtClean="0"/>
              <a:t>2024/10/25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42CEE-970B-521A-D1C3-990C5E70D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8571D-59E7-A842-97F6-82542DD8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BADA-E959-6C4B-8B5A-A6B48AAF972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0019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A7DB-321D-688B-51ED-773BE477F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29254-22EB-B898-35FA-1E9E3781E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71A3A-C523-F1E1-8442-4E2DF410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F1C2-AFC9-B84F-9D56-37F82895D83D}" type="datetimeFigureOut">
              <a:rPr lang="en-CN" smtClean="0"/>
              <a:t>2024/10/25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7131C-4AD5-A613-ACA9-7CA85D554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C7F8D-A018-FFDC-FC23-6946CCFCC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BADA-E959-6C4B-8B5A-A6B48AAF972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63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0441-3DF5-9CDE-BFFE-208DF922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25D9A-088D-EEDE-7355-505BB4DBD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835D8-A0B4-2A6D-FF6D-4E1591410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DA737-286D-2431-70D8-0CC5EB9F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F1C2-AFC9-B84F-9D56-37F82895D83D}" type="datetimeFigureOut">
              <a:rPr lang="en-CN" smtClean="0"/>
              <a:t>2024/10/25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29E63-B30F-59AF-81EC-24EA45857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D7911-7237-681B-3C7C-BAF673CF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BADA-E959-6C4B-8B5A-A6B48AAF972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70251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18DE-65A1-B662-1672-15DA3F68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DA86F-B8D5-4D1C-7E79-020F55F95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FC2F9-A502-2A40-815A-74291B068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9F413-BAF7-B3CA-37B2-99DF30B678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73FE9-A370-97EA-25EA-270821E98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BD88D9-34D0-A1A4-692F-5470EE27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F1C2-AFC9-B84F-9D56-37F82895D83D}" type="datetimeFigureOut">
              <a:rPr lang="en-CN" smtClean="0"/>
              <a:t>2024/10/25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902715-ECAE-075F-DA68-692EC7DE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DA92C0-1E12-8E35-9E46-06E3504F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BADA-E959-6C4B-8B5A-A6B48AAF972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1179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C2A9-D73D-C46A-DF9F-8E92CAB8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AD1B80-169A-CFDB-01B1-E3E44C637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F1C2-AFC9-B84F-9D56-37F82895D83D}" type="datetimeFigureOut">
              <a:rPr lang="en-CN" smtClean="0"/>
              <a:t>2024/10/25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BD020-4A56-D12E-7545-C720F16D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A5572-EACE-AE68-7F5E-E0D67C19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BADA-E959-6C4B-8B5A-A6B48AAF972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00657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32DAFB-CBA4-1DBF-61F6-32AF45F5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F1C2-AFC9-B84F-9D56-37F82895D83D}" type="datetimeFigureOut">
              <a:rPr lang="en-CN" smtClean="0"/>
              <a:t>2024/10/25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B1C4D1-CBF5-7027-07A6-B55E540A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14202-88E9-AD34-E9B9-88E6DCA75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BADA-E959-6C4B-8B5A-A6B48AAF972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77043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44C4-1E39-E3B1-38F1-6673984A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74273-440D-FD19-1A37-59A046A62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4EC25-E4D8-0005-9E55-2DC167CFF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20BF2-95F7-464D-C6C8-1A012D0D0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F1C2-AFC9-B84F-9D56-37F82895D83D}" type="datetimeFigureOut">
              <a:rPr lang="en-CN" smtClean="0"/>
              <a:t>2024/10/25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B4137-B378-F1A5-9B8B-7E111060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B2413-DB1F-7644-3683-163482C8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BADA-E959-6C4B-8B5A-A6B48AAF972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98175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640E-85D2-F4CB-FC99-457ADF574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4D07A7-BF62-412B-8435-006467C3C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73925-3354-CA5E-D4DC-0AF1E14BD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EDA4F-9965-8554-7FC8-A103E1AD2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F1C2-AFC9-B84F-9D56-37F82895D83D}" type="datetimeFigureOut">
              <a:rPr lang="en-CN" smtClean="0"/>
              <a:t>2024/10/25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285A0-E269-6823-6603-72F79942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738FF-1818-C56F-46E1-8C135774C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BADA-E959-6C4B-8B5A-A6B48AAF972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120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5957-5207-8B30-444F-ACF2DE07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C5AEF-FDFB-0B9D-5E87-F009DE444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C3D05-E67E-EB26-5173-93B7B99F0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F1C2-AFC9-B84F-9D56-37F82895D83D}" type="datetimeFigureOut">
              <a:rPr lang="en-CN" smtClean="0"/>
              <a:t>2024/10/25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47FC9-6D39-E50E-7048-2C7D9B0A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6E7CB-4F61-9293-BDF0-976DC19B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BADA-E959-6C4B-8B5A-A6B48AAF972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18730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22D299-2B29-84FA-F8D6-78424FB42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09FC8-D179-900A-CD28-E41561A20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37F96-C1AA-27E1-A520-9B0B915E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F1C2-AFC9-B84F-9D56-37F82895D83D}" type="datetimeFigureOut">
              <a:rPr lang="en-CN" smtClean="0"/>
              <a:t>2024/10/25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012B6-9FB1-6CBE-2FA4-DD63029BB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27C8F-1C37-6BB6-F575-0C155C4B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BADA-E959-6C4B-8B5A-A6B48AAF972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3386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F5EC4-6A9A-A242-31BA-E02E5849F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223EE-7E74-B216-5FC1-F8097EE76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40183-61A3-2885-66A0-9A9E8164D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EF1C2-AFC9-B84F-9D56-37F82895D83D}" type="datetimeFigureOut">
              <a:rPr lang="en-CN" smtClean="0"/>
              <a:t>2024/10/25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32CBC-6F56-F0BE-22D6-E2E6C1FA96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F5350-072C-0BA0-2D15-753D2B134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FBADA-E959-6C4B-8B5A-A6B48AAF972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9872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4917C-7319-593A-EC87-9699D5770B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BC308-655E-E975-6BCA-23F4D031A7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05522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8E39-3E24-D91A-B58E-16ED53A3D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BF2F-1D17-0ED9-B29A-16BAE07FB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N" dirty="0"/>
              <a:t>随机选择</a:t>
            </a:r>
            <a:r>
              <a:rPr lang="en-US" dirty="0"/>
              <a:t>X</a:t>
            </a:r>
            <a:r>
              <a:rPr lang="en-US" altLang="zh-CN" dirty="0"/>
              <a:t>00</a:t>
            </a:r>
            <a:r>
              <a:rPr lang="zh-CN" altLang="en-US" dirty="0"/>
              <a:t>条数据，来自</a:t>
            </a:r>
            <a:r>
              <a:rPr lang="en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en-US" altLang="zh-CN" dirty="0">
                <a:solidFill>
                  <a:srgbClr val="FF0000"/>
                </a:solidFill>
              </a:rPr>
              <a:t>+B+C  ( +B+C</a:t>
            </a:r>
            <a:r>
              <a:rPr lang="zh-CN" altLang="en-US" dirty="0">
                <a:solidFill>
                  <a:srgbClr val="FF0000"/>
                </a:solidFill>
              </a:rPr>
              <a:t>之后，现在表格的结论会不会变？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变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不确定，需要做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不变，不需要做</a:t>
            </a:r>
            <a:endParaRPr lang="en-US" altLang="zh-CN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rgbClr val="FF0000"/>
                </a:solidFill>
              </a:rPr>
              <a:t>调研</a:t>
            </a:r>
            <a:r>
              <a:rPr lang="en-US" altLang="zh-CN" dirty="0" err="1">
                <a:solidFill>
                  <a:srgbClr val="FF0000"/>
                </a:solidFill>
              </a:rPr>
              <a:t>AutoDan</a:t>
            </a:r>
            <a:r>
              <a:rPr lang="zh-CN" altLang="en-US" dirty="0">
                <a:solidFill>
                  <a:srgbClr val="FF0000"/>
                </a:solidFill>
              </a:rPr>
              <a:t>的攻击方法</a:t>
            </a:r>
            <a:endParaRPr lang="en-US" altLang="zh-CN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rgbClr val="FF0000"/>
                </a:solidFill>
              </a:rPr>
              <a:t>调研</a:t>
            </a:r>
            <a:r>
              <a:rPr lang="en-US" altLang="zh-CN" dirty="0">
                <a:solidFill>
                  <a:srgbClr val="FF0000"/>
                </a:solidFill>
              </a:rPr>
              <a:t>State of the art</a:t>
            </a:r>
            <a:r>
              <a:rPr lang="zh-CN" altLang="en-US" dirty="0">
                <a:solidFill>
                  <a:srgbClr val="FF0000"/>
                </a:solidFill>
              </a:rPr>
              <a:t>防御方法， </a:t>
            </a:r>
            <a:r>
              <a:rPr lang="en-US" altLang="zh-CN" dirty="0">
                <a:solidFill>
                  <a:srgbClr val="FF0000"/>
                </a:solidFill>
              </a:rPr>
              <a:t>F1&lt;F2&lt;F3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rgbClr val="FF0000"/>
                </a:solidFill>
              </a:rPr>
              <a:t>设计我们的防御方法</a:t>
            </a:r>
            <a:r>
              <a:rPr lang="en-US" altLang="zh-CN" dirty="0">
                <a:solidFill>
                  <a:srgbClr val="FF0000"/>
                </a:solidFill>
              </a:rPr>
              <a:t>F4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rgbClr val="FF0000"/>
                </a:solidFill>
              </a:rPr>
              <a:t>用</a:t>
            </a:r>
            <a:r>
              <a:rPr lang="en-US" altLang="zh-CN" dirty="0">
                <a:solidFill>
                  <a:srgbClr val="FF0000"/>
                </a:solidFill>
              </a:rPr>
              <a:t>X100</a:t>
            </a:r>
            <a:r>
              <a:rPr lang="zh-CN" altLang="en-US" dirty="0">
                <a:solidFill>
                  <a:srgbClr val="FF0000"/>
                </a:solidFill>
              </a:rPr>
              <a:t>条数据</a:t>
            </a:r>
            <a:r>
              <a:rPr lang="en-US" altLang="zh-CN" dirty="0">
                <a:solidFill>
                  <a:srgbClr val="FF0000"/>
                </a:solidFill>
              </a:rPr>
              <a:t>test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F4, F3&gt; F2&gt; F1</a:t>
            </a:r>
          </a:p>
          <a:p>
            <a:pPr marL="514350" indent="-514350">
              <a:buFont typeface="+mj-lt"/>
              <a:buAutoNum type="arabicPeriod"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50145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8E39-3E24-D91A-B58E-16ED53A3D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BF2F-1D17-0ED9-B29A-16BAE07FB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N" dirty="0"/>
              <a:t>随机选择</a:t>
            </a:r>
            <a:r>
              <a:rPr lang="en-US" dirty="0"/>
              <a:t>X</a:t>
            </a:r>
            <a:r>
              <a:rPr lang="en-US" altLang="zh-CN" dirty="0"/>
              <a:t>00</a:t>
            </a:r>
            <a:r>
              <a:rPr lang="zh-CN" altLang="en-US" dirty="0"/>
              <a:t>条数据，来自</a:t>
            </a:r>
            <a:r>
              <a:rPr lang="en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en-US" altLang="zh-CN" dirty="0">
                <a:solidFill>
                  <a:srgbClr val="FF0000"/>
                </a:solidFill>
              </a:rPr>
              <a:t> ( +B+C</a:t>
            </a:r>
            <a:r>
              <a:rPr lang="zh-CN" altLang="en-US" dirty="0">
                <a:solidFill>
                  <a:srgbClr val="FF0000"/>
                </a:solidFill>
              </a:rPr>
              <a:t>之后，现在表格的结论会不会变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不变，不需要做</a:t>
            </a:r>
            <a:endParaRPr lang="en-US" altLang="zh-CN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highlight>
                  <a:srgbClr val="FFFF00"/>
                </a:highlight>
              </a:rPr>
              <a:t>调研</a:t>
            </a:r>
            <a:r>
              <a:rPr lang="en-US" altLang="zh-CN" dirty="0" err="1">
                <a:highlight>
                  <a:srgbClr val="FFFF00"/>
                </a:highlight>
              </a:rPr>
              <a:t>AutoDan</a:t>
            </a:r>
            <a:r>
              <a:rPr lang="zh-CN" altLang="en-US" dirty="0">
                <a:highlight>
                  <a:srgbClr val="FFFF00"/>
                </a:highlight>
              </a:rPr>
              <a:t>的攻击方法</a:t>
            </a:r>
            <a:endParaRPr lang="en-US" altLang="zh-CN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highlight>
                  <a:srgbClr val="FFFF00"/>
                </a:highlight>
              </a:rPr>
              <a:t>调研</a:t>
            </a:r>
            <a:r>
              <a:rPr lang="en-US" altLang="zh-CN" dirty="0">
                <a:highlight>
                  <a:srgbClr val="FFFF00"/>
                </a:highlight>
              </a:rPr>
              <a:t>State of the art</a:t>
            </a:r>
            <a:r>
              <a:rPr lang="zh-CN" altLang="en-US" dirty="0">
                <a:highlight>
                  <a:srgbClr val="FFFF00"/>
                </a:highlight>
              </a:rPr>
              <a:t>防御方法， </a:t>
            </a:r>
            <a:r>
              <a:rPr lang="en-US" altLang="zh-CN" dirty="0">
                <a:highlight>
                  <a:srgbClr val="FFFF00"/>
                </a:highlight>
              </a:rPr>
              <a:t>F1&lt;F2&lt;F3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highlight>
                  <a:srgbClr val="FFFF00"/>
                </a:highlight>
              </a:rPr>
              <a:t>设计我们的防御方法</a:t>
            </a:r>
            <a:r>
              <a:rPr lang="en-US" altLang="zh-CN" dirty="0">
                <a:highlight>
                  <a:srgbClr val="FFFF00"/>
                </a:highlight>
              </a:rPr>
              <a:t>F4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用</a:t>
            </a:r>
            <a:r>
              <a:rPr lang="en-US" altLang="zh-CN" dirty="0"/>
              <a:t>X100</a:t>
            </a:r>
            <a:r>
              <a:rPr lang="zh-CN" altLang="en-US" dirty="0"/>
              <a:t>条数据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F4&gt;F3&gt;F2&gt; F1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trike="sngStrike" dirty="0"/>
              <a:t>确定最终的</a:t>
            </a:r>
            <a:r>
              <a:rPr lang="en-US" altLang="zh-CN" strike="sngStrike" dirty="0"/>
              <a:t>X100</a:t>
            </a:r>
            <a:r>
              <a:rPr lang="zh-CN" altLang="en-US" strike="sngStrike" dirty="0"/>
              <a:t>‘条数据，来自</a:t>
            </a:r>
            <a:r>
              <a:rPr lang="en-US" altLang="zh-CN" strike="sngStrike" dirty="0"/>
              <a:t>Dataset</a:t>
            </a:r>
            <a:r>
              <a:rPr lang="zh-CN" altLang="en-US" strike="sngStrike" dirty="0"/>
              <a:t> </a:t>
            </a:r>
            <a:r>
              <a:rPr lang="en-US" altLang="zh-CN" strike="sngStrike" dirty="0"/>
              <a:t>A+B+C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trike="sngStrike" dirty="0"/>
              <a:t>重新刷结果</a:t>
            </a:r>
            <a:endParaRPr lang="en-US" altLang="zh-CN" strike="sngStrike" dirty="0"/>
          </a:p>
          <a:p>
            <a:pPr marL="514350" indent="-514350">
              <a:buFont typeface="+mj-lt"/>
              <a:buAutoNum type="arabicPeriod"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28977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8E39-3E24-D91A-B58E-16ED53A3D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BF2F-1D17-0ED9-B29A-16BAE07FB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N" dirty="0"/>
              <a:t>Jailbreaking相关的文献</a:t>
            </a:r>
            <a:r>
              <a:rPr lang="zh-CN" altLang="en-US" dirty="0"/>
              <a:t>，查阅他们用到的</a:t>
            </a:r>
            <a:r>
              <a:rPr lang="en-US" altLang="zh-CN" dirty="0"/>
              <a:t>dataset</a:t>
            </a:r>
            <a:r>
              <a:rPr lang="zh-CN" altLang="en-US" dirty="0"/>
              <a:t>，发现是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ABC</a:t>
            </a:r>
            <a:endParaRPr lang="en-CN" dirty="0"/>
          </a:p>
          <a:p>
            <a:pPr marL="514350" indent="-514350">
              <a:buFont typeface="+mj-lt"/>
              <a:buAutoNum type="arabicPeriod"/>
            </a:pPr>
            <a:r>
              <a:rPr lang="en-CN" dirty="0"/>
              <a:t>随机选择</a:t>
            </a:r>
            <a:r>
              <a:rPr lang="en-US" dirty="0"/>
              <a:t>X</a:t>
            </a:r>
            <a:r>
              <a:rPr lang="en-US" altLang="zh-CN" dirty="0"/>
              <a:t>00</a:t>
            </a:r>
            <a:r>
              <a:rPr lang="zh-CN" altLang="en-US" dirty="0"/>
              <a:t>条数据，来自</a:t>
            </a:r>
            <a:r>
              <a:rPr lang="en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en-US" altLang="zh-CN" dirty="0">
                <a:solidFill>
                  <a:srgbClr val="FF0000"/>
                </a:solidFill>
              </a:rPr>
              <a:t> +B+C</a:t>
            </a:r>
            <a:r>
              <a:rPr lang="zh-CN" altLang="en-US" dirty="0">
                <a:solidFill>
                  <a:srgbClr val="FF0000"/>
                </a:solidFill>
              </a:rPr>
              <a:t>之后，</a:t>
            </a:r>
            <a:endParaRPr lang="en-US" altLang="zh-CN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highlight>
                  <a:srgbClr val="FFFF00"/>
                </a:highlight>
              </a:rPr>
              <a:t>调研</a:t>
            </a:r>
            <a:r>
              <a:rPr lang="en-US" altLang="zh-CN" dirty="0" err="1">
                <a:highlight>
                  <a:srgbClr val="FFFF00"/>
                </a:highlight>
              </a:rPr>
              <a:t>AutoDan</a:t>
            </a:r>
            <a:r>
              <a:rPr lang="zh-CN" altLang="en-US" dirty="0">
                <a:highlight>
                  <a:srgbClr val="FFFF00"/>
                </a:highlight>
              </a:rPr>
              <a:t>的攻击方法</a:t>
            </a:r>
            <a:endParaRPr lang="en-US" altLang="zh-CN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highlight>
                  <a:srgbClr val="FFFF00"/>
                </a:highlight>
              </a:rPr>
              <a:t>调研</a:t>
            </a:r>
            <a:r>
              <a:rPr lang="en-US" altLang="zh-CN" dirty="0">
                <a:highlight>
                  <a:srgbClr val="FFFF00"/>
                </a:highlight>
              </a:rPr>
              <a:t>State of the art</a:t>
            </a:r>
            <a:r>
              <a:rPr lang="zh-CN" altLang="en-US" dirty="0">
                <a:highlight>
                  <a:srgbClr val="FFFF00"/>
                </a:highlight>
              </a:rPr>
              <a:t>防御方法， </a:t>
            </a:r>
            <a:r>
              <a:rPr lang="en-US" altLang="zh-CN" dirty="0">
                <a:highlight>
                  <a:srgbClr val="FFFF00"/>
                </a:highlight>
              </a:rPr>
              <a:t>F1&lt;F2&lt;F3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highlight>
                  <a:srgbClr val="FFFF00"/>
                </a:highlight>
              </a:rPr>
              <a:t>设计我们的防御方法</a:t>
            </a:r>
            <a:r>
              <a:rPr lang="en-US" altLang="zh-CN" dirty="0">
                <a:highlight>
                  <a:srgbClr val="FFFF00"/>
                </a:highlight>
              </a:rPr>
              <a:t>F4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用</a:t>
            </a:r>
            <a:r>
              <a:rPr lang="en-US" altLang="zh-CN" dirty="0"/>
              <a:t>X100</a:t>
            </a:r>
            <a:r>
              <a:rPr lang="zh-CN" altLang="en-US" dirty="0"/>
              <a:t>条数据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F4&gt;F3&gt; F2&gt; F1</a:t>
            </a:r>
          </a:p>
        </p:txBody>
      </p:sp>
    </p:spTree>
    <p:extLst>
      <p:ext uri="{BB962C8B-B14F-4D97-AF65-F5344CB8AC3E}">
        <p14:creationId xmlns:p14="http://schemas.microsoft.com/office/powerpoint/2010/main" val="367195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227</Words>
  <Application>Microsoft Macintosh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TODO</vt:lpstr>
      <vt:lpstr>TODO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Kaifeng Huang</dc:creator>
  <cp:lastModifiedBy>Kaifeng Huang</cp:lastModifiedBy>
  <cp:revision>1</cp:revision>
  <dcterms:created xsi:type="dcterms:W3CDTF">2024-10-25T13:15:04Z</dcterms:created>
  <dcterms:modified xsi:type="dcterms:W3CDTF">2024-10-25T13:43:54Z</dcterms:modified>
</cp:coreProperties>
</file>