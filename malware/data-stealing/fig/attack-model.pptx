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9A49"/>
    <a:srgbClr val="CA8557"/>
    <a:srgbClr val="2E6C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90"/>
    <p:restoredTop sz="96208"/>
  </p:normalViewPr>
  <p:slideViewPr>
    <p:cSldViewPr snapToGrid="0">
      <p:cViewPr varScale="1">
        <p:scale>
          <a:sx n="112" d="100"/>
          <a:sy n="112" d="100"/>
        </p:scale>
        <p:origin x="224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788DC-3D4A-5D12-733E-D736836B59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85D81C-C847-AB5C-A52E-FE688E97A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B69C6-1AF0-A77C-593E-B33A2EE43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5A692-59F7-104C-8CF1-3C2D2948A42C}" type="datetimeFigureOut">
              <a:rPr lang="en-CN" smtClean="0"/>
              <a:t>2023/6/3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26ED1-DC51-036D-9C77-16295AA1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AFCEE-9F3A-8ABC-1F14-FB82D6640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DBC98-4D31-3B46-96FD-B438B1A7B4C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57926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AFF41-36A0-E759-D835-E1057F4B7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DB6F5-D138-78B6-C497-60AEF49FC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060FA-0745-478B-9B37-39E468186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5A692-59F7-104C-8CF1-3C2D2948A42C}" type="datetimeFigureOut">
              <a:rPr lang="en-CN" smtClean="0"/>
              <a:t>2023/6/3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A6547-B23B-7FA0-DD16-BB11BD479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29E65-87D6-A873-93D7-43489E16A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DBC98-4D31-3B46-96FD-B438B1A7B4C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90094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690E-7A88-87C2-D299-2D4559E6D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4AF8E-7644-80AD-B088-4B03BF0B0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35FE9-2D27-808E-C6F3-CB39B0B36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5A692-59F7-104C-8CF1-3C2D2948A42C}" type="datetimeFigureOut">
              <a:rPr lang="en-CN" smtClean="0"/>
              <a:t>2023/6/3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27FE1-53FE-AEED-1D8F-171C22156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E7F39-7A90-EFE8-36EA-6BF8B2658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DBC98-4D31-3B46-96FD-B438B1A7B4C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55344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3A5E3-12EE-0EF6-A0CA-A927245B8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0064F-FB66-3DE6-D8F9-A2515657CD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1023B-1C43-4B10-F600-2A14FF103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F8008-CAA0-68EE-F69D-2E443BDFE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5A692-59F7-104C-8CF1-3C2D2948A42C}" type="datetimeFigureOut">
              <a:rPr lang="en-CN" smtClean="0"/>
              <a:t>2023/6/3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0CB2A-E8AF-1C24-1E20-CF013014E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8B0A7-6A54-B4E3-22E4-A7DB2005A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DBC98-4D31-3B46-96FD-B438B1A7B4C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58549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829DC-444C-2E3E-E33A-452AE9C6A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1B64E-454F-3317-9557-72E7E8C0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FDACF-5DCF-C3C5-EAB9-A63B19B24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C1FC06-45DF-48DA-BECC-CDB1CF8E2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B343DE-7FEB-790D-AF0E-C2DF4ABAB9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39B2E3-5B44-A016-172E-7B2CD7AF1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5A692-59F7-104C-8CF1-3C2D2948A42C}" type="datetimeFigureOut">
              <a:rPr lang="en-CN" smtClean="0"/>
              <a:t>2023/6/3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DC8219-21BC-59E0-584C-42DD64F49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1F79A6-4DED-6502-1BE9-1B7F57684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DBC98-4D31-3B46-96FD-B438B1A7B4C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0519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D6EFF-5F61-D78F-C0C9-CD59B7B6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9005F-D1C9-7EE0-55B1-4CEFF4877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5A692-59F7-104C-8CF1-3C2D2948A42C}" type="datetimeFigureOut">
              <a:rPr lang="en-CN" smtClean="0"/>
              <a:t>2023/6/3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E1F26-A3E8-CB0D-5D2C-23279E467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702D9-5D4C-4D78-FEE1-8B03C4B28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DBC98-4D31-3B46-96FD-B438B1A7B4C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81832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E80C96-507C-933F-C137-56ADE0BA1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5A692-59F7-104C-8CF1-3C2D2948A42C}" type="datetimeFigureOut">
              <a:rPr lang="en-CN" smtClean="0"/>
              <a:t>2023/6/3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607CC3-2798-2300-82D0-F60F29F03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4A81B-EADD-C937-B2F4-DB1A9DF3C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DBC98-4D31-3B46-96FD-B438B1A7B4C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7879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A9CEF-7889-34A4-B5AE-4B1DDB297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3E305-9E29-97D2-973E-D3D1C1942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63B367-43ED-7C44-07B0-E5FDE528C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F62B89-2BA3-62F9-51DD-DE9B381F0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5A692-59F7-104C-8CF1-3C2D2948A42C}" type="datetimeFigureOut">
              <a:rPr lang="en-CN" smtClean="0"/>
              <a:t>2023/6/3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53347-A186-A3A8-BC2D-F1E97F2DA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F0648-BA50-CCC6-C314-5F0015660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DBC98-4D31-3B46-96FD-B438B1A7B4C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00381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7C08C-A322-C03A-47EC-9B950F183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D290AA-38EF-979B-7324-7838F6740C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D6E896-EABD-5A16-0A2D-D936389CD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EFAFC4-9971-FD7F-0717-C3F66EE4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5A692-59F7-104C-8CF1-3C2D2948A42C}" type="datetimeFigureOut">
              <a:rPr lang="en-CN" smtClean="0"/>
              <a:t>2023/6/3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846E7-6BA1-F979-297D-C2B1C3D55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E05B1-7DDE-741D-42B2-B7C86149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DBC98-4D31-3B46-96FD-B438B1A7B4C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4774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1D00B-CDE6-7663-4327-9916ABE4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480438-8D4F-C4C1-C264-66EC01104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87971-D81F-E51C-0ACE-F52C52A26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5A692-59F7-104C-8CF1-3C2D2948A42C}" type="datetimeFigureOut">
              <a:rPr lang="en-CN" smtClean="0"/>
              <a:t>2023/6/3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24AD7-BBEE-0830-4BBE-E938FA7E8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0733F-11C3-DB19-3199-75ED5E64D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DBC98-4D31-3B46-96FD-B438B1A7B4C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6913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5EFC24-0500-BD9D-D4C7-C645B96D66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4FDA0-FD88-32B8-16A5-9CEC52229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9560C-1F34-B891-E10E-0C1BCBCD9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5A692-59F7-104C-8CF1-3C2D2948A42C}" type="datetimeFigureOut">
              <a:rPr lang="en-CN" smtClean="0"/>
              <a:t>2023/6/3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ED76D-8F59-E1B0-92D5-26AC9208C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03C4D-53D3-F186-AC89-9DA194453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DBC98-4D31-3B46-96FD-B438B1A7B4C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50031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450A02-1B64-939D-6AC2-37B83F46E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82F12-04E6-14A2-7570-8A64352C9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7E204-4E52-654B-B99E-0F2BA0EF1F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5A692-59F7-104C-8CF1-3C2D2948A42C}" type="datetimeFigureOut">
              <a:rPr lang="en-CN" smtClean="0"/>
              <a:t>2023/6/3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F7BDB-0361-D2FF-5183-4A29C1C5A4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2FB19-3A02-D038-EAA5-6072A9C54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DBC98-4D31-3B46-96FD-B438B1A7B4C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74118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hdphoto" Target="../media/hdphoto1.wdp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>
            <a:extLst>
              <a:ext uri="{FF2B5EF4-FFF2-40B4-BE49-F238E27FC236}">
                <a16:creationId xmlns:a16="http://schemas.microsoft.com/office/drawing/2014/main" id="{03B5A031-C021-6682-6BE0-85D30B48A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789" y="4259948"/>
            <a:ext cx="590756" cy="59075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6AEAAFB-B6E0-821B-3694-64E911F3AE42}"/>
              </a:ext>
            </a:extLst>
          </p:cNvPr>
          <p:cNvCxnSpPr>
            <a:cxnSpLocks/>
          </p:cNvCxnSpPr>
          <p:nvPr/>
        </p:nvCxnSpPr>
        <p:spPr>
          <a:xfrm>
            <a:off x="4270605" y="2803541"/>
            <a:ext cx="109582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35C5BD5-B82A-47AB-3955-385BC47A832B}"/>
              </a:ext>
            </a:extLst>
          </p:cNvPr>
          <p:cNvSpPr txBox="1"/>
          <p:nvPr/>
        </p:nvSpPr>
        <p:spPr>
          <a:xfrm>
            <a:off x="4270605" y="2338987"/>
            <a:ext cx="998991" cy="4001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CN" sz="2000" dirty="0">
                <a:latin typeface="Helvetica" pitchFamily="2" charset="0"/>
                <a:cs typeface="Dubai" panose="020B0503030403030204" pitchFamily="34" charset="-78"/>
              </a:rPr>
              <a:t>Upload</a:t>
            </a:r>
          </a:p>
        </p:txBody>
      </p:sp>
      <p:pic>
        <p:nvPicPr>
          <p:cNvPr id="13" name="图形 45">
            <a:extLst>
              <a:ext uri="{FF2B5EF4-FFF2-40B4-BE49-F238E27FC236}">
                <a16:creationId xmlns:a16="http://schemas.microsoft.com/office/drawing/2014/main" id="{BD09A484-58C2-3902-B16B-E538AB8C9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470" y="2576583"/>
            <a:ext cx="450411" cy="395259"/>
          </a:xfrm>
          <a:prstGeom prst="rect">
            <a:avLst/>
          </a:prstGeom>
        </p:spPr>
      </p:pic>
      <p:pic>
        <p:nvPicPr>
          <p:cNvPr id="14" name="图形 47">
            <a:extLst>
              <a:ext uri="{FF2B5EF4-FFF2-40B4-BE49-F238E27FC236}">
                <a16:creationId xmlns:a16="http://schemas.microsoft.com/office/drawing/2014/main" id="{FB7D8C8D-C120-F8F4-5843-B7E95E5A45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61495" y="2599510"/>
            <a:ext cx="554970" cy="213450"/>
          </a:xfrm>
          <a:prstGeom prst="rect">
            <a:avLst/>
          </a:prstGeom>
          <a:scene3d>
            <a:camera prst="orthographicFront">
              <a:rot lat="0" lon="20099980" rev="0"/>
            </a:camera>
            <a:lightRig rig="threePt" dir="t"/>
          </a:scene3d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146898B-1217-F697-BF83-2034D4510EB8}"/>
              </a:ext>
            </a:extLst>
          </p:cNvPr>
          <p:cNvSpPr txBox="1"/>
          <p:nvPr/>
        </p:nvSpPr>
        <p:spPr>
          <a:xfrm>
            <a:off x="6851965" y="429022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…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61BE08-C72F-A675-C048-90D3747E5835}"/>
              </a:ext>
            </a:extLst>
          </p:cNvPr>
          <p:cNvSpPr txBox="1"/>
          <p:nvPr/>
        </p:nvSpPr>
        <p:spPr>
          <a:xfrm>
            <a:off x="7461020" y="4126022"/>
            <a:ext cx="939681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Invoke</a:t>
            </a:r>
            <a:endParaRPr lang="en-CN" sz="2000" dirty="0">
              <a:latin typeface="Helvetica" pitchFamily="2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584B891-4E09-384D-3E97-DCC71313955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1030" b="10891"/>
          <a:stretch/>
        </p:blipFill>
        <p:spPr>
          <a:xfrm>
            <a:off x="5885003" y="2727488"/>
            <a:ext cx="309193" cy="2414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D3F44E-3C8A-9FF6-1E9D-99ECEFA9F13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1030" b="10891"/>
          <a:stretch/>
        </p:blipFill>
        <p:spPr>
          <a:xfrm>
            <a:off x="6445326" y="2775092"/>
            <a:ext cx="318294" cy="2485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A930C0-F597-8261-7645-0B71ED5A513F}"/>
              </a:ext>
            </a:extLst>
          </p:cNvPr>
          <p:cNvSpPr txBox="1"/>
          <p:nvPr/>
        </p:nvSpPr>
        <p:spPr>
          <a:xfrm>
            <a:off x="7272756" y="2350276"/>
            <a:ext cx="1175322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“Upload”</a:t>
            </a:r>
            <a:endParaRPr lang="en-CN" sz="2000" dirty="0"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E81961-8921-344C-F1E1-BE6197D1526F}"/>
              </a:ext>
            </a:extLst>
          </p:cNvPr>
          <p:cNvSpPr txBox="1"/>
          <p:nvPr/>
        </p:nvSpPr>
        <p:spPr>
          <a:xfrm>
            <a:off x="6850611" y="256609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…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0AD560B-F0BA-A2E6-AC2B-35DEF1FB0D76}"/>
              </a:ext>
            </a:extLst>
          </p:cNvPr>
          <p:cNvCxnSpPr>
            <a:cxnSpLocks/>
          </p:cNvCxnSpPr>
          <p:nvPr/>
        </p:nvCxnSpPr>
        <p:spPr>
          <a:xfrm>
            <a:off x="6207817" y="3616464"/>
            <a:ext cx="8648" cy="34593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8CFDEB5-8E1A-E0E7-76E8-389A5CEE2E5D}"/>
              </a:ext>
            </a:extLst>
          </p:cNvPr>
          <p:cNvSpPr txBox="1"/>
          <p:nvPr/>
        </p:nvSpPr>
        <p:spPr>
          <a:xfrm>
            <a:off x="5179137" y="5073944"/>
            <a:ext cx="2429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Helvetica" pitchFamily="2" charset="0"/>
              </a:rPr>
              <a:t>Legitimate Application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156448E8-0C9D-6B48-0DC0-B9AE505BAD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2799" y="4197116"/>
            <a:ext cx="729389" cy="729389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F4EF4EF1-B930-BD25-60DA-CCD3706152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6051" y="4350889"/>
            <a:ext cx="201896" cy="201896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A94A6C8B-8D67-E092-440A-F57F4942A8D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1030" b="10891"/>
          <a:stretch/>
        </p:blipFill>
        <p:spPr>
          <a:xfrm>
            <a:off x="5931038" y="4621742"/>
            <a:ext cx="258581" cy="201896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4A261930-B679-1AD9-3F6A-F7F474C6296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1030" b="10891"/>
          <a:stretch/>
        </p:blipFill>
        <p:spPr>
          <a:xfrm>
            <a:off x="6403470" y="4482095"/>
            <a:ext cx="258581" cy="201896"/>
          </a:xfrm>
          <a:prstGeom prst="rect">
            <a:avLst/>
          </a:prstGeom>
        </p:spPr>
      </p:pic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7F403BC-F49A-7A78-69E6-BAEF7C2DEF20}"/>
              </a:ext>
            </a:extLst>
          </p:cNvPr>
          <p:cNvCxnSpPr>
            <a:cxnSpLocks/>
          </p:cNvCxnSpPr>
          <p:nvPr/>
        </p:nvCxnSpPr>
        <p:spPr>
          <a:xfrm flipH="1">
            <a:off x="7282735" y="2803541"/>
            <a:ext cx="113877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F3EABA3-DE77-B417-C779-3F3362D1FC15}"/>
              </a:ext>
            </a:extLst>
          </p:cNvPr>
          <p:cNvCxnSpPr>
            <a:cxnSpLocks/>
          </p:cNvCxnSpPr>
          <p:nvPr/>
        </p:nvCxnSpPr>
        <p:spPr>
          <a:xfrm flipH="1">
            <a:off x="7282734" y="4555875"/>
            <a:ext cx="113877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7D39F1B-B549-1DD1-4B54-D7B776D08BCC}"/>
              </a:ext>
            </a:extLst>
          </p:cNvPr>
          <p:cNvSpPr txBox="1"/>
          <p:nvPr/>
        </p:nvSpPr>
        <p:spPr>
          <a:xfrm>
            <a:off x="5365306" y="3148003"/>
            <a:ext cx="2108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Helvetica" pitchFamily="2" charset="0"/>
              </a:rPr>
              <a:t>Malicious Package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835120A6-7967-A5BF-05B6-22FEBE84D51F}"/>
              </a:ext>
            </a:extLst>
          </p:cNvPr>
          <p:cNvSpPr/>
          <p:nvPr/>
        </p:nvSpPr>
        <p:spPr>
          <a:xfrm>
            <a:off x="8506788" y="2388294"/>
            <a:ext cx="1850400" cy="82799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2000" dirty="0">
                <a:solidFill>
                  <a:schemeClr val="tx1"/>
                </a:solidFill>
                <a:latin typeface="Helvetica" pitchFamily="2" charset="0"/>
                <a:cs typeface="Dubai" panose="020B0503030403030204" pitchFamily="34" charset="-78"/>
              </a:rPr>
              <a:t>Benign Package Developers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C26547F7-4F7A-FC5C-C7F7-C4829EEED940}"/>
              </a:ext>
            </a:extLst>
          </p:cNvPr>
          <p:cNvSpPr/>
          <p:nvPr/>
        </p:nvSpPr>
        <p:spPr>
          <a:xfrm>
            <a:off x="8493536" y="4140628"/>
            <a:ext cx="1850400" cy="82799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2000" dirty="0">
                <a:solidFill>
                  <a:schemeClr val="tx1"/>
                </a:solidFill>
                <a:latin typeface="Helvetica" pitchFamily="2" charset="0"/>
              </a:rPr>
              <a:t>Benign Application Developers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A6B478B-4EB4-6A68-E443-C82098900E63}"/>
              </a:ext>
            </a:extLst>
          </p:cNvPr>
          <p:cNvSpPr txBox="1"/>
          <p:nvPr/>
        </p:nvSpPr>
        <p:spPr>
          <a:xfrm>
            <a:off x="4270605" y="4210563"/>
            <a:ext cx="1068111" cy="6116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noAutofit/>
          </a:bodyPr>
          <a:lstStyle/>
          <a:p>
            <a:r>
              <a:rPr lang="en-CN" sz="2000" dirty="0">
                <a:latin typeface="Helvetica" pitchFamily="2" charset="0"/>
              </a:rPr>
              <a:t>Execute</a:t>
            </a:r>
          </a:p>
          <a:p>
            <a:r>
              <a:rPr lang="en-CN" sz="2000" dirty="0">
                <a:latin typeface="Helvetica" pitchFamily="2" charset="0"/>
              </a:rPr>
              <a:t>Payload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4C986B5-129E-B6AB-96C4-F179E01FAB40}"/>
              </a:ext>
            </a:extLst>
          </p:cNvPr>
          <p:cNvSpPr/>
          <p:nvPr/>
        </p:nvSpPr>
        <p:spPr>
          <a:xfrm>
            <a:off x="5255089" y="1764994"/>
            <a:ext cx="1949208" cy="1803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9DD6593-C41C-F650-18D7-BF4A710B20C7}"/>
              </a:ext>
            </a:extLst>
          </p:cNvPr>
          <p:cNvSpPr/>
          <p:nvPr/>
        </p:nvSpPr>
        <p:spPr>
          <a:xfrm>
            <a:off x="5273493" y="4443837"/>
            <a:ext cx="1949208" cy="1838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F1FB9292-6B9B-B731-36F5-35D870F131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51514" y="4160091"/>
            <a:ext cx="732008" cy="732008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C4306ECA-A541-9447-0C2F-8A048484D7C8}"/>
              </a:ext>
            </a:extLst>
          </p:cNvPr>
          <p:cNvSpPr txBox="1"/>
          <p:nvPr/>
        </p:nvSpPr>
        <p:spPr>
          <a:xfrm>
            <a:off x="2472787" y="5073944"/>
            <a:ext cx="1653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Helvetica" pitchFamily="2" charset="0"/>
              </a:rPr>
              <a:t>Cyber Attacks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0F443FD-C28A-945E-B30B-05D032672CFA}"/>
              </a:ext>
            </a:extLst>
          </p:cNvPr>
          <p:cNvSpPr/>
          <p:nvPr/>
        </p:nvSpPr>
        <p:spPr>
          <a:xfrm>
            <a:off x="5338716" y="745206"/>
            <a:ext cx="1850118" cy="82799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CN" sz="2000" dirty="0">
                <a:solidFill>
                  <a:schemeClr val="tx1"/>
                </a:solidFill>
                <a:latin typeface="Helvetica" pitchFamily="2" charset="0"/>
                <a:cs typeface="Consolas" panose="020B0609020204030204" pitchFamily="49" charset="0"/>
              </a:rPr>
              <a:t>Package</a:t>
            </a:r>
          </a:p>
          <a:p>
            <a:pPr algn="ctr"/>
            <a:r>
              <a:rPr lang="en-CN" sz="2000" dirty="0">
                <a:solidFill>
                  <a:schemeClr val="tx1"/>
                </a:solidFill>
                <a:latin typeface="Helvetica" pitchFamily="2" charset="0"/>
                <a:cs typeface="Consolas" panose="020B0609020204030204" pitchFamily="49" charset="0"/>
              </a:rPr>
              <a:t>Registry</a:t>
            </a:r>
          </a:p>
          <a:p>
            <a:pPr algn="ctr"/>
            <a:r>
              <a:rPr lang="en-CN" sz="2000" dirty="0">
                <a:solidFill>
                  <a:schemeClr val="tx1"/>
                </a:solidFill>
                <a:latin typeface="Helvetica" pitchFamily="2" charset="0"/>
                <a:cs typeface="Consolas" panose="020B0609020204030204" pitchFamily="49" charset="0"/>
              </a:rPr>
              <a:t>Administrators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0CBAA84-3B49-06CC-6AB9-A1710414812C}"/>
              </a:ext>
            </a:extLst>
          </p:cNvPr>
          <p:cNvCxnSpPr>
            <a:cxnSpLocks/>
          </p:cNvCxnSpPr>
          <p:nvPr/>
        </p:nvCxnSpPr>
        <p:spPr>
          <a:xfrm>
            <a:off x="6243944" y="1714167"/>
            <a:ext cx="0" cy="5436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DAD6E37-F75D-676D-32B2-3F7DB7B08B0C}"/>
              </a:ext>
            </a:extLst>
          </p:cNvPr>
          <p:cNvSpPr txBox="1"/>
          <p:nvPr/>
        </p:nvSpPr>
        <p:spPr>
          <a:xfrm>
            <a:off x="6422200" y="1768876"/>
            <a:ext cx="555345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CN" sz="2000" dirty="0">
                <a:latin typeface="Helvetica" pitchFamily="2" charset="0"/>
                <a:cs typeface="Dubai" panose="020B0503030403030204" pitchFamily="34" charset="-78"/>
              </a:rPr>
              <a:t>Vet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499954E-2F6D-90F0-5D5E-2526B6231B41}"/>
              </a:ext>
            </a:extLst>
          </p:cNvPr>
          <p:cNvCxnSpPr>
            <a:cxnSpLocks/>
          </p:cNvCxnSpPr>
          <p:nvPr/>
        </p:nvCxnSpPr>
        <p:spPr>
          <a:xfrm flipH="1">
            <a:off x="4177841" y="4555875"/>
            <a:ext cx="12744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33367B9-745C-319F-49C3-D7FB07D523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07280" y="2127608"/>
            <a:ext cx="892902" cy="8929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8E6325-7006-63BE-279B-EA1F32DB0F80}"/>
              </a:ext>
            </a:extLst>
          </p:cNvPr>
          <p:cNvSpPr txBox="1"/>
          <p:nvPr/>
        </p:nvSpPr>
        <p:spPr>
          <a:xfrm>
            <a:off x="2642527" y="3123841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Helvetica" pitchFamily="2" charset="0"/>
              </a:rPr>
              <a:t>Attackers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34444A-8C83-A390-F02F-59DA6F603CF7}"/>
              </a:ext>
            </a:extLst>
          </p:cNvPr>
          <p:cNvSpPr txBox="1"/>
          <p:nvPr/>
        </p:nvSpPr>
        <p:spPr>
          <a:xfrm>
            <a:off x="7461020" y="2862521"/>
            <a:ext cx="854721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Install</a:t>
            </a:r>
            <a:endParaRPr lang="en-CN" sz="20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35C5BD5-B82A-47AB-3955-385BC47A832B}"/>
              </a:ext>
            </a:extLst>
          </p:cNvPr>
          <p:cNvSpPr txBox="1"/>
          <p:nvPr/>
        </p:nvSpPr>
        <p:spPr>
          <a:xfrm>
            <a:off x="3486578" y="2191008"/>
            <a:ext cx="898704" cy="369332"/>
          </a:xfrm>
          <a:prstGeom prst="rect">
            <a:avLst/>
          </a:prstGeom>
          <a:solidFill>
            <a:srgbClr val="2E6CA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0CBAA84-3B49-06CC-6AB9-A1710414812C}"/>
              </a:ext>
            </a:extLst>
          </p:cNvPr>
          <p:cNvCxnSpPr>
            <a:cxnSpLocks/>
          </p:cNvCxnSpPr>
          <p:nvPr/>
        </p:nvCxnSpPr>
        <p:spPr>
          <a:xfrm>
            <a:off x="5737495" y="1764994"/>
            <a:ext cx="0" cy="5436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DAD6E37-F75D-676D-32B2-3F7DB7B08B0C}"/>
              </a:ext>
            </a:extLst>
          </p:cNvPr>
          <p:cNvSpPr txBox="1"/>
          <p:nvPr/>
        </p:nvSpPr>
        <p:spPr>
          <a:xfrm>
            <a:off x="5829638" y="1844939"/>
            <a:ext cx="898704" cy="369332"/>
          </a:xfrm>
          <a:prstGeom prst="rect">
            <a:avLst/>
          </a:prstGeom>
          <a:solidFill>
            <a:srgbClr val="CA855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DBBF18-9147-9DB8-3363-4C3C91F7056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60200" y="2154453"/>
            <a:ext cx="1095821" cy="109582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C284125-75AA-5812-0676-5CBA7BE89A67}"/>
              </a:ext>
            </a:extLst>
          </p:cNvPr>
          <p:cNvSpPr txBox="1"/>
          <p:nvPr/>
        </p:nvSpPr>
        <p:spPr>
          <a:xfrm>
            <a:off x="1377345" y="2379737"/>
            <a:ext cx="1178255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Developer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1825524-6FCB-FB1F-D882-D89E051D7DD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82580" y="812602"/>
            <a:ext cx="903927" cy="90392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8B13AB3-6E98-ECC8-6BF5-97222B5A02C1}"/>
              </a:ext>
            </a:extLst>
          </p:cNvPr>
          <p:cNvSpPr txBox="1"/>
          <p:nvPr/>
        </p:nvSpPr>
        <p:spPr>
          <a:xfrm>
            <a:off x="3881607" y="940110"/>
            <a:ext cx="1505031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Registry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3C3EE28-D4FA-3074-CBFE-88512291BA43}"/>
              </a:ext>
            </a:extLst>
          </p:cNvPr>
          <p:cNvSpPr/>
          <p:nvPr/>
        </p:nvSpPr>
        <p:spPr>
          <a:xfrm>
            <a:off x="4572047" y="2390939"/>
            <a:ext cx="2327179" cy="637996"/>
          </a:xfrm>
          <a:prstGeom prst="roundRect">
            <a:avLst>
              <a:gd name="adj" fmla="val 692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 dirty="0">
              <a:solidFill>
                <a:schemeClr val="tx1"/>
              </a:solidFill>
              <a:latin typeface="Helvetica" pitchFamily="2" charset="0"/>
            </a:endParaRPr>
          </a:p>
        </p:txBody>
      </p:sp>
      <p:pic>
        <p:nvPicPr>
          <p:cNvPr id="14" name="图形 47">
            <a:extLst>
              <a:ext uri="{FF2B5EF4-FFF2-40B4-BE49-F238E27FC236}">
                <a16:creationId xmlns:a16="http://schemas.microsoft.com/office/drawing/2014/main" id="{FB7D8C8D-C120-F8F4-5843-B7E95E5A45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8403" y="2509033"/>
            <a:ext cx="1069664" cy="411409"/>
          </a:xfrm>
          <a:prstGeom prst="rect">
            <a:avLst/>
          </a:prstGeom>
          <a:scene3d>
            <a:camera prst="orthographicFront">
              <a:rot lat="0" lon="20099980" rev="0"/>
            </a:camera>
            <a:lightRig rig="threePt" dir="t"/>
          </a:scene3d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DC771B4-CDFC-DA62-D2E8-1576F98DB0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6299" y="2505341"/>
            <a:ext cx="1045383" cy="41140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9D609D7-5C68-8ABB-538D-5976818901CC}"/>
              </a:ext>
            </a:extLst>
          </p:cNvPr>
          <p:cNvSpPr txBox="1"/>
          <p:nvPr/>
        </p:nvSpPr>
        <p:spPr>
          <a:xfrm>
            <a:off x="4692653" y="3042169"/>
            <a:ext cx="208596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6AEAAFB-B6E0-821B-3694-64E911F3AE42}"/>
              </a:ext>
            </a:extLst>
          </p:cNvPr>
          <p:cNvCxnSpPr>
            <a:cxnSpLocks/>
          </p:cNvCxnSpPr>
          <p:nvPr/>
        </p:nvCxnSpPr>
        <p:spPr>
          <a:xfrm>
            <a:off x="3394225" y="2663619"/>
            <a:ext cx="109582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0D0A71B-28E6-7767-E5F2-4989A98120D3}"/>
              </a:ext>
            </a:extLst>
          </p:cNvPr>
          <p:cNvSpPr txBox="1"/>
          <p:nvPr/>
        </p:nvSpPr>
        <p:spPr>
          <a:xfrm>
            <a:off x="7067649" y="2224984"/>
            <a:ext cx="898704" cy="369332"/>
          </a:xfrm>
          <a:prstGeom prst="rect">
            <a:avLst/>
          </a:prstGeom>
          <a:solidFill>
            <a:srgbClr val="699A4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A822B80-029F-3E95-D185-E433347CF4DD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32470" y="2207417"/>
            <a:ext cx="980355" cy="980355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1A51715-6A4A-8B11-57B5-43F72E98009B}"/>
              </a:ext>
            </a:extLst>
          </p:cNvPr>
          <p:cNvCxnSpPr>
            <a:cxnSpLocks/>
          </p:cNvCxnSpPr>
          <p:nvPr/>
        </p:nvCxnSpPr>
        <p:spPr>
          <a:xfrm>
            <a:off x="6975296" y="2697595"/>
            <a:ext cx="109582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7D39F1B-B549-1DD1-4B54-D7B776D08BCC}"/>
              </a:ext>
            </a:extLst>
          </p:cNvPr>
          <p:cNvSpPr txBox="1"/>
          <p:nvPr/>
        </p:nvSpPr>
        <p:spPr>
          <a:xfrm>
            <a:off x="8507144" y="2384936"/>
            <a:ext cx="1277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97501FA-F247-2512-79BD-6B9E29F9A3D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8839" t="7990" r="10204" b="12620"/>
          <a:stretch/>
        </p:blipFill>
        <p:spPr>
          <a:xfrm>
            <a:off x="3773266" y="1844019"/>
            <a:ext cx="325328" cy="3190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9041879-E447-A52D-CD5E-33173C7C8DD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8839" t="7990" r="10204" b="12620"/>
          <a:stretch/>
        </p:blipFill>
        <p:spPr>
          <a:xfrm>
            <a:off x="6105050" y="1513404"/>
            <a:ext cx="325328" cy="31903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195C813-93A3-5382-6970-4BBFC999E56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8839" t="7990" r="10204" b="12620"/>
          <a:stretch/>
        </p:blipFill>
        <p:spPr>
          <a:xfrm>
            <a:off x="7354337" y="1876208"/>
            <a:ext cx="325328" cy="31903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EC5EC98-2EC9-8D4B-FDF3-DFA1DEE08AEF}"/>
              </a:ext>
            </a:extLst>
          </p:cNvPr>
          <p:cNvSpPr txBox="1"/>
          <p:nvPr/>
        </p:nvSpPr>
        <p:spPr>
          <a:xfrm>
            <a:off x="3493429" y="2855988"/>
            <a:ext cx="898704" cy="369332"/>
          </a:xfrm>
          <a:prstGeom prst="rect">
            <a:avLst/>
          </a:prstGeom>
          <a:solidFill>
            <a:srgbClr val="2E6CA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D5A5347-8DC1-53FB-9BB2-342E92CFCEFD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8839" t="7990" r="10204" b="12620"/>
          <a:stretch/>
        </p:blipFill>
        <p:spPr>
          <a:xfrm>
            <a:off x="3773266" y="3257273"/>
            <a:ext cx="325328" cy="319033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62486C7-D9B2-868E-DD72-0F3098992BDC}"/>
              </a:ext>
            </a:extLst>
          </p:cNvPr>
          <p:cNvCxnSpPr>
            <a:cxnSpLocks/>
          </p:cNvCxnSpPr>
          <p:nvPr/>
        </p:nvCxnSpPr>
        <p:spPr>
          <a:xfrm>
            <a:off x="3394225" y="2753118"/>
            <a:ext cx="1095821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05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2814</TotalTime>
  <Words>39</Words>
  <Application>Microsoft Macintosh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Helvetica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Kaifeng Huang</dc:creator>
  <cp:lastModifiedBy>Bihuan Chen</cp:lastModifiedBy>
  <cp:revision>107</cp:revision>
  <dcterms:created xsi:type="dcterms:W3CDTF">2023-04-29T14:25:30Z</dcterms:created>
  <dcterms:modified xsi:type="dcterms:W3CDTF">2023-06-03T09:07:32Z</dcterms:modified>
</cp:coreProperties>
</file>