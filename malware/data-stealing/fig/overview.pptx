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327" r:id="rId2"/>
    <p:sldId id="325" r:id="rId3"/>
    <p:sldId id="324" r:id="rId4"/>
    <p:sldId id="326" r:id="rId5"/>
  </p:sldIdLst>
  <p:sldSz cx="288004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F7FB"/>
    <a:srgbClr val="DCEDD2"/>
    <a:srgbClr val="FFD966"/>
    <a:srgbClr val="F5CCCD"/>
    <a:srgbClr val="0000FF"/>
    <a:srgbClr val="D9D9D9"/>
    <a:srgbClr val="C1CEF3"/>
    <a:srgbClr val="F1EEF1"/>
    <a:srgbClr val="2E76B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07"/>
    <p:restoredTop sz="96327"/>
  </p:normalViewPr>
  <p:slideViewPr>
    <p:cSldViewPr snapToGrid="0">
      <p:cViewPr varScale="1">
        <p:scale>
          <a:sx n="53" d="100"/>
          <a:sy n="53" d="100"/>
        </p:scale>
        <p:origin x="248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71F5C-4B9A-B742-AA38-05AD7BEEDFCD}" type="datetimeFigureOut">
              <a:rPr lang="en-CN" smtClean="0"/>
              <a:t>2023/8/19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ADDAA-3E19-5245-A5B9-B8ABC093BA9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8578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768</a:t>
            </a:r>
            <a:r>
              <a:rPr lang="zh-CN" altLang="en-US" dirty="0"/>
              <a:t>维的向量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P</a:t>
            </a:r>
            <a:r>
              <a:rPr lang="en-CN" dirty="0"/>
              <a:t>ypi + 1/10 Npm -&gt; Npm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ADDAA-3E19-5245-A5B9-B8ABC093BA97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43033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768</a:t>
            </a:r>
            <a:r>
              <a:rPr lang="zh-CN" altLang="en-US" dirty="0"/>
              <a:t>维的向量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P</a:t>
            </a:r>
            <a:r>
              <a:rPr lang="en-CN" dirty="0"/>
              <a:t>ypi + 1/10 Npm -&gt; Npm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ADDAA-3E19-5245-A5B9-B8ABC093BA97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7455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768</a:t>
            </a:r>
            <a:r>
              <a:rPr lang="zh-CN" altLang="en-US" dirty="0"/>
              <a:t>维的向量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P</a:t>
            </a:r>
            <a:r>
              <a:rPr lang="en-CN" dirty="0"/>
              <a:t>ypi + 1/10 Npm -&gt; Npm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ADDAA-3E19-5245-A5B9-B8ABC093BA97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4408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356703"/>
            <a:ext cx="2160031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7563446"/>
            <a:ext cx="2160031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956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0422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3590055"/>
            <a:ext cx="24840367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9636811"/>
            <a:ext cx="24840367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174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3833390"/>
            <a:ext cx="1224018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3833390"/>
            <a:ext cx="1224018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25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766679"/>
            <a:ext cx="24840367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3530053"/>
            <a:ext cx="12183929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5260078"/>
            <a:ext cx="12183929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3530053"/>
            <a:ext cx="1224393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5260078"/>
            <a:ext cx="12243932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760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085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480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073365"/>
            <a:ext cx="14580215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673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073365"/>
            <a:ext cx="14580215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618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416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766678"/>
            <a:ext cx="6210092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766678"/>
            <a:ext cx="1827027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522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766679"/>
            <a:ext cx="2484036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3833390"/>
            <a:ext cx="2484036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9E348-27B5-B041-9508-C4590E2B3FC4}" type="datetimeFigureOut">
              <a:rPr kumimoji="1" lang="zh-CN" altLang="en-US" smtClean="0"/>
              <a:t>2023/8/19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3346865"/>
            <a:ext cx="972014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44DCC-9FD8-3C48-9965-0698CA0A19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008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68769C9-6ABB-3D11-548C-12B7CE1E8FA6}"/>
              </a:ext>
            </a:extLst>
          </p:cNvPr>
          <p:cNvSpPr/>
          <p:nvPr/>
        </p:nvSpPr>
        <p:spPr>
          <a:xfrm>
            <a:off x="906177" y="1667142"/>
            <a:ext cx="3122916" cy="3983374"/>
          </a:xfrm>
          <a:prstGeom prst="roundRect">
            <a:avLst>
              <a:gd name="adj" fmla="val 540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E89203A-CDE8-9591-D362-806EEB9DE403}"/>
              </a:ext>
            </a:extLst>
          </p:cNvPr>
          <p:cNvSpPr txBox="1"/>
          <p:nvPr/>
        </p:nvSpPr>
        <p:spPr>
          <a:xfrm>
            <a:off x="6970477" y="5134572"/>
            <a:ext cx="5613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Behavior</a:t>
            </a:r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Sequence Generator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34" name="图形 33">
            <a:extLst>
              <a:ext uri="{FF2B5EF4-FFF2-40B4-BE49-F238E27FC236}">
                <a16:creationId xmlns:a16="http://schemas.microsoft.com/office/drawing/2014/main" id="{F5CC6926-C283-49A4-9E3D-8957F675E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9413" y="1832795"/>
            <a:ext cx="1312936" cy="1319181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A3B56129-242B-ED58-1CDE-561D0FCB94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9375" y="2030561"/>
            <a:ext cx="1001384" cy="385148"/>
          </a:xfrm>
          <a:prstGeom prst="rect">
            <a:avLst/>
          </a:prstGeom>
          <a:scene3d>
            <a:camera prst="orthographicFront">
              <a:rot lat="0" lon="20099980" rev="0"/>
            </a:camera>
            <a:lightRig rig="threePt" dir="t"/>
          </a:scene3d>
        </p:spPr>
      </p:pic>
      <p:sp>
        <p:nvSpPr>
          <p:cNvPr id="6" name="文本框 16">
            <a:extLst>
              <a:ext uri="{FF2B5EF4-FFF2-40B4-BE49-F238E27FC236}">
                <a16:creationId xmlns:a16="http://schemas.microsoft.com/office/drawing/2014/main" id="{2039CD8B-E033-7C8A-7341-1D3B3A5924F8}"/>
              </a:ext>
            </a:extLst>
          </p:cNvPr>
          <p:cNvSpPr txBox="1"/>
          <p:nvPr/>
        </p:nvSpPr>
        <p:spPr>
          <a:xfrm>
            <a:off x="1128024" y="3117988"/>
            <a:ext cx="2835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Training Packages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7" name="文本框 16">
            <a:extLst>
              <a:ext uri="{FF2B5EF4-FFF2-40B4-BE49-F238E27FC236}">
                <a16:creationId xmlns:a16="http://schemas.microsoft.com/office/drawing/2014/main" id="{D3C28266-4BD7-CDC4-9F79-81A2CF025D50}"/>
              </a:ext>
            </a:extLst>
          </p:cNvPr>
          <p:cNvSpPr txBox="1"/>
          <p:nvPr/>
        </p:nvSpPr>
        <p:spPr>
          <a:xfrm>
            <a:off x="1127725" y="4877336"/>
            <a:ext cx="272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Testing Packages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12" name="图形 33">
            <a:extLst>
              <a:ext uri="{FF2B5EF4-FFF2-40B4-BE49-F238E27FC236}">
                <a16:creationId xmlns:a16="http://schemas.microsoft.com/office/drawing/2014/main" id="{78C1CCF1-ED54-5F02-FA00-2A223B36E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0112" y="3631884"/>
            <a:ext cx="1312936" cy="131918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5BC812B-C7AB-9E7D-F749-3050BB105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312" y="3369580"/>
            <a:ext cx="727205" cy="727205"/>
          </a:xfrm>
          <a:prstGeom prst="rect">
            <a:avLst/>
          </a:prstGeom>
        </p:spPr>
      </p:pic>
      <p:sp>
        <p:nvSpPr>
          <p:cNvPr id="11" name="椭圆 58">
            <a:extLst>
              <a:ext uri="{FF2B5EF4-FFF2-40B4-BE49-F238E27FC236}">
                <a16:creationId xmlns:a16="http://schemas.microsoft.com/office/drawing/2014/main" id="{59375C00-366C-D839-7027-9D1AB9148F00}"/>
              </a:ext>
            </a:extLst>
          </p:cNvPr>
          <p:cNvSpPr/>
          <p:nvPr/>
        </p:nvSpPr>
        <p:spPr>
          <a:xfrm>
            <a:off x="9724472" y="3703380"/>
            <a:ext cx="100010" cy="982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59">
            <a:extLst>
              <a:ext uri="{FF2B5EF4-FFF2-40B4-BE49-F238E27FC236}">
                <a16:creationId xmlns:a16="http://schemas.microsoft.com/office/drawing/2014/main" id="{8DDA6B88-2F73-E1B4-1361-C0F2A76AB879}"/>
              </a:ext>
            </a:extLst>
          </p:cNvPr>
          <p:cNvSpPr/>
          <p:nvPr/>
        </p:nvSpPr>
        <p:spPr>
          <a:xfrm>
            <a:off x="9856426" y="3703381"/>
            <a:ext cx="100010" cy="982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65">
            <a:extLst>
              <a:ext uri="{FF2B5EF4-FFF2-40B4-BE49-F238E27FC236}">
                <a16:creationId xmlns:a16="http://schemas.microsoft.com/office/drawing/2014/main" id="{6E2661E8-B5DA-1D9D-2E19-2D98DDB6B42C}"/>
              </a:ext>
            </a:extLst>
          </p:cNvPr>
          <p:cNvSpPr/>
          <p:nvPr/>
        </p:nvSpPr>
        <p:spPr>
          <a:xfrm>
            <a:off x="9988072" y="3703380"/>
            <a:ext cx="100010" cy="982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圆角右箭头 25">
            <a:extLst>
              <a:ext uri="{FF2B5EF4-FFF2-40B4-BE49-F238E27FC236}">
                <a16:creationId xmlns:a16="http://schemas.microsoft.com/office/drawing/2014/main" id="{B3C52C9B-68B5-10FD-7A0E-67163D29BB12}"/>
              </a:ext>
            </a:extLst>
          </p:cNvPr>
          <p:cNvSpPr/>
          <p:nvPr/>
        </p:nvSpPr>
        <p:spPr>
          <a:xfrm>
            <a:off x="8256723" y="2903802"/>
            <a:ext cx="731014" cy="847213"/>
          </a:xfrm>
          <a:prstGeom prst="bentArrow">
            <a:avLst>
              <a:gd name="adj1" fmla="val 6002"/>
              <a:gd name="adj2" fmla="val 15641"/>
              <a:gd name="adj3" fmla="val 36230"/>
              <a:gd name="adj4" fmla="val 4375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9" name="圆角右箭头 26">
            <a:extLst>
              <a:ext uri="{FF2B5EF4-FFF2-40B4-BE49-F238E27FC236}">
                <a16:creationId xmlns:a16="http://schemas.microsoft.com/office/drawing/2014/main" id="{E626CA94-7D7F-5942-51C8-CB23E8BA76AF}"/>
              </a:ext>
            </a:extLst>
          </p:cNvPr>
          <p:cNvSpPr/>
          <p:nvPr/>
        </p:nvSpPr>
        <p:spPr>
          <a:xfrm rot="10800000" flipH="1">
            <a:off x="8256721" y="3747232"/>
            <a:ext cx="731014" cy="847211"/>
          </a:xfrm>
          <a:prstGeom prst="bentArrow">
            <a:avLst>
              <a:gd name="adj1" fmla="val 6346"/>
              <a:gd name="adj2" fmla="val 15641"/>
              <a:gd name="adj3" fmla="val 36230"/>
              <a:gd name="adj4" fmla="val 4375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" name="右箭头 36">
            <a:extLst>
              <a:ext uri="{FF2B5EF4-FFF2-40B4-BE49-F238E27FC236}">
                <a16:creationId xmlns:a16="http://schemas.microsoft.com/office/drawing/2014/main" id="{04EE19C7-D0A5-DA73-1BFB-ADA7DF6641C4}"/>
              </a:ext>
            </a:extLst>
          </p:cNvPr>
          <p:cNvSpPr/>
          <p:nvPr/>
        </p:nvSpPr>
        <p:spPr>
          <a:xfrm>
            <a:off x="8259332" y="3631137"/>
            <a:ext cx="728403" cy="227403"/>
          </a:xfrm>
          <a:prstGeom prst="rightArrow">
            <a:avLst>
              <a:gd name="adj1" fmla="val 20542"/>
              <a:gd name="adj2" fmla="val 1069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80CC28D-5954-713C-3CE6-6D5D19CC56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7070" y="3323532"/>
            <a:ext cx="727205" cy="72720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C66A90C-052B-1DB4-DA6A-6C36EF44F1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312" y="2643516"/>
            <a:ext cx="727205" cy="72720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0143A09-D8FD-17B1-EAC8-5A73FB8F7F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312" y="4095643"/>
            <a:ext cx="727205" cy="727205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786DC9-D8E7-6313-AE48-6E8716FB3912}"/>
              </a:ext>
            </a:extLst>
          </p:cNvPr>
          <p:cNvCxnSpPr>
            <a:cxnSpLocks/>
          </p:cNvCxnSpPr>
          <p:nvPr/>
        </p:nvCxnSpPr>
        <p:spPr>
          <a:xfrm>
            <a:off x="7703980" y="3640583"/>
            <a:ext cx="288000" cy="0"/>
          </a:xfrm>
          <a:prstGeom prst="line">
            <a:avLst/>
          </a:prstGeom>
          <a:ln w="476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60C3FE-9539-BE38-B133-D0A7C4A891D9}"/>
              </a:ext>
            </a:extLst>
          </p:cNvPr>
          <p:cNvCxnSpPr>
            <a:cxnSpLocks/>
          </p:cNvCxnSpPr>
          <p:nvPr/>
        </p:nvCxnSpPr>
        <p:spPr>
          <a:xfrm>
            <a:off x="9137510" y="3781259"/>
            <a:ext cx="21600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72A31D-D411-4847-C2AD-85B07F1C7A27}"/>
              </a:ext>
            </a:extLst>
          </p:cNvPr>
          <p:cNvCxnSpPr>
            <a:cxnSpLocks/>
          </p:cNvCxnSpPr>
          <p:nvPr/>
        </p:nvCxnSpPr>
        <p:spPr>
          <a:xfrm>
            <a:off x="9137507" y="4320524"/>
            <a:ext cx="108000" cy="0"/>
          </a:xfrm>
          <a:prstGeom prst="line">
            <a:avLst/>
          </a:prstGeom>
          <a:ln w="476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FF3CC9-B13D-EC6A-89F5-F5D8025784AC}"/>
              </a:ext>
            </a:extLst>
          </p:cNvPr>
          <p:cNvCxnSpPr>
            <a:cxnSpLocks/>
          </p:cNvCxnSpPr>
          <p:nvPr/>
        </p:nvCxnSpPr>
        <p:spPr>
          <a:xfrm>
            <a:off x="9135729" y="3145142"/>
            <a:ext cx="296265" cy="0"/>
          </a:xfrm>
          <a:prstGeom prst="line">
            <a:avLst/>
          </a:prstGeom>
          <a:ln w="476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">
            <a:extLst>
              <a:ext uri="{FF2B5EF4-FFF2-40B4-BE49-F238E27FC236}">
                <a16:creationId xmlns:a16="http://schemas.microsoft.com/office/drawing/2014/main" id="{B640A227-816F-3615-9E67-33C1642D9B62}"/>
              </a:ext>
            </a:extLst>
          </p:cNvPr>
          <p:cNvCxnSpPr>
            <a:cxnSpLocks/>
          </p:cNvCxnSpPr>
          <p:nvPr/>
        </p:nvCxnSpPr>
        <p:spPr>
          <a:xfrm>
            <a:off x="10332408" y="3734417"/>
            <a:ext cx="574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DD0BE1-B111-3479-ADD3-49E2F1AC4BD3}"/>
              </a:ext>
            </a:extLst>
          </p:cNvPr>
          <p:cNvSpPr txBox="1"/>
          <p:nvPr/>
        </p:nvSpPr>
        <p:spPr>
          <a:xfrm>
            <a:off x="11105525" y="2995703"/>
            <a:ext cx="704039" cy="14773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1B78935-66B9-01D7-6D63-841AE1D5BFE6}"/>
              </a:ext>
            </a:extLst>
          </p:cNvPr>
          <p:cNvSpPr/>
          <p:nvPr/>
        </p:nvSpPr>
        <p:spPr>
          <a:xfrm>
            <a:off x="11523803" y="3098250"/>
            <a:ext cx="201600" cy="203200"/>
          </a:xfrm>
          <a:prstGeom prst="rect">
            <a:avLst/>
          </a:prstGeom>
          <a:pattFill prst="lgGrid">
            <a:fgClr>
              <a:srgbClr val="05B05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A65232-95A9-17CD-06F9-E6E6CF7CB776}"/>
              </a:ext>
            </a:extLst>
          </p:cNvPr>
          <p:cNvSpPr/>
          <p:nvPr/>
        </p:nvSpPr>
        <p:spPr>
          <a:xfrm>
            <a:off x="11523803" y="3363408"/>
            <a:ext cx="201600" cy="203200"/>
          </a:xfrm>
          <a:prstGeom prst="rect">
            <a:avLst/>
          </a:prstGeom>
          <a:pattFill prst="lgCheck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33DD59B-D454-7738-BC55-6647355241F3}"/>
              </a:ext>
            </a:extLst>
          </p:cNvPr>
          <p:cNvSpPr/>
          <p:nvPr/>
        </p:nvSpPr>
        <p:spPr>
          <a:xfrm>
            <a:off x="11523803" y="3628566"/>
            <a:ext cx="201600" cy="2032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9A4728-914E-CA89-AF65-CFFF823EB5D6}"/>
              </a:ext>
            </a:extLst>
          </p:cNvPr>
          <p:cNvSpPr/>
          <p:nvPr/>
        </p:nvSpPr>
        <p:spPr>
          <a:xfrm>
            <a:off x="11523803" y="3893723"/>
            <a:ext cx="201600" cy="203200"/>
          </a:xfrm>
          <a:prstGeom prst="rect">
            <a:avLst/>
          </a:prstGeom>
          <a:pattFill prst="wdUpDiag">
            <a:fgClr>
              <a:srgbClr val="2E76B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2CDE9E6D-5690-F0F8-277B-D9746CA6F1B1}"/>
              </a:ext>
            </a:extLst>
          </p:cNvPr>
          <p:cNvSpPr txBox="1"/>
          <p:nvPr/>
        </p:nvSpPr>
        <p:spPr>
          <a:xfrm>
            <a:off x="12712464" y="5134572"/>
            <a:ext cx="4893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Maliciousness</a:t>
            </a:r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Classifier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27" name="图形 47">
            <a:extLst>
              <a:ext uri="{FF2B5EF4-FFF2-40B4-BE49-F238E27FC236}">
                <a16:creationId xmlns:a16="http://schemas.microsoft.com/office/drawing/2014/main" id="{99360E06-AA6D-5CF9-1A9A-6F40B0F92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271" y="3819254"/>
            <a:ext cx="1001384" cy="385148"/>
          </a:xfrm>
          <a:prstGeom prst="rect">
            <a:avLst/>
          </a:prstGeom>
          <a:scene3d>
            <a:camera prst="orthographicFront">
              <a:rot lat="0" lon="20099980" rev="0"/>
            </a:camera>
            <a:lightRig rig="threePt" dir="t"/>
          </a:scene3d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48C0CF6-51AA-5543-5EB6-0E2FFFB65AD7}"/>
              </a:ext>
            </a:extLst>
          </p:cNvPr>
          <p:cNvSpPr/>
          <p:nvPr/>
        </p:nvSpPr>
        <p:spPr>
          <a:xfrm>
            <a:off x="7690607" y="3613500"/>
            <a:ext cx="316744" cy="61958"/>
          </a:xfrm>
          <a:prstGeom prst="rect">
            <a:avLst/>
          </a:prstGeom>
          <a:pattFill prst="lgGrid">
            <a:fgClr>
              <a:srgbClr val="05B05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536BF2-D516-3DFE-265C-C6394D71043E}"/>
              </a:ext>
            </a:extLst>
          </p:cNvPr>
          <p:cNvSpPr/>
          <p:nvPr/>
        </p:nvSpPr>
        <p:spPr>
          <a:xfrm>
            <a:off x="9122356" y="3107064"/>
            <a:ext cx="309638" cy="66989"/>
          </a:xfrm>
          <a:prstGeom prst="rect">
            <a:avLst/>
          </a:prstGeom>
          <a:pattFill prst="lgCheck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DD5110-FE78-82F9-47F3-1CDE62C962DE}"/>
              </a:ext>
            </a:extLst>
          </p:cNvPr>
          <p:cNvSpPr/>
          <p:nvPr/>
        </p:nvSpPr>
        <p:spPr>
          <a:xfrm>
            <a:off x="9132304" y="3737427"/>
            <a:ext cx="239514" cy="80774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E7F401-2D76-58B8-E5B9-AE79599CC6DD}"/>
              </a:ext>
            </a:extLst>
          </p:cNvPr>
          <p:cNvSpPr/>
          <p:nvPr/>
        </p:nvSpPr>
        <p:spPr>
          <a:xfrm>
            <a:off x="9122356" y="4298191"/>
            <a:ext cx="182087" cy="45719"/>
          </a:xfrm>
          <a:prstGeom prst="rect">
            <a:avLst/>
          </a:prstGeom>
          <a:pattFill prst="wdUpDiag">
            <a:fgClr>
              <a:srgbClr val="2E76B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7ABAFAB6-B3CA-6DD7-6FDA-C6D079B3D490}"/>
              </a:ext>
            </a:extLst>
          </p:cNvPr>
          <p:cNvSpPr/>
          <p:nvPr/>
        </p:nvSpPr>
        <p:spPr>
          <a:xfrm>
            <a:off x="4447371" y="3499972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E5D00172-0FC1-2506-51A1-9B674BE7EC4B}"/>
              </a:ext>
            </a:extLst>
          </p:cNvPr>
          <p:cNvSpPr/>
          <p:nvPr/>
        </p:nvSpPr>
        <p:spPr>
          <a:xfrm>
            <a:off x="12195878" y="3531930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DCCA07-50AB-C017-317B-7FFCF0D182EE}"/>
              </a:ext>
            </a:extLst>
          </p:cNvPr>
          <p:cNvSpPr txBox="1"/>
          <p:nvPr/>
        </p:nvSpPr>
        <p:spPr>
          <a:xfrm>
            <a:off x="4263552" y="5127296"/>
            <a:ext cx="311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Feature </a:t>
            </a:r>
            <a:r>
              <a:rPr kumimoji="1" lang="en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Extractor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C5E89-AD5F-EFE0-7841-B62ABAAB63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5212" y="2988532"/>
            <a:ext cx="1365779" cy="1365779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74C292B5-0B84-5ADC-EF59-CA29432C7BBB}"/>
              </a:ext>
            </a:extLst>
          </p:cNvPr>
          <p:cNvSpPr/>
          <p:nvPr/>
        </p:nvSpPr>
        <p:spPr>
          <a:xfrm>
            <a:off x="6849476" y="3501201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4805CFC-D29E-93E7-3E29-6B23942B9EE7}"/>
              </a:ext>
            </a:extLst>
          </p:cNvPr>
          <p:cNvSpPr/>
          <p:nvPr/>
        </p:nvSpPr>
        <p:spPr>
          <a:xfrm>
            <a:off x="12935207" y="2293195"/>
            <a:ext cx="4232932" cy="2831205"/>
          </a:xfrm>
          <a:prstGeom prst="roundRect">
            <a:avLst>
              <a:gd name="adj" fmla="val 5778"/>
            </a:avLst>
          </a:prstGeom>
          <a:solidFill>
            <a:srgbClr val="F1EE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FA48774-52FB-CEEB-7062-53B3B944D5F9}"/>
              </a:ext>
            </a:extLst>
          </p:cNvPr>
          <p:cNvSpPr/>
          <p:nvPr/>
        </p:nvSpPr>
        <p:spPr>
          <a:xfrm>
            <a:off x="13191154" y="2578616"/>
            <a:ext cx="3722311" cy="1137156"/>
          </a:xfrm>
          <a:prstGeom prst="rect">
            <a:avLst/>
          </a:prstGeom>
          <a:solidFill>
            <a:srgbClr val="C1CEF3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53078C-0757-7F8D-964B-3B4C5C010F0A}"/>
              </a:ext>
            </a:extLst>
          </p:cNvPr>
          <p:cNvSpPr txBox="1"/>
          <p:nvPr/>
        </p:nvSpPr>
        <p:spPr>
          <a:xfrm>
            <a:off x="14755488" y="2863629"/>
            <a:ext cx="921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/>
              <a:t>BERT</a:t>
            </a:r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A23D6970-D962-9ACB-B310-B8C8D9B39739}"/>
              </a:ext>
            </a:extLst>
          </p:cNvPr>
          <p:cNvSpPr/>
          <p:nvPr/>
        </p:nvSpPr>
        <p:spPr>
          <a:xfrm rot="16200000">
            <a:off x="13380079" y="3550343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Arrow 67">
            <a:extLst>
              <a:ext uri="{FF2B5EF4-FFF2-40B4-BE49-F238E27FC236}">
                <a16:creationId xmlns:a16="http://schemas.microsoft.com/office/drawing/2014/main" id="{6C3F0897-638D-A231-5589-7FB0EF914C9F}"/>
              </a:ext>
            </a:extLst>
          </p:cNvPr>
          <p:cNvSpPr/>
          <p:nvPr/>
        </p:nvSpPr>
        <p:spPr>
          <a:xfrm rot="16200000">
            <a:off x="13886485" y="3556203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471900CD-8C5C-D1AE-2514-2B37BA96BA43}"/>
              </a:ext>
            </a:extLst>
          </p:cNvPr>
          <p:cNvSpPr/>
          <p:nvPr/>
        </p:nvSpPr>
        <p:spPr>
          <a:xfrm rot="16200000">
            <a:off x="14855151" y="3556202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498440-E02B-FA28-3BB6-2CF05C549F18}"/>
              </a:ext>
            </a:extLst>
          </p:cNvPr>
          <p:cNvSpPr txBox="1"/>
          <p:nvPr/>
        </p:nvSpPr>
        <p:spPr>
          <a:xfrm>
            <a:off x="14457764" y="4847401"/>
            <a:ext cx="1377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200" dirty="0"/>
              <a:t>Behavior Sequence</a:t>
            </a:r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E703CF00-7367-0CA3-9D43-654C8D4F4761}"/>
              </a:ext>
            </a:extLst>
          </p:cNvPr>
          <p:cNvSpPr/>
          <p:nvPr/>
        </p:nvSpPr>
        <p:spPr>
          <a:xfrm rot="16200000">
            <a:off x="15017161" y="4557513"/>
            <a:ext cx="234170" cy="361876"/>
          </a:xfrm>
          <a:prstGeom prst="rightArrow">
            <a:avLst/>
          </a:prstGeom>
          <a:solidFill>
            <a:srgbClr val="0000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8" name="Snip Same Side Corner Rectangle 77">
            <a:extLst>
              <a:ext uri="{FF2B5EF4-FFF2-40B4-BE49-F238E27FC236}">
                <a16:creationId xmlns:a16="http://schemas.microsoft.com/office/drawing/2014/main" id="{1F51511D-99E6-1CC1-1141-57D31941B80E}"/>
              </a:ext>
            </a:extLst>
          </p:cNvPr>
          <p:cNvSpPr/>
          <p:nvPr/>
        </p:nvSpPr>
        <p:spPr>
          <a:xfrm>
            <a:off x="13231090" y="3977089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[CLS]</a:t>
            </a:r>
          </a:p>
        </p:txBody>
      </p:sp>
      <p:sp>
        <p:nvSpPr>
          <p:cNvPr id="79" name="Snip Same Side Corner Rectangle 78">
            <a:extLst>
              <a:ext uri="{FF2B5EF4-FFF2-40B4-BE49-F238E27FC236}">
                <a16:creationId xmlns:a16="http://schemas.microsoft.com/office/drawing/2014/main" id="{85DEC068-B404-EF58-3C31-68BDF5962461}"/>
              </a:ext>
            </a:extLst>
          </p:cNvPr>
          <p:cNvSpPr/>
          <p:nvPr/>
        </p:nvSpPr>
        <p:spPr>
          <a:xfrm>
            <a:off x="13753988" y="3983146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Tok 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9FBB09-57B2-3CC8-AD72-620128475BBE}"/>
              </a:ext>
            </a:extLst>
          </p:cNvPr>
          <p:cNvSpPr txBox="1"/>
          <p:nvPr/>
        </p:nvSpPr>
        <p:spPr>
          <a:xfrm>
            <a:off x="14324422" y="4013550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84" name="Snip Same Side Corner Rectangle 83">
            <a:extLst>
              <a:ext uri="{FF2B5EF4-FFF2-40B4-BE49-F238E27FC236}">
                <a16:creationId xmlns:a16="http://schemas.microsoft.com/office/drawing/2014/main" id="{248D9496-96F1-0AAF-34A9-60915EE12281}"/>
              </a:ext>
            </a:extLst>
          </p:cNvPr>
          <p:cNvSpPr/>
          <p:nvPr/>
        </p:nvSpPr>
        <p:spPr>
          <a:xfrm>
            <a:off x="14722654" y="3989375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Tok 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71B100-F3C8-D29F-D098-047E69880F43}"/>
              </a:ext>
            </a:extLst>
          </p:cNvPr>
          <p:cNvSpPr txBox="1"/>
          <p:nvPr/>
        </p:nvSpPr>
        <p:spPr>
          <a:xfrm>
            <a:off x="14110869" y="4417567"/>
            <a:ext cx="749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</a:t>
            </a:r>
            <a:r>
              <a:rPr lang="en-CN" sz="1200" dirty="0"/>
              <a:t>eature 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D2E433-390F-6E6D-3AC3-6B88D6C01A48}"/>
              </a:ext>
            </a:extLst>
          </p:cNvPr>
          <p:cNvSpPr txBox="1"/>
          <p:nvPr/>
        </p:nvSpPr>
        <p:spPr>
          <a:xfrm>
            <a:off x="16843720" y="4383085"/>
            <a:ext cx="29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520DFED7-462B-8B9F-B537-28EFE73ADDB1}"/>
              </a:ext>
            </a:extLst>
          </p:cNvPr>
          <p:cNvCxnSpPr>
            <a:stCxn id="79" idx="1"/>
            <a:endCxn id="94" idx="0"/>
          </p:cNvCxnSpPr>
          <p:nvPr/>
        </p:nvCxnSpPr>
        <p:spPr>
          <a:xfrm rot="16200000" flipH="1">
            <a:off x="14178263" y="4110146"/>
            <a:ext cx="109072" cy="50577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993E1ED9-43A7-1CAC-8224-007A617338E1}"/>
              </a:ext>
            </a:extLst>
          </p:cNvPr>
          <p:cNvCxnSpPr>
            <a:stCxn id="94" idx="0"/>
            <a:endCxn id="84" idx="1"/>
          </p:cNvCxnSpPr>
          <p:nvPr/>
        </p:nvCxnSpPr>
        <p:spPr>
          <a:xfrm rot="5400000" flipH="1" flipV="1">
            <a:off x="14665711" y="4134698"/>
            <a:ext cx="102843" cy="462896"/>
          </a:xfrm>
          <a:prstGeom prst="bentConnector3">
            <a:avLst>
              <a:gd name="adj1" fmla="val 53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CBC0228-4B6F-095E-F5F5-B1655FAF8A5C}"/>
              </a:ext>
            </a:extLst>
          </p:cNvPr>
          <p:cNvSpPr txBox="1"/>
          <p:nvPr/>
        </p:nvSpPr>
        <p:spPr>
          <a:xfrm>
            <a:off x="16877675" y="3998217"/>
            <a:ext cx="29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9F679A7-307A-F0B5-AECC-54C8A5653F2F}"/>
              </a:ext>
            </a:extLst>
          </p:cNvPr>
          <p:cNvSpPr txBox="1"/>
          <p:nvPr/>
        </p:nvSpPr>
        <p:spPr>
          <a:xfrm>
            <a:off x="16909270" y="3528784"/>
            <a:ext cx="29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30" name="Right Arrow 129">
            <a:extLst>
              <a:ext uri="{FF2B5EF4-FFF2-40B4-BE49-F238E27FC236}">
                <a16:creationId xmlns:a16="http://schemas.microsoft.com/office/drawing/2014/main" id="{343C97DD-1929-D99F-D402-33D370D16D3E}"/>
              </a:ext>
            </a:extLst>
          </p:cNvPr>
          <p:cNvSpPr/>
          <p:nvPr/>
        </p:nvSpPr>
        <p:spPr>
          <a:xfrm rot="19796216">
            <a:off x="17506615" y="3163994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0B3F3D-5D80-5EE2-252D-A43917ADA123}"/>
              </a:ext>
            </a:extLst>
          </p:cNvPr>
          <p:cNvSpPr/>
          <p:nvPr/>
        </p:nvSpPr>
        <p:spPr>
          <a:xfrm>
            <a:off x="13231090" y="3375218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E</a:t>
            </a:r>
            <a:r>
              <a:rPr lang="en-CN" sz="900" baseline="-25000" dirty="0">
                <a:solidFill>
                  <a:schemeClr val="tx1"/>
                </a:solidFill>
              </a:rPr>
              <a:t>[CLS]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81357-8609-1F27-82CF-C62AFFB9C45D}"/>
              </a:ext>
            </a:extLst>
          </p:cNvPr>
          <p:cNvSpPr/>
          <p:nvPr/>
        </p:nvSpPr>
        <p:spPr>
          <a:xfrm>
            <a:off x="13751314" y="3375218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E</a:t>
            </a:r>
            <a:r>
              <a:rPr lang="en-CN" sz="9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071960-34A2-00C9-7075-ABCC1ED7B8F7}"/>
              </a:ext>
            </a:extLst>
          </p:cNvPr>
          <p:cNvSpPr/>
          <p:nvPr/>
        </p:nvSpPr>
        <p:spPr>
          <a:xfrm>
            <a:off x="14702387" y="3375218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E</a:t>
            </a:r>
            <a:r>
              <a:rPr lang="en-CN" sz="900" baseline="-25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E0D4423-9C2D-95F4-E5C5-86E2F21502E3}"/>
              </a:ext>
            </a:extLst>
          </p:cNvPr>
          <p:cNvSpPr/>
          <p:nvPr/>
        </p:nvSpPr>
        <p:spPr>
          <a:xfrm>
            <a:off x="13231090" y="2621872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7CC1F14-9A38-80FD-0243-73E9E7B5D345}"/>
              </a:ext>
            </a:extLst>
          </p:cNvPr>
          <p:cNvSpPr/>
          <p:nvPr/>
        </p:nvSpPr>
        <p:spPr>
          <a:xfrm>
            <a:off x="13751314" y="2621872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T</a:t>
            </a:r>
            <a:r>
              <a:rPr lang="en-CN" sz="11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90123ED-9453-A5AC-2FA8-C3B2F4DCBAC3}"/>
              </a:ext>
            </a:extLst>
          </p:cNvPr>
          <p:cNvSpPr/>
          <p:nvPr/>
        </p:nvSpPr>
        <p:spPr>
          <a:xfrm>
            <a:off x="14702387" y="2621872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T</a:t>
            </a:r>
            <a:r>
              <a:rPr lang="en-CN" sz="1100" baseline="-25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F301CB3-5D82-82A3-9573-1B5A0B130E36}"/>
              </a:ext>
            </a:extLst>
          </p:cNvPr>
          <p:cNvSpPr/>
          <p:nvPr/>
        </p:nvSpPr>
        <p:spPr>
          <a:xfrm>
            <a:off x="13032492" y="1812196"/>
            <a:ext cx="869972" cy="286871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Class Labels</a:t>
            </a:r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9529E4FD-684C-9A24-8279-86CDF32CEFD5}"/>
              </a:ext>
            </a:extLst>
          </p:cNvPr>
          <p:cNvSpPr/>
          <p:nvPr/>
        </p:nvSpPr>
        <p:spPr>
          <a:xfrm rot="16200000">
            <a:off x="13350393" y="2078784"/>
            <a:ext cx="234170" cy="361876"/>
          </a:xfrm>
          <a:prstGeom prst="rightArrow">
            <a:avLst/>
          </a:prstGeom>
          <a:solidFill>
            <a:srgbClr val="C000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2246EC0-AE26-BCB2-71A4-08A229C379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9432" y="2507083"/>
            <a:ext cx="1045383" cy="41140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8994F68-4B97-51F7-A37C-FB21CBF8AF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1701" y="4277983"/>
            <a:ext cx="1045383" cy="411408"/>
          </a:xfrm>
          <a:prstGeom prst="rect">
            <a:avLst/>
          </a:prstGeom>
        </p:spPr>
      </p:pic>
      <p:sp>
        <p:nvSpPr>
          <p:cNvPr id="64" name="Right Arrow 63">
            <a:extLst>
              <a:ext uri="{FF2B5EF4-FFF2-40B4-BE49-F238E27FC236}">
                <a16:creationId xmlns:a16="http://schemas.microsoft.com/office/drawing/2014/main" id="{BA00A2B6-96D9-0A4D-9C52-52AB9A6333FB}"/>
              </a:ext>
            </a:extLst>
          </p:cNvPr>
          <p:cNvSpPr/>
          <p:nvPr/>
        </p:nvSpPr>
        <p:spPr>
          <a:xfrm rot="1767934">
            <a:off x="17499981" y="3926096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0ADC07-B1DE-7D0E-DB3F-3FE2792FD8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2751" y="2262605"/>
            <a:ext cx="1374596" cy="137459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98EF3D4-CB69-FA8A-E9EF-FDB4E4250D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2751" y="3753993"/>
            <a:ext cx="1374596" cy="1374596"/>
          </a:xfrm>
          <a:prstGeom prst="rect">
            <a:avLst/>
          </a:prstGeom>
        </p:spPr>
      </p:pic>
      <p:sp>
        <p:nvSpPr>
          <p:cNvPr id="89" name="文本框 16">
            <a:extLst>
              <a:ext uri="{FF2B5EF4-FFF2-40B4-BE49-F238E27FC236}">
                <a16:creationId xmlns:a16="http://schemas.microsoft.com/office/drawing/2014/main" id="{254B574F-775D-B164-1561-9983215E8B3F}"/>
              </a:ext>
            </a:extLst>
          </p:cNvPr>
          <p:cNvSpPr txBox="1"/>
          <p:nvPr/>
        </p:nvSpPr>
        <p:spPr>
          <a:xfrm>
            <a:off x="17606693" y="1702986"/>
            <a:ext cx="272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Malicious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93" name="文本框 16">
            <a:extLst>
              <a:ext uri="{FF2B5EF4-FFF2-40B4-BE49-F238E27FC236}">
                <a16:creationId xmlns:a16="http://schemas.microsoft.com/office/drawing/2014/main" id="{37E61C36-D2A6-C5E2-A197-BCEB5F84AA1F}"/>
              </a:ext>
            </a:extLst>
          </p:cNvPr>
          <p:cNvSpPr txBox="1"/>
          <p:nvPr/>
        </p:nvSpPr>
        <p:spPr>
          <a:xfrm>
            <a:off x="17608219" y="5141836"/>
            <a:ext cx="272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Benign</a:t>
            </a:r>
          </a:p>
        </p:txBody>
      </p:sp>
      <p:sp>
        <p:nvSpPr>
          <p:cNvPr id="104" name="Right Arrow 67">
            <a:extLst>
              <a:ext uri="{FF2B5EF4-FFF2-40B4-BE49-F238E27FC236}">
                <a16:creationId xmlns:a16="http://schemas.microsoft.com/office/drawing/2014/main" id="{B2A5E210-916E-4979-9B7E-8D78C16A0A4D}"/>
              </a:ext>
            </a:extLst>
          </p:cNvPr>
          <p:cNvSpPr/>
          <p:nvPr/>
        </p:nvSpPr>
        <p:spPr>
          <a:xfrm rot="16200000">
            <a:off x="15462785" y="3555471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5" name="Right Arrow 68">
            <a:extLst>
              <a:ext uri="{FF2B5EF4-FFF2-40B4-BE49-F238E27FC236}">
                <a16:creationId xmlns:a16="http://schemas.microsoft.com/office/drawing/2014/main" id="{C1168F8D-0A7E-3708-A8F5-2B0AB171203E}"/>
              </a:ext>
            </a:extLst>
          </p:cNvPr>
          <p:cNvSpPr/>
          <p:nvPr/>
        </p:nvSpPr>
        <p:spPr>
          <a:xfrm rot="16200000">
            <a:off x="16431451" y="3555470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7" name="Snip Same Side Corner Rectangle 78">
            <a:extLst>
              <a:ext uri="{FF2B5EF4-FFF2-40B4-BE49-F238E27FC236}">
                <a16:creationId xmlns:a16="http://schemas.microsoft.com/office/drawing/2014/main" id="{40C122FC-0A86-EB76-B102-6744EC540DAC}"/>
              </a:ext>
            </a:extLst>
          </p:cNvPr>
          <p:cNvSpPr/>
          <p:nvPr/>
        </p:nvSpPr>
        <p:spPr>
          <a:xfrm>
            <a:off x="15330288" y="3982414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Tok 1</a:t>
            </a:r>
            <a:r>
              <a:rPr kumimoji="0" lang="en-CN" altLang="zh-CN" sz="9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’</a:t>
            </a:r>
            <a:endParaRPr lang="en-CN" altLang="zh-CN" sz="900" dirty="0">
              <a:solidFill>
                <a:schemeClr val="tx1"/>
              </a:solidFill>
            </a:endParaRPr>
          </a:p>
        </p:txBody>
      </p:sp>
      <p:sp>
        <p:nvSpPr>
          <p:cNvPr id="108" name="TextBox 81">
            <a:extLst>
              <a:ext uri="{FF2B5EF4-FFF2-40B4-BE49-F238E27FC236}">
                <a16:creationId xmlns:a16="http://schemas.microsoft.com/office/drawing/2014/main" id="{39767B42-E06D-A26C-A9FF-8B1625FDFC33}"/>
              </a:ext>
            </a:extLst>
          </p:cNvPr>
          <p:cNvSpPr txBox="1"/>
          <p:nvPr/>
        </p:nvSpPr>
        <p:spPr>
          <a:xfrm>
            <a:off x="15900722" y="4012818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09" name="Snip Same Side Corner Rectangle 83">
            <a:extLst>
              <a:ext uri="{FF2B5EF4-FFF2-40B4-BE49-F238E27FC236}">
                <a16:creationId xmlns:a16="http://schemas.microsoft.com/office/drawing/2014/main" id="{E99F1CE3-C687-AC24-B7BD-771A8C5F3063}"/>
              </a:ext>
            </a:extLst>
          </p:cNvPr>
          <p:cNvSpPr/>
          <p:nvPr/>
        </p:nvSpPr>
        <p:spPr>
          <a:xfrm>
            <a:off x="16298954" y="3988643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altLang="zh-CN" sz="900">
                <a:solidFill>
                  <a:schemeClr val="tx1"/>
                </a:solidFill>
              </a:rPr>
              <a:t>Tok M</a:t>
            </a:r>
            <a:endParaRPr lang="en-CN" altLang="zh-CN" sz="900" dirty="0">
              <a:solidFill>
                <a:schemeClr val="tx1"/>
              </a:solidFill>
            </a:endParaRPr>
          </a:p>
        </p:txBody>
      </p:sp>
      <p:sp>
        <p:nvSpPr>
          <p:cNvPr id="110" name="TextBox 93">
            <a:extLst>
              <a:ext uri="{FF2B5EF4-FFF2-40B4-BE49-F238E27FC236}">
                <a16:creationId xmlns:a16="http://schemas.microsoft.com/office/drawing/2014/main" id="{B821CDF5-9AC9-DB5D-2C50-B3471EE31591}"/>
              </a:ext>
            </a:extLst>
          </p:cNvPr>
          <p:cNvSpPr txBox="1"/>
          <p:nvPr/>
        </p:nvSpPr>
        <p:spPr>
          <a:xfrm>
            <a:off x="15687169" y="4416835"/>
            <a:ext cx="749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</a:t>
            </a:r>
            <a:r>
              <a:rPr lang="en-CN" sz="1200"/>
              <a:t>eature </a:t>
            </a:r>
            <a:r>
              <a:rPr lang="en-US" sz="1200" dirty="0"/>
              <a:t>2</a:t>
            </a:r>
            <a:endParaRPr lang="en-CN" sz="1200" dirty="0"/>
          </a:p>
        </p:txBody>
      </p:sp>
      <p:cxnSp>
        <p:nvCxnSpPr>
          <p:cNvPr id="111" name="Elbow Connector 105">
            <a:extLst>
              <a:ext uri="{FF2B5EF4-FFF2-40B4-BE49-F238E27FC236}">
                <a16:creationId xmlns:a16="http://schemas.microsoft.com/office/drawing/2014/main" id="{86DEFB46-7F17-0F7D-535B-DE0874687C9F}"/>
              </a:ext>
            </a:extLst>
          </p:cNvPr>
          <p:cNvCxnSpPr>
            <a:stCxn id="107" idx="1"/>
            <a:endCxn id="110" idx="0"/>
          </p:cNvCxnSpPr>
          <p:nvPr/>
        </p:nvCxnSpPr>
        <p:spPr>
          <a:xfrm rot="16200000" flipH="1">
            <a:off x="15754563" y="4109414"/>
            <a:ext cx="109072" cy="50577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6">
            <a:extLst>
              <a:ext uri="{FF2B5EF4-FFF2-40B4-BE49-F238E27FC236}">
                <a16:creationId xmlns:a16="http://schemas.microsoft.com/office/drawing/2014/main" id="{3DE2EB09-0B2B-29DA-64D8-331E28CD4802}"/>
              </a:ext>
            </a:extLst>
          </p:cNvPr>
          <p:cNvCxnSpPr>
            <a:stCxn id="110" idx="0"/>
            <a:endCxn id="109" idx="1"/>
          </p:cNvCxnSpPr>
          <p:nvPr/>
        </p:nvCxnSpPr>
        <p:spPr>
          <a:xfrm rot="5400000" flipH="1" flipV="1">
            <a:off x="16242011" y="4133966"/>
            <a:ext cx="102843" cy="462896"/>
          </a:xfrm>
          <a:prstGeom prst="bentConnector3">
            <a:avLst>
              <a:gd name="adj1" fmla="val 53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3">
            <a:extLst>
              <a:ext uri="{FF2B5EF4-FFF2-40B4-BE49-F238E27FC236}">
                <a16:creationId xmlns:a16="http://schemas.microsoft.com/office/drawing/2014/main" id="{C2223B8C-7F70-627A-B96F-3FFC46EE1D87}"/>
              </a:ext>
            </a:extLst>
          </p:cNvPr>
          <p:cNvSpPr/>
          <p:nvPr/>
        </p:nvSpPr>
        <p:spPr>
          <a:xfrm>
            <a:off x="15327614" y="3374486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altLang="zh-CN" sz="900">
                <a:solidFill>
                  <a:schemeClr val="tx1"/>
                </a:solidFill>
              </a:rPr>
              <a:t>E</a:t>
            </a:r>
            <a:r>
              <a:rPr lang="en-CN" altLang="zh-CN" sz="900" baseline="-25000">
                <a:solidFill>
                  <a:schemeClr val="tx1"/>
                </a:solidFill>
              </a:rPr>
              <a:t>1</a:t>
            </a:r>
            <a:r>
              <a:rPr lang="en-CN" altLang="zh-CN" sz="900" baseline="30000">
                <a:solidFill>
                  <a:schemeClr val="tx1"/>
                </a:solidFill>
              </a:rPr>
              <a:t>’</a:t>
            </a:r>
            <a:endParaRPr lang="en-CN" altLang="zh-CN" sz="900" baseline="30000" dirty="0">
              <a:solidFill>
                <a:schemeClr val="tx1"/>
              </a:solidFill>
            </a:endParaRP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9C87992E-6F3F-E9C1-73D8-569F187FC847}"/>
              </a:ext>
            </a:extLst>
          </p:cNvPr>
          <p:cNvSpPr/>
          <p:nvPr/>
        </p:nvSpPr>
        <p:spPr>
          <a:xfrm>
            <a:off x="16278687" y="3374486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altLang="zh-CN" sz="900">
                <a:solidFill>
                  <a:schemeClr val="tx1"/>
                </a:solidFill>
              </a:rPr>
              <a:t>E</a:t>
            </a:r>
            <a:r>
              <a:rPr lang="en-CN" altLang="zh-CN" sz="900" baseline="-25000">
                <a:solidFill>
                  <a:schemeClr val="tx1"/>
                </a:solidFill>
              </a:rPr>
              <a:t>M</a:t>
            </a:r>
            <a:r>
              <a:rPr lang="en-CN" altLang="zh-CN" sz="900" baseline="30000">
                <a:solidFill>
                  <a:schemeClr val="tx1"/>
                </a:solidFill>
              </a:rPr>
              <a:t>’</a:t>
            </a:r>
            <a:endParaRPr lang="en-CN" altLang="zh-CN" sz="900" baseline="30000" dirty="0">
              <a:solidFill>
                <a:schemeClr val="tx1"/>
              </a:solidFill>
            </a:endParaRPr>
          </a:p>
        </p:txBody>
      </p:sp>
      <p:sp>
        <p:nvSpPr>
          <p:cNvPr id="115" name="Rounded Rectangle 37">
            <a:extLst>
              <a:ext uri="{FF2B5EF4-FFF2-40B4-BE49-F238E27FC236}">
                <a16:creationId xmlns:a16="http://schemas.microsoft.com/office/drawing/2014/main" id="{52F5FA08-0300-57F1-B0DC-0841752E64B1}"/>
              </a:ext>
            </a:extLst>
          </p:cNvPr>
          <p:cNvSpPr/>
          <p:nvPr/>
        </p:nvSpPr>
        <p:spPr>
          <a:xfrm>
            <a:off x="15327614" y="2621140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altLang="zh-CN" sz="1100">
                <a:solidFill>
                  <a:schemeClr val="tx1"/>
                </a:solidFill>
              </a:rPr>
              <a:t>T</a:t>
            </a:r>
            <a:r>
              <a:rPr lang="en-CN" altLang="zh-CN" sz="1100" baseline="-25000">
                <a:solidFill>
                  <a:schemeClr val="tx1"/>
                </a:solidFill>
              </a:rPr>
              <a:t>1</a:t>
            </a:r>
            <a:r>
              <a:rPr lang="en-CN" altLang="zh-CN" sz="1100" baseline="30000">
                <a:solidFill>
                  <a:schemeClr val="tx1"/>
                </a:solidFill>
              </a:rPr>
              <a:t>’</a:t>
            </a:r>
            <a:endParaRPr lang="en-CN" altLang="zh-CN" sz="1100" baseline="30000" dirty="0">
              <a:solidFill>
                <a:schemeClr val="tx1"/>
              </a:solidFill>
            </a:endParaRPr>
          </a:p>
        </p:txBody>
      </p:sp>
      <p:sp>
        <p:nvSpPr>
          <p:cNvPr id="116" name="Rounded Rectangle 40">
            <a:extLst>
              <a:ext uri="{FF2B5EF4-FFF2-40B4-BE49-F238E27FC236}">
                <a16:creationId xmlns:a16="http://schemas.microsoft.com/office/drawing/2014/main" id="{2607A638-C5C9-499E-C575-5D1E416FD28E}"/>
              </a:ext>
            </a:extLst>
          </p:cNvPr>
          <p:cNvSpPr/>
          <p:nvPr/>
        </p:nvSpPr>
        <p:spPr>
          <a:xfrm>
            <a:off x="16278687" y="2621140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altLang="zh-CN" sz="1100">
                <a:solidFill>
                  <a:schemeClr val="tx1"/>
                </a:solidFill>
              </a:rPr>
              <a:t>T</a:t>
            </a:r>
            <a:r>
              <a:rPr lang="en-CN" altLang="zh-CN" sz="1100" baseline="-25000">
                <a:solidFill>
                  <a:schemeClr val="tx1"/>
                </a:solidFill>
              </a:rPr>
              <a:t>M</a:t>
            </a:r>
            <a:endParaRPr lang="en-CN" altLang="zh-CN" sz="1100" baseline="30000" dirty="0">
              <a:solidFill>
                <a:schemeClr val="tx1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E871E19-C8AA-9A20-9135-A484062F1C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66798" y="3875963"/>
            <a:ext cx="1206500" cy="813428"/>
          </a:xfrm>
          <a:prstGeom prst="rect">
            <a:avLst/>
          </a:prstGeom>
        </p:spPr>
      </p:pic>
      <p:sp>
        <p:nvSpPr>
          <p:cNvPr id="5" name="TextBox 81">
            <a:extLst>
              <a:ext uri="{FF2B5EF4-FFF2-40B4-BE49-F238E27FC236}">
                <a16:creationId xmlns:a16="http://schemas.microsoft.com/office/drawing/2014/main" id="{B505298D-CC30-2962-170C-CBBE40C716D0}"/>
              </a:ext>
            </a:extLst>
          </p:cNvPr>
          <p:cNvSpPr txBox="1"/>
          <p:nvPr/>
        </p:nvSpPr>
        <p:spPr>
          <a:xfrm>
            <a:off x="14327193" y="3390094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3" name="TextBox 81">
            <a:extLst>
              <a:ext uri="{FF2B5EF4-FFF2-40B4-BE49-F238E27FC236}">
                <a16:creationId xmlns:a16="http://schemas.microsoft.com/office/drawing/2014/main" id="{061296C4-9F01-D67D-6020-A8E8AC21370A}"/>
              </a:ext>
            </a:extLst>
          </p:cNvPr>
          <p:cNvSpPr txBox="1"/>
          <p:nvPr/>
        </p:nvSpPr>
        <p:spPr>
          <a:xfrm>
            <a:off x="15903493" y="3389362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21" name="TextBox 81">
            <a:extLst>
              <a:ext uri="{FF2B5EF4-FFF2-40B4-BE49-F238E27FC236}">
                <a16:creationId xmlns:a16="http://schemas.microsoft.com/office/drawing/2014/main" id="{467CB8BD-5760-8324-138A-6419C971E01D}"/>
              </a:ext>
            </a:extLst>
          </p:cNvPr>
          <p:cNvSpPr txBox="1"/>
          <p:nvPr/>
        </p:nvSpPr>
        <p:spPr>
          <a:xfrm>
            <a:off x="14318881" y="2677970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22" name="TextBox 81">
            <a:extLst>
              <a:ext uri="{FF2B5EF4-FFF2-40B4-BE49-F238E27FC236}">
                <a16:creationId xmlns:a16="http://schemas.microsoft.com/office/drawing/2014/main" id="{116EFA63-3CFF-5C6C-41E1-623E66E6CD57}"/>
              </a:ext>
            </a:extLst>
          </p:cNvPr>
          <p:cNvSpPr txBox="1"/>
          <p:nvPr/>
        </p:nvSpPr>
        <p:spPr>
          <a:xfrm>
            <a:off x="15895181" y="2677238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2520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68769C9-6ABB-3D11-548C-12B7CE1E8FA6}"/>
              </a:ext>
            </a:extLst>
          </p:cNvPr>
          <p:cNvSpPr/>
          <p:nvPr/>
        </p:nvSpPr>
        <p:spPr>
          <a:xfrm>
            <a:off x="906177" y="1667142"/>
            <a:ext cx="3122916" cy="3983374"/>
          </a:xfrm>
          <a:prstGeom prst="roundRect">
            <a:avLst>
              <a:gd name="adj" fmla="val 540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E89203A-CDE8-9591-D362-806EEB9DE403}"/>
              </a:ext>
            </a:extLst>
          </p:cNvPr>
          <p:cNvSpPr txBox="1"/>
          <p:nvPr/>
        </p:nvSpPr>
        <p:spPr>
          <a:xfrm>
            <a:off x="6970477" y="5134572"/>
            <a:ext cx="5613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行为</a:t>
            </a:r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序列生成</a:t>
            </a:r>
          </a:p>
        </p:txBody>
      </p:sp>
      <p:pic>
        <p:nvPicPr>
          <p:cNvPr id="34" name="图形 33">
            <a:extLst>
              <a:ext uri="{FF2B5EF4-FFF2-40B4-BE49-F238E27FC236}">
                <a16:creationId xmlns:a16="http://schemas.microsoft.com/office/drawing/2014/main" id="{F5CC6926-C283-49A4-9E3D-8957F675E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9413" y="1832795"/>
            <a:ext cx="1312936" cy="1319181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A3B56129-242B-ED58-1CDE-561D0FCB94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9375" y="2030561"/>
            <a:ext cx="1001384" cy="385148"/>
          </a:xfrm>
          <a:prstGeom prst="rect">
            <a:avLst/>
          </a:prstGeom>
          <a:scene3d>
            <a:camera prst="orthographicFront">
              <a:rot lat="0" lon="20099980" rev="0"/>
            </a:camera>
            <a:lightRig rig="threePt" dir="t"/>
          </a:scene3d>
        </p:spPr>
      </p:pic>
      <p:sp>
        <p:nvSpPr>
          <p:cNvPr id="6" name="文本框 16">
            <a:extLst>
              <a:ext uri="{FF2B5EF4-FFF2-40B4-BE49-F238E27FC236}">
                <a16:creationId xmlns:a16="http://schemas.microsoft.com/office/drawing/2014/main" id="{2039CD8B-E033-7C8A-7341-1D3B3A5924F8}"/>
              </a:ext>
            </a:extLst>
          </p:cNvPr>
          <p:cNvSpPr txBox="1"/>
          <p:nvPr/>
        </p:nvSpPr>
        <p:spPr>
          <a:xfrm>
            <a:off x="1128024" y="3117988"/>
            <a:ext cx="2835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训练包数据集</a:t>
            </a:r>
          </a:p>
        </p:txBody>
      </p:sp>
      <p:sp>
        <p:nvSpPr>
          <p:cNvPr id="7" name="文本框 16">
            <a:extLst>
              <a:ext uri="{FF2B5EF4-FFF2-40B4-BE49-F238E27FC236}">
                <a16:creationId xmlns:a16="http://schemas.microsoft.com/office/drawing/2014/main" id="{D3C28266-4BD7-CDC4-9F79-81A2CF025D50}"/>
              </a:ext>
            </a:extLst>
          </p:cNvPr>
          <p:cNvSpPr txBox="1"/>
          <p:nvPr/>
        </p:nvSpPr>
        <p:spPr>
          <a:xfrm>
            <a:off x="1127725" y="4877336"/>
            <a:ext cx="272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测试包数据集</a:t>
            </a:r>
          </a:p>
        </p:txBody>
      </p:sp>
      <p:pic>
        <p:nvPicPr>
          <p:cNvPr id="12" name="图形 33">
            <a:extLst>
              <a:ext uri="{FF2B5EF4-FFF2-40B4-BE49-F238E27FC236}">
                <a16:creationId xmlns:a16="http://schemas.microsoft.com/office/drawing/2014/main" id="{78C1CCF1-ED54-5F02-FA00-2A223B36E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0112" y="3631884"/>
            <a:ext cx="1312936" cy="131918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5BC812B-C7AB-9E7D-F749-3050BB105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312" y="3369580"/>
            <a:ext cx="727205" cy="727205"/>
          </a:xfrm>
          <a:prstGeom prst="rect">
            <a:avLst/>
          </a:prstGeom>
        </p:spPr>
      </p:pic>
      <p:sp>
        <p:nvSpPr>
          <p:cNvPr id="11" name="椭圆 58">
            <a:extLst>
              <a:ext uri="{FF2B5EF4-FFF2-40B4-BE49-F238E27FC236}">
                <a16:creationId xmlns:a16="http://schemas.microsoft.com/office/drawing/2014/main" id="{59375C00-366C-D839-7027-9D1AB9148F00}"/>
              </a:ext>
            </a:extLst>
          </p:cNvPr>
          <p:cNvSpPr/>
          <p:nvPr/>
        </p:nvSpPr>
        <p:spPr>
          <a:xfrm>
            <a:off x="9724472" y="3703380"/>
            <a:ext cx="100010" cy="982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59">
            <a:extLst>
              <a:ext uri="{FF2B5EF4-FFF2-40B4-BE49-F238E27FC236}">
                <a16:creationId xmlns:a16="http://schemas.microsoft.com/office/drawing/2014/main" id="{8DDA6B88-2F73-E1B4-1361-C0F2A76AB879}"/>
              </a:ext>
            </a:extLst>
          </p:cNvPr>
          <p:cNvSpPr/>
          <p:nvPr/>
        </p:nvSpPr>
        <p:spPr>
          <a:xfrm>
            <a:off x="9856426" y="3703381"/>
            <a:ext cx="100010" cy="982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65">
            <a:extLst>
              <a:ext uri="{FF2B5EF4-FFF2-40B4-BE49-F238E27FC236}">
                <a16:creationId xmlns:a16="http://schemas.microsoft.com/office/drawing/2014/main" id="{6E2661E8-B5DA-1D9D-2E19-2D98DDB6B42C}"/>
              </a:ext>
            </a:extLst>
          </p:cNvPr>
          <p:cNvSpPr/>
          <p:nvPr/>
        </p:nvSpPr>
        <p:spPr>
          <a:xfrm>
            <a:off x="9988072" y="3703380"/>
            <a:ext cx="100010" cy="982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圆角右箭头 25">
            <a:extLst>
              <a:ext uri="{FF2B5EF4-FFF2-40B4-BE49-F238E27FC236}">
                <a16:creationId xmlns:a16="http://schemas.microsoft.com/office/drawing/2014/main" id="{B3C52C9B-68B5-10FD-7A0E-67163D29BB12}"/>
              </a:ext>
            </a:extLst>
          </p:cNvPr>
          <p:cNvSpPr/>
          <p:nvPr/>
        </p:nvSpPr>
        <p:spPr>
          <a:xfrm>
            <a:off x="8256723" y="2903802"/>
            <a:ext cx="731014" cy="847213"/>
          </a:xfrm>
          <a:prstGeom prst="bentArrow">
            <a:avLst>
              <a:gd name="adj1" fmla="val 6002"/>
              <a:gd name="adj2" fmla="val 15641"/>
              <a:gd name="adj3" fmla="val 36230"/>
              <a:gd name="adj4" fmla="val 4375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9" name="圆角右箭头 26">
            <a:extLst>
              <a:ext uri="{FF2B5EF4-FFF2-40B4-BE49-F238E27FC236}">
                <a16:creationId xmlns:a16="http://schemas.microsoft.com/office/drawing/2014/main" id="{E626CA94-7D7F-5942-51C8-CB23E8BA76AF}"/>
              </a:ext>
            </a:extLst>
          </p:cNvPr>
          <p:cNvSpPr/>
          <p:nvPr/>
        </p:nvSpPr>
        <p:spPr>
          <a:xfrm rot="10800000" flipH="1">
            <a:off x="8256721" y="3747232"/>
            <a:ext cx="731014" cy="847211"/>
          </a:xfrm>
          <a:prstGeom prst="bentArrow">
            <a:avLst>
              <a:gd name="adj1" fmla="val 6346"/>
              <a:gd name="adj2" fmla="val 15641"/>
              <a:gd name="adj3" fmla="val 36230"/>
              <a:gd name="adj4" fmla="val 4375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" name="右箭头 36">
            <a:extLst>
              <a:ext uri="{FF2B5EF4-FFF2-40B4-BE49-F238E27FC236}">
                <a16:creationId xmlns:a16="http://schemas.microsoft.com/office/drawing/2014/main" id="{04EE19C7-D0A5-DA73-1BFB-ADA7DF6641C4}"/>
              </a:ext>
            </a:extLst>
          </p:cNvPr>
          <p:cNvSpPr/>
          <p:nvPr/>
        </p:nvSpPr>
        <p:spPr>
          <a:xfrm>
            <a:off x="8259332" y="3631137"/>
            <a:ext cx="728403" cy="227403"/>
          </a:xfrm>
          <a:prstGeom prst="rightArrow">
            <a:avLst>
              <a:gd name="adj1" fmla="val 20542"/>
              <a:gd name="adj2" fmla="val 1069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80CC28D-5954-713C-3CE6-6D5D19CC56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7070" y="3323532"/>
            <a:ext cx="727205" cy="72720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C66A90C-052B-1DB4-DA6A-6C36EF44F1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312" y="2643516"/>
            <a:ext cx="727205" cy="72720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0143A09-D8FD-17B1-EAC8-5A73FB8F7F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312" y="4095643"/>
            <a:ext cx="727205" cy="727205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786DC9-D8E7-6313-AE48-6E8716FB3912}"/>
              </a:ext>
            </a:extLst>
          </p:cNvPr>
          <p:cNvCxnSpPr>
            <a:cxnSpLocks/>
          </p:cNvCxnSpPr>
          <p:nvPr/>
        </p:nvCxnSpPr>
        <p:spPr>
          <a:xfrm>
            <a:off x="7703980" y="3640583"/>
            <a:ext cx="288000" cy="0"/>
          </a:xfrm>
          <a:prstGeom prst="line">
            <a:avLst/>
          </a:prstGeom>
          <a:ln w="476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60C3FE-9539-BE38-B133-D0A7C4A891D9}"/>
              </a:ext>
            </a:extLst>
          </p:cNvPr>
          <p:cNvCxnSpPr>
            <a:cxnSpLocks/>
          </p:cNvCxnSpPr>
          <p:nvPr/>
        </p:nvCxnSpPr>
        <p:spPr>
          <a:xfrm>
            <a:off x="9137510" y="3781259"/>
            <a:ext cx="21600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72A31D-D411-4847-C2AD-85B07F1C7A27}"/>
              </a:ext>
            </a:extLst>
          </p:cNvPr>
          <p:cNvCxnSpPr>
            <a:cxnSpLocks/>
          </p:cNvCxnSpPr>
          <p:nvPr/>
        </p:nvCxnSpPr>
        <p:spPr>
          <a:xfrm>
            <a:off x="9137507" y="4320524"/>
            <a:ext cx="108000" cy="0"/>
          </a:xfrm>
          <a:prstGeom prst="line">
            <a:avLst/>
          </a:prstGeom>
          <a:ln w="476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FF3CC9-B13D-EC6A-89F5-F5D8025784AC}"/>
              </a:ext>
            </a:extLst>
          </p:cNvPr>
          <p:cNvCxnSpPr>
            <a:cxnSpLocks/>
          </p:cNvCxnSpPr>
          <p:nvPr/>
        </p:nvCxnSpPr>
        <p:spPr>
          <a:xfrm>
            <a:off x="9135729" y="3145142"/>
            <a:ext cx="296265" cy="0"/>
          </a:xfrm>
          <a:prstGeom prst="line">
            <a:avLst/>
          </a:prstGeom>
          <a:ln w="476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">
            <a:extLst>
              <a:ext uri="{FF2B5EF4-FFF2-40B4-BE49-F238E27FC236}">
                <a16:creationId xmlns:a16="http://schemas.microsoft.com/office/drawing/2014/main" id="{B640A227-816F-3615-9E67-33C1642D9B62}"/>
              </a:ext>
            </a:extLst>
          </p:cNvPr>
          <p:cNvCxnSpPr>
            <a:cxnSpLocks/>
          </p:cNvCxnSpPr>
          <p:nvPr/>
        </p:nvCxnSpPr>
        <p:spPr>
          <a:xfrm>
            <a:off x="10332408" y="3734417"/>
            <a:ext cx="574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DD0BE1-B111-3479-ADD3-49E2F1AC4BD3}"/>
              </a:ext>
            </a:extLst>
          </p:cNvPr>
          <p:cNvSpPr txBox="1"/>
          <p:nvPr/>
        </p:nvSpPr>
        <p:spPr>
          <a:xfrm>
            <a:off x="11105525" y="2995703"/>
            <a:ext cx="704039" cy="14773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N" dirty="0"/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1B78935-66B9-01D7-6D63-841AE1D5BFE6}"/>
              </a:ext>
            </a:extLst>
          </p:cNvPr>
          <p:cNvSpPr/>
          <p:nvPr/>
        </p:nvSpPr>
        <p:spPr>
          <a:xfrm>
            <a:off x="11523803" y="3098250"/>
            <a:ext cx="201600" cy="203200"/>
          </a:xfrm>
          <a:prstGeom prst="rect">
            <a:avLst/>
          </a:prstGeom>
          <a:pattFill prst="lgGrid">
            <a:fgClr>
              <a:srgbClr val="05B05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A65232-95A9-17CD-06F9-E6E6CF7CB776}"/>
              </a:ext>
            </a:extLst>
          </p:cNvPr>
          <p:cNvSpPr/>
          <p:nvPr/>
        </p:nvSpPr>
        <p:spPr>
          <a:xfrm>
            <a:off x="11523803" y="3363408"/>
            <a:ext cx="201600" cy="203200"/>
          </a:xfrm>
          <a:prstGeom prst="rect">
            <a:avLst/>
          </a:prstGeom>
          <a:pattFill prst="lgCheck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33DD59B-D454-7738-BC55-6647355241F3}"/>
              </a:ext>
            </a:extLst>
          </p:cNvPr>
          <p:cNvSpPr/>
          <p:nvPr/>
        </p:nvSpPr>
        <p:spPr>
          <a:xfrm>
            <a:off x="11523803" y="3628566"/>
            <a:ext cx="201600" cy="2032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9A4728-914E-CA89-AF65-CFFF823EB5D6}"/>
              </a:ext>
            </a:extLst>
          </p:cNvPr>
          <p:cNvSpPr/>
          <p:nvPr/>
        </p:nvSpPr>
        <p:spPr>
          <a:xfrm>
            <a:off x="11523803" y="3893723"/>
            <a:ext cx="201600" cy="203200"/>
          </a:xfrm>
          <a:prstGeom prst="rect">
            <a:avLst/>
          </a:prstGeom>
          <a:pattFill prst="wdUpDiag">
            <a:fgClr>
              <a:srgbClr val="2E76B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2CDE9E6D-5690-F0F8-277B-D9746CA6F1B1}"/>
              </a:ext>
            </a:extLst>
          </p:cNvPr>
          <p:cNvSpPr txBox="1"/>
          <p:nvPr/>
        </p:nvSpPr>
        <p:spPr>
          <a:xfrm>
            <a:off x="12712464" y="5134572"/>
            <a:ext cx="4893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恶意包</a:t>
            </a:r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检测</a:t>
            </a:r>
          </a:p>
        </p:txBody>
      </p:sp>
      <p:pic>
        <p:nvPicPr>
          <p:cNvPr id="27" name="图形 47">
            <a:extLst>
              <a:ext uri="{FF2B5EF4-FFF2-40B4-BE49-F238E27FC236}">
                <a16:creationId xmlns:a16="http://schemas.microsoft.com/office/drawing/2014/main" id="{99360E06-AA6D-5CF9-1A9A-6F40B0F92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271" y="3819254"/>
            <a:ext cx="1001384" cy="385148"/>
          </a:xfrm>
          <a:prstGeom prst="rect">
            <a:avLst/>
          </a:prstGeom>
          <a:scene3d>
            <a:camera prst="orthographicFront">
              <a:rot lat="0" lon="20099980" rev="0"/>
            </a:camera>
            <a:lightRig rig="threePt" dir="t"/>
          </a:scene3d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48C0CF6-51AA-5543-5EB6-0E2FFFB65AD7}"/>
              </a:ext>
            </a:extLst>
          </p:cNvPr>
          <p:cNvSpPr/>
          <p:nvPr/>
        </p:nvSpPr>
        <p:spPr>
          <a:xfrm>
            <a:off x="7690607" y="3613500"/>
            <a:ext cx="316744" cy="61958"/>
          </a:xfrm>
          <a:prstGeom prst="rect">
            <a:avLst/>
          </a:prstGeom>
          <a:pattFill prst="lgGrid">
            <a:fgClr>
              <a:srgbClr val="05B05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536BF2-D516-3DFE-265C-C6394D71043E}"/>
              </a:ext>
            </a:extLst>
          </p:cNvPr>
          <p:cNvSpPr/>
          <p:nvPr/>
        </p:nvSpPr>
        <p:spPr>
          <a:xfrm>
            <a:off x="9122356" y="3107064"/>
            <a:ext cx="309638" cy="66989"/>
          </a:xfrm>
          <a:prstGeom prst="rect">
            <a:avLst/>
          </a:prstGeom>
          <a:pattFill prst="lgCheck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DD5110-FE78-82F9-47F3-1CDE62C962DE}"/>
              </a:ext>
            </a:extLst>
          </p:cNvPr>
          <p:cNvSpPr/>
          <p:nvPr/>
        </p:nvSpPr>
        <p:spPr>
          <a:xfrm>
            <a:off x="9132304" y="3737427"/>
            <a:ext cx="239514" cy="80774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E7F401-2D76-58B8-E5B9-AE79599CC6DD}"/>
              </a:ext>
            </a:extLst>
          </p:cNvPr>
          <p:cNvSpPr/>
          <p:nvPr/>
        </p:nvSpPr>
        <p:spPr>
          <a:xfrm>
            <a:off x="9122356" y="4298191"/>
            <a:ext cx="182087" cy="45719"/>
          </a:xfrm>
          <a:prstGeom prst="rect">
            <a:avLst/>
          </a:prstGeom>
          <a:pattFill prst="wdUpDiag">
            <a:fgClr>
              <a:srgbClr val="2E76B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7ABAFAB6-B3CA-6DD7-6FDA-C6D079B3D490}"/>
              </a:ext>
            </a:extLst>
          </p:cNvPr>
          <p:cNvSpPr/>
          <p:nvPr/>
        </p:nvSpPr>
        <p:spPr>
          <a:xfrm>
            <a:off x="4447371" y="3499972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E5D00172-0FC1-2506-51A1-9B674BE7EC4B}"/>
              </a:ext>
            </a:extLst>
          </p:cNvPr>
          <p:cNvSpPr/>
          <p:nvPr/>
        </p:nvSpPr>
        <p:spPr>
          <a:xfrm>
            <a:off x="12195878" y="3531930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DCCA07-50AB-C017-317B-7FFCF0D182EE}"/>
              </a:ext>
            </a:extLst>
          </p:cNvPr>
          <p:cNvSpPr txBox="1"/>
          <p:nvPr/>
        </p:nvSpPr>
        <p:spPr>
          <a:xfrm>
            <a:off x="4263552" y="5127296"/>
            <a:ext cx="311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特征抽取</a:t>
            </a:r>
            <a:endParaRPr kumimoji="1" lang="en-CN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C5E89-AD5F-EFE0-7841-B62ABAAB63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5212" y="2988532"/>
            <a:ext cx="1365779" cy="1365779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74C292B5-0B84-5ADC-EF59-CA29432C7BBB}"/>
              </a:ext>
            </a:extLst>
          </p:cNvPr>
          <p:cNvSpPr/>
          <p:nvPr/>
        </p:nvSpPr>
        <p:spPr>
          <a:xfrm>
            <a:off x="6849476" y="3501201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4805CFC-D29E-93E7-3E29-6B23942B9EE7}"/>
              </a:ext>
            </a:extLst>
          </p:cNvPr>
          <p:cNvSpPr/>
          <p:nvPr/>
        </p:nvSpPr>
        <p:spPr>
          <a:xfrm>
            <a:off x="12935207" y="2293195"/>
            <a:ext cx="4232932" cy="2831205"/>
          </a:xfrm>
          <a:prstGeom prst="roundRect">
            <a:avLst>
              <a:gd name="adj" fmla="val 5778"/>
            </a:avLst>
          </a:prstGeom>
          <a:solidFill>
            <a:srgbClr val="F1EE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FA48774-52FB-CEEB-7062-53B3B944D5F9}"/>
              </a:ext>
            </a:extLst>
          </p:cNvPr>
          <p:cNvSpPr/>
          <p:nvPr/>
        </p:nvSpPr>
        <p:spPr>
          <a:xfrm>
            <a:off x="13191154" y="2578616"/>
            <a:ext cx="3722311" cy="1137156"/>
          </a:xfrm>
          <a:prstGeom prst="rect">
            <a:avLst/>
          </a:prstGeom>
          <a:solidFill>
            <a:srgbClr val="C1CEF3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53078C-0757-7F8D-964B-3B4C5C010F0A}"/>
              </a:ext>
            </a:extLst>
          </p:cNvPr>
          <p:cNvSpPr txBox="1"/>
          <p:nvPr/>
        </p:nvSpPr>
        <p:spPr>
          <a:xfrm>
            <a:off x="14755488" y="2863629"/>
            <a:ext cx="921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/>
              <a:t>BERT</a:t>
            </a:r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A23D6970-D962-9ACB-B310-B8C8D9B39739}"/>
              </a:ext>
            </a:extLst>
          </p:cNvPr>
          <p:cNvSpPr/>
          <p:nvPr/>
        </p:nvSpPr>
        <p:spPr>
          <a:xfrm rot="16200000">
            <a:off x="13380079" y="3550343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Arrow 67">
            <a:extLst>
              <a:ext uri="{FF2B5EF4-FFF2-40B4-BE49-F238E27FC236}">
                <a16:creationId xmlns:a16="http://schemas.microsoft.com/office/drawing/2014/main" id="{6C3F0897-638D-A231-5589-7FB0EF914C9F}"/>
              </a:ext>
            </a:extLst>
          </p:cNvPr>
          <p:cNvSpPr/>
          <p:nvPr/>
        </p:nvSpPr>
        <p:spPr>
          <a:xfrm rot="16200000">
            <a:off x="13886485" y="3556203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471900CD-8C5C-D1AE-2514-2B37BA96BA43}"/>
              </a:ext>
            </a:extLst>
          </p:cNvPr>
          <p:cNvSpPr/>
          <p:nvPr/>
        </p:nvSpPr>
        <p:spPr>
          <a:xfrm rot="16200000">
            <a:off x="14855151" y="3556202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498440-E02B-FA28-3BB6-2CF05C549F18}"/>
              </a:ext>
            </a:extLst>
          </p:cNvPr>
          <p:cNvSpPr txBox="1"/>
          <p:nvPr/>
        </p:nvSpPr>
        <p:spPr>
          <a:xfrm>
            <a:off x="14457764" y="4847401"/>
            <a:ext cx="1377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200" dirty="0"/>
              <a:t>Behavior Sequence</a:t>
            </a:r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E703CF00-7367-0CA3-9D43-654C8D4F4761}"/>
              </a:ext>
            </a:extLst>
          </p:cNvPr>
          <p:cNvSpPr/>
          <p:nvPr/>
        </p:nvSpPr>
        <p:spPr>
          <a:xfrm rot="16200000">
            <a:off x="15017161" y="4557513"/>
            <a:ext cx="234170" cy="361876"/>
          </a:xfrm>
          <a:prstGeom prst="rightArrow">
            <a:avLst/>
          </a:prstGeom>
          <a:solidFill>
            <a:srgbClr val="0000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8" name="Snip Same Side Corner Rectangle 77">
            <a:extLst>
              <a:ext uri="{FF2B5EF4-FFF2-40B4-BE49-F238E27FC236}">
                <a16:creationId xmlns:a16="http://schemas.microsoft.com/office/drawing/2014/main" id="{1F51511D-99E6-1CC1-1141-57D31941B80E}"/>
              </a:ext>
            </a:extLst>
          </p:cNvPr>
          <p:cNvSpPr/>
          <p:nvPr/>
        </p:nvSpPr>
        <p:spPr>
          <a:xfrm>
            <a:off x="13231090" y="3977089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[CLS]</a:t>
            </a:r>
          </a:p>
        </p:txBody>
      </p:sp>
      <p:sp>
        <p:nvSpPr>
          <p:cNvPr id="79" name="Snip Same Side Corner Rectangle 78">
            <a:extLst>
              <a:ext uri="{FF2B5EF4-FFF2-40B4-BE49-F238E27FC236}">
                <a16:creationId xmlns:a16="http://schemas.microsoft.com/office/drawing/2014/main" id="{85DEC068-B404-EF58-3C31-68BDF5962461}"/>
              </a:ext>
            </a:extLst>
          </p:cNvPr>
          <p:cNvSpPr/>
          <p:nvPr/>
        </p:nvSpPr>
        <p:spPr>
          <a:xfrm>
            <a:off x="13753988" y="3983146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Tok 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9FBB09-57B2-3CC8-AD72-620128475BBE}"/>
              </a:ext>
            </a:extLst>
          </p:cNvPr>
          <p:cNvSpPr txBox="1"/>
          <p:nvPr/>
        </p:nvSpPr>
        <p:spPr>
          <a:xfrm>
            <a:off x="14324422" y="4013550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84" name="Snip Same Side Corner Rectangle 83">
            <a:extLst>
              <a:ext uri="{FF2B5EF4-FFF2-40B4-BE49-F238E27FC236}">
                <a16:creationId xmlns:a16="http://schemas.microsoft.com/office/drawing/2014/main" id="{248D9496-96F1-0AAF-34A9-60915EE12281}"/>
              </a:ext>
            </a:extLst>
          </p:cNvPr>
          <p:cNvSpPr/>
          <p:nvPr/>
        </p:nvSpPr>
        <p:spPr>
          <a:xfrm>
            <a:off x="14722654" y="3989375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Tok 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71B100-F3C8-D29F-D098-047E69880F43}"/>
              </a:ext>
            </a:extLst>
          </p:cNvPr>
          <p:cNvSpPr txBox="1"/>
          <p:nvPr/>
        </p:nvSpPr>
        <p:spPr>
          <a:xfrm>
            <a:off x="14110869" y="4417567"/>
            <a:ext cx="749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</a:t>
            </a:r>
            <a:r>
              <a:rPr lang="en-CN" sz="1200" dirty="0"/>
              <a:t>eature 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D2E433-390F-6E6D-3AC3-6B88D6C01A48}"/>
              </a:ext>
            </a:extLst>
          </p:cNvPr>
          <p:cNvSpPr txBox="1"/>
          <p:nvPr/>
        </p:nvSpPr>
        <p:spPr>
          <a:xfrm>
            <a:off x="16843720" y="4383085"/>
            <a:ext cx="29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520DFED7-462B-8B9F-B537-28EFE73ADDB1}"/>
              </a:ext>
            </a:extLst>
          </p:cNvPr>
          <p:cNvCxnSpPr>
            <a:stCxn id="79" idx="1"/>
            <a:endCxn id="94" idx="0"/>
          </p:cNvCxnSpPr>
          <p:nvPr/>
        </p:nvCxnSpPr>
        <p:spPr>
          <a:xfrm rot="16200000" flipH="1">
            <a:off x="14178263" y="4110146"/>
            <a:ext cx="109072" cy="50577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993E1ED9-43A7-1CAC-8224-007A617338E1}"/>
              </a:ext>
            </a:extLst>
          </p:cNvPr>
          <p:cNvCxnSpPr>
            <a:stCxn id="94" idx="0"/>
            <a:endCxn id="84" idx="1"/>
          </p:cNvCxnSpPr>
          <p:nvPr/>
        </p:nvCxnSpPr>
        <p:spPr>
          <a:xfrm rot="5400000" flipH="1" flipV="1">
            <a:off x="14665711" y="4134698"/>
            <a:ext cx="102843" cy="462896"/>
          </a:xfrm>
          <a:prstGeom prst="bentConnector3">
            <a:avLst>
              <a:gd name="adj1" fmla="val 53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CBC0228-4B6F-095E-F5F5-B1655FAF8A5C}"/>
              </a:ext>
            </a:extLst>
          </p:cNvPr>
          <p:cNvSpPr txBox="1"/>
          <p:nvPr/>
        </p:nvSpPr>
        <p:spPr>
          <a:xfrm>
            <a:off x="16877675" y="3998217"/>
            <a:ext cx="29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9F679A7-307A-F0B5-AECC-54C8A5653F2F}"/>
              </a:ext>
            </a:extLst>
          </p:cNvPr>
          <p:cNvSpPr txBox="1"/>
          <p:nvPr/>
        </p:nvSpPr>
        <p:spPr>
          <a:xfrm>
            <a:off x="16909270" y="3528784"/>
            <a:ext cx="29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30" name="Right Arrow 129">
            <a:extLst>
              <a:ext uri="{FF2B5EF4-FFF2-40B4-BE49-F238E27FC236}">
                <a16:creationId xmlns:a16="http://schemas.microsoft.com/office/drawing/2014/main" id="{343C97DD-1929-D99F-D402-33D370D16D3E}"/>
              </a:ext>
            </a:extLst>
          </p:cNvPr>
          <p:cNvSpPr/>
          <p:nvPr/>
        </p:nvSpPr>
        <p:spPr>
          <a:xfrm rot="19796216">
            <a:off x="17506615" y="3163994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0B3F3D-5D80-5EE2-252D-A43917ADA123}"/>
              </a:ext>
            </a:extLst>
          </p:cNvPr>
          <p:cNvSpPr/>
          <p:nvPr/>
        </p:nvSpPr>
        <p:spPr>
          <a:xfrm>
            <a:off x="13231090" y="3375218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E</a:t>
            </a:r>
            <a:r>
              <a:rPr lang="en-CN" sz="900" baseline="-25000" dirty="0">
                <a:solidFill>
                  <a:schemeClr val="tx1"/>
                </a:solidFill>
              </a:rPr>
              <a:t>[CLS]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81357-8609-1F27-82CF-C62AFFB9C45D}"/>
              </a:ext>
            </a:extLst>
          </p:cNvPr>
          <p:cNvSpPr/>
          <p:nvPr/>
        </p:nvSpPr>
        <p:spPr>
          <a:xfrm>
            <a:off x="13751314" y="3375218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E</a:t>
            </a:r>
            <a:r>
              <a:rPr lang="en-CN" sz="9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071960-34A2-00C9-7075-ABCC1ED7B8F7}"/>
              </a:ext>
            </a:extLst>
          </p:cNvPr>
          <p:cNvSpPr/>
          <p:nvPr/>
        </p:nvSpPr>
        <p:spPr>
          <a:xfrm>
            <a:off x="14702387" y="3375218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E</a:t>
            </a:r>
            <a:r>
              <a:rPr lang="en-CN" sz="900" baseline="-25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E0D4423-9C2D-95F4-E5C5-86E2F21502E3}"/>
              </a:ext>
            </a:extLst>
          </p:cNvPr>
          <p:cNvSpPr/>
          <p:nvPr/>
        </p:nvSpPr>
        <p:spPr>
          <a:xfrm>
            <a:off x="13231090" y="2621872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7CC1F14-9A38-80FD-0243-73E9E7B5D345}"/>
              </a:ext>
            </a:extLst>
          </p:cNvPr>
          <p:cNvSpPr/>
          <p:nvPr/>
        </p:nvSpPr>
        <p:spPr>
          <a:xfrm>
            <a:off x="13751314" y="2621872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T</a:t>
            </a:r>
            <a:r>
              <a:rPr lang="en-CN" sz="11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90123ED-9453-A5AC-2FA8-C3B2F4DCBAC3}"/>
              </a:ext>
            </a:extLst>
          </p:cNvPr>
          <p:cNvSpPr/>
          <p:nvPr/>
        </p:nvSpPr>
        <p:spPr>
          <a:xfrm>
            <a:off x="14702387" y="2621872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T</a:t>
            </a:r>
            <a:r>
              <a:rPr lang="en-CN" sz="1100" baseline="-25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F301CB3-5D82-82A3-9573-1B5A0B130E36}"/>
              </a:ext>
            </a:extLst>
          </p:cNvPr>
          <p:cNvSpPr/>
          <p:nvPr/>
        </p:nvSpPr>
        <p:spPr>
          <a:xfrm>
            <a:off x="13032492" y="1812196"/>
            <a:ext cx="869972" cy="286871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sz="1100" dirty="0">
                <a:solidFill>
                  <a:schemeClr val="tx1"/>
                </a:solidFill>
              </a:rPr>
              <a:t>Class Labels</a:t>
            </a:r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9529E4FD-684C-9A24-8279-86CDF32CEFD5}"/>
              </a:ext>
            </a:extLst>
          </p:cNvPr>
          <p:cNvSpPr/>
          <p:nvPr/>
        </p:nvSpPr>
        <p:spPr>
          <a:xfrm rot="16200000">
            <a:off x="13350393" y="2078784"/>
            <a:ext cx="234170" cy="361876"/>
          </a:xfrm>
          <a:prstGeom prst="rightArrow">
            <a:avLst/>
          </a:prstGeom>
          <a:solidFill>
            <a:srgbClr val="C000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2246EC0-AE26-BCB2-71A4-08A229C379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9432" y="2507083"/>
            <a:ext cx="1045383" cy="41140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8994F68-4B97-51F7-A37C-FB21CBF8AF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1701" y="4277983"/>
            <a:ext cx="1045383" cy="411408"/>
          </a:xfrm>
          <a:prstGeom prst="rect">
            <a:avLst/>
          </a:prstGeom>
        </p:spPr>
      </p:pic>
      <p:sp>
        <p:nvSpPr>
          <p:cNvPr id="64" name="Right Arrow 63">
            <a:extLst>
              <a:ext uri="{FF2B5EF4-FFF2-40B4-BE49-F238E27FC236}">
                <a16:creationId xmlns:a16="http://schemas.microsoft.com/office/drawing/2014/main" id="{BA00A2B6-96D9-0A4D-9C52-52AB9A6333FB}"/>
              </a:ext>
            </a:extLst>
          </p:cNvPr>
          <p:cNvSpPr/>
          <p:nvPr/>
        </p:nvSpPr>
        <p:spPr>
          <a:xfrm rot="1767934">
            <a:off x="17499981" y="3926096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0ADC07-B1DE-7D0E-DB3F-3FE2792FD8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2751" y="2262605"/>
            <a:ext cx="1374596" cy="137459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98EF3D4-CB69-FA8A-E9EF-FDB4E4250D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2751" y="3753993"/>
            <a:ext cx="1374596" cy="1374596"/>
          </a:xfrm>
          <a:prstGeom prst="rect">
            <a:avLst/>
          </a:prstGeom>
        </p:spPr>
      </p:pic>
      <p:sp>
        <p:nvSpPr>
          <p:cNvPr id="89" name="文本框 16">
            <a:extLst>
              <a:ext uri="{FF2B5EF4-FFF2-40B4-BE49-F238E27FC236}">
                <a16:creationId xmlns:a16="http://schemas.microsoft.com/office/drawing/2014/main" id="{254B574F-775D-B164-1561-9983215E8B3F}"/>
              </a:ext>
            </a:extLst>
          </p:cNvPr>
          <p:cNvSpPr txBox="1"/>
          <p:nvPr/>
        </p:nvSpPr>
        <p:spPr>
          <a:xfrm>
            <a:off x="17606693" y="1702986"/>
            <a:ext cx="272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恶意包</a:t>
            </a:r>
          </a:p>
        </p:txBody>
      </p:sp>
      <p:sp>
        <p:nvSpPr>
          <p:cNvPr id="93" name="文本框 16">
            <a:extLst>
              <a:ext uri="{FF2B5EF4-FFF2-40B4-BE49-F238E27FC236}">
                <a16:creationId xmlns:a16="http://schemas.microsoft.com/office/drawing/2014/main" id="{37E61C36-D2A6-C5E2-A197-BCEB5F84AA1F}"/>
              </a:ext>
            </a:extLst>
          </p:cNvPr>
          <p:cNvSpPr txBox="1"/>
          <p:nvPr/>
        </p:nvSpPr>
        <p:spPr>
          <a:xfrm>
            <a:off x="17608219" y="5141836"/>
            <a:ext cx="272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正常包</a:t>
            </a:r>
            <a:endParaRPr kumimoji="1" lang="en-US" altLang="zh-CN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104" name="Right Arrow 67">
            <a:extLst>
              <a:ext uri="{FF2B5EF4-FFF2-40B4-BE49-F238E27FC236}">
                <a16:creationId xmlns:a16="http://schemas.microsoft.com/office/drawing/2014/main" id="{B2A5E210-916E-4979-9B7E-8D78C16A0A4D}"/>
              </a:ext>
            </a:extLst>
          </p:cNvPr>
          <p:cNvSpPr/>
          <p:nvPr/>
        </p:nvSpPr>
        <p:spPr>
          <a:xfrm rot="16200000">
            <a:off x="15462785" y="3555471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5" name="Right Arrow 68">
            <a:extLst>
              <a:ext uri="{FF2B5EF4-FFF2-40B4-BE49-F238E27FC236}">
                <a16:creationId xmlns:a16="http://schemas.microsoft.com/office/drawing/2014/main" id="{C1168F8D-0A7E-3708-A8F5-2B0AB171203E}"/>
              </a:ext>
            </a:extLst>
          </p:cNvPr>
          <p:cNvSpPr/>
          <p:nvPr/>
        </p:nvSpPr>
        <p:spPr>
          <a:xfrm rot="16200000">
            <a:off x="16431451" y="3555470"/>
            <a:ext cx="186858" cy="361875"/>
          </a:xfrm>
          <a:prstGeom prst="rightArrow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7" name="Snip Same Side Corner Rectangle 78">
            <a:extLst>
              <a:ext uri="{FF2B5EF4-FFF2-40B4-BE49-F238E27FC236}">
                <a16:creationId xmlns:a16="http://schemas.microsoft.com/office/drawing/2014/main" id="{40C122FC-0A86-EB76-B102-6744EC540DAC}"/>
              </a:ext>
            </a:extLst>
          </p:cNvPr>
          <p:cNvSpPr/>
          <p:nvPr/>
        </p:nvSpPr>
        <p:spPr>
          <a:xfrm>
            <a:off x="15330288" y="3982414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Tok 1</a:t>
            </a:r>
            <a:r>
              <a:rPr kumimoji="0" lang="en-CN" altLang="zh-CN" sz="9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’</a:t>
            </a:r>
            <a:endParaRPr lang="en-CN" altLang="zh-CN" sz="900" dirty="0">
              <a:solidFill>
                <a:schemeClr val="tx1"/>
              </a:solidFill>
            </a:endParaRPr>
          </a:p>
        </p:txBody>
      </p:sp>
      <p:sp>
        <p:nvSpPr>
          <p:cNvPr id="108" name="TextBox 81">
            <a:extLst>
              <a:ext uri="{FF2B5EF4-FFF2-40B4-BE49-F238E27FC236}">
                <a16:creationId xmlns:a16="http://schemas.microsoft.com/office/drawing/2014/main" id="{39767B42-E06D-A26C-A9FF-8B1625FDFC33}"/>
              </a:ext>
            </a:extLst>
          </p:cNvPr>
          <p:cNvSpPr txBox="1"/>
          <p:nvPr/>
        </p:nvSpPr>
        <p:spPr>
          <a:xfrm>
            <a:off x="15900722" y="4012818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09" name="Snip Same Side Corner Rectangle 83">
            <a:extLst>
              <a:ext uri="{FF2B5EF4-FFF2-40B4-BE49-F238E27FC236}">
                <a16:creationId xmlns:a16="http://schemas.microsoft.com/office/drawing/2014/main" id="{E99F1CE3-C687-AC24-B7BD-771A8C5F3063}"/>
              </a:ext>
            </a:extLst>
          </p:cNvPr>
          <p:cNvSpPr/>
          <p:nvPr/>
        </p:nvSpPr>
        <p:spPr>
          <a:xfrm>
            <a:off x="16298954" y="3988643"/>
            <a:ext cx="451852" cy="325349"/>
          </a:xfrm>
          <a:prstGeom prst="snip2SameRect">
            <a:avLst>
              <a:gd name="adj1" fmla="val 27918"/>
              <a:gd name="adj2" fmla="val 0"/>
            </a:avLst>
          </a:prstGeom>
          <a:solidFill>
            <a:srgbClr val="F5CC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altLang="zh-CN" sz="900">
                <a:solidFill>
                  <a:schemeClr val="tx1"/>
                </a:solidFill>
              </a:rPr>
              <a:t>Tok M</a:t>
            </a:r>
            <a:endParaRPr lang="en-CN" altLang="zh-CN" sz="900" dirty="0">
              <a:solidFill>
                <a:schemeClr val="tx1"/>
              </a:solidFill>
            </a:endParaRPr>
          </a:p>
        </p:txBody>
      </p:sp>
      <p:sp>
        <p:nvSpPr>
          <p:cNvPr id="110" name="TextBox 93">
            <a:extLst>
              <a:ext uri="{FF2B5EF4-FFF2-40B4-BE49-F238E27FC236}">
                <a16:creationId xmlns:a16="http://schemas.microsoft.com/office/drawing/2014/main" id="{B821CDF5-9AC9-DB5D-2C50-B3471EE31591}"/>
              </a:ext>
            </a:extLst>
          </p:cNvPr>
          <p:cNvSpPr txBox="1"/>
          <p:nvPr/>
        </p:nvSpPr>
        <p:spPr>
          <a:xfrm>
            <a:off x="15687169" y="4416835"/>
            <a:ext cx="749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</a:t>
            </a:r>
            <a:r>
              <a:rPr lang="en-CN" sz="1200"/>
              <a:t>eature </a:t>
            </a:r>
            <a:r>
              <a:rPr lang="en-US" sz="1200" dirty="0"/>
              <a:t>2</a:t>
            </a:r>
            <a:endParaRPr lang="en-CN" sz="1200" dirty="0"/>
          </a:p>
        </p:txBody>
      </p:sp>
      <p:cxnSp>
        <p:nvCxnSpPr>
          <p:cNvPr id="111" name="Elbow Connector 105">
            <a:extLst>
              <a:ext uri="{FF2B5EF4-FFF2-40B4-BE49-F238E27FC236}">
                <a16:creationId xmlns:a16="http://schemas.microsoft.com/office/drawing/2014/main" id="{86DEFB46-7F17-0F7D-535B-DE0874687C9F}"/>
              </a:ext>
            </a:extLst>
          </p:cNvPr>
          <p:cNvCxnSpPr>
            <a:stCxn id="107" idx="1"/>
            <a:endCxn id="110" idx="0"/>
          </p:cNvCxnSpPr>
          <p:nvPr/>
        </p:nvCxnSpPr>
        <p:spPr>
          <a:xfrm rot="16200000" flipH="1">
            <a:off x="15754563" y="4109414"/>
            <a:ext cx="109072" cy="50577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6">
            <a:extLst>
              <a:ext uri="{FF2B5EF4-FFF2-40B4-BE49-F238E27FC236}">
                <a16:creationId xmlns:a16="http://schemas.microsoft.com/office/drawing/2014/main" id="{3DE2EB09-0B2B-29DA-64D8-331E28CD4802}"/>
              </a:ext>
            </a:extLst>
          </p:cNvPr>
          <p:cNvCxnSpPr>
            <a:stCxn id="110" idx="0"/>
            <a:endCxn id="109" idx="1"/>
          </p:cNvCxnSpPr>
          <p:nvPr/>
        </p:nvCxnSpPr>
        <p:spPr>
          <a:xfrm rot="5400000" flipH="1" flipV="1">
            <a:off x="16242011" y="4133966"/>
            <a:ext cx="102843" cy="462896"/>
          </a:xfrm>
          <a:prstGeom prst="bentConnector3">
            <a:avLst>
              <a:gd name="adj1" fmla="val 53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3">
            <a:extLst>
              <a:ext uri="{FF2B5EF4-FFF2-40B4-BE49-F238E27FC236}">
                <a16:creationId xmlns:a16="http://schemas.microsoft.com/office/drawing/2014/main" id="{C2223B8C-7F70-627A-B96F-3FFC46EE1D87}"/>
              </a:ext>
            </a:extLst>
          </p:cNvPr>
          <p:cNvSpPr/>
          <p:nvPr/>
        </p:nvSpPr>
        <p:spPr>
          <a:xfrm>
            <a:off x="15327614" y="3374486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altLang="zh-CN" sz="900">
                <a:solidFill>
                  <a:schemeClr val="tx1"/>
                </a:solidFill>
              </a:rPr>
              <a:t>E</a:t>
            </a:r>
            <a:r>
              <a:rPr lang="en-CN" altLang="zh-CN" sz="900" baseline="-25000">
                <a:solidFill>
                  <a:schemeClr val="tx1"/>
                </a:solidFill>
              </a:rPr>
              <a:t>1</a:t>
            </a:r>
            <a:r>
              <a:rPr lang="en-CN" altLang="zh-CN" sz="900" baseline="30000">
                <a:solidFill>
                  <a:schemeClr val="tx1"/>
                </a:solidFill>
              </a:rPr>
              <a:t>’</a:t>
            </a:r>
            <a:endParaRPr lang="en-CN" altLang="zh-CN" sz="900" baseline="30000" dirty="0">
              <a:solidFill>
                <a:schemeClr val="tx1"/>
              </a:solidFill>
            </a:endParaRP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9C87992E-6F3F-E9C1-73D8-569F187FC847}"/>
              </a:ext>
            </a:extLst>
          </p:cNvPr>
          <p:cNvSpPr/>
          <p:nvPr/>
        </p:nvSpPr>
        <p:spPr>
          <a:xfrm>
            <a:off x="16278687" y="3374486"/>
            <a:ext cx="457200" cy="239537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N" altLang="zh-CN" sz="900">
                <a:solidFill>
                  <a:schemeClr val="tx1"/>
                </a:solidFill>
              </a:rPr>
              <a:t>E</a:t>
            </a:r>
            <a:r>
              <a:rPr lang="en-CN" altLang="zh-CN" sz="900" baseline="-25000">
                <a:solidFill>
                  <a:schemeClr val="tx1"/>
                </a:solidFill>
              </a:rPr>
              <a:t>M</a:t>
            </a:r>
            <a:r>
              <a:rPr lang="en-CN" altLang="zh-CN" sz="900" baseline="30000">
                <a:solidFill>
                  <a:schemeClr val="tx1"/>
                </a:solidFill>
              </a:rPr>
              <a:t>’</a:t>
            </a:r>
            <a:endParaRPr lang="en-CN" altLang="zh-CN" sz="900" baseline="30000" dirty="0">
              <a:solidFill>
                <a:schemeClr val="tx1"/>
              </a:solidFill>
            </a:endParaRPr>
          </a:p>
        </p:txBody>
      </p:sp>
      <p:sp>
        <p:nvSpPr>
          <p:cNvPr id="115" name="Rounded Rectangle 37">
            <a:extLst>
              <a:ext uri="{FF2B5EF4-FFF2-40B4-BE49-F238E27FC236}">
                <a16:creationId xmlns:a16="http://schemas.microsoft.com/office/drawing/2014/main" id="{52F5FA08-0300-57F1-B0DC-0841752E64B1}"/>
              </a:ext>
            </a:extLst>
          </p:cNvPr>
          <p:cNvSpPr/>
          <p:nvPr/>
        </p:nvSpPr>
        <p:spPr>
          <a:xfrm>
            <a:off x="15327614" y="2621140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altLang="zh-CN" sz="1100">
                <a:solidFill>
                  <a:schemeClr val="tx1"/>
                </a:solidFill>
              </a:rPr>
              <a:t>T</a:t>
            </a:r>
            <a:r>
              <a:rPr lang="en-CN" altLang="zh-CN" sz="1100" baseline="-25000">
                <a:solidFill>
                  <a:schemeClr val="tx1"/>
                </a:solidFill>
              </a:rPr>
              <a:t>1</a:t>
            </a:r>
            <a:r>
              <a:rPr lang="en-CN" altLang="zh-CN" sz="1100" baseline="30000">
                <a:solidFill>
                  <a:schemeClr val="tx1"/>
                </a:solidFill>
              </a:rPr>
              <a:t>’</a:t>
            </a:r>
            <a:endParaRPr lang="en-CN" altLang="zh-CN" sz="1100" baseline="30000" dirty="0">
              <a:solidFill>
                <a:schemeClr val="tx1"/>
              </a:solidFill>
            </a:endParaRPr>
          </a:p>
        </p:txBody>
      </p:sp>
      <p:sp>
        <p:nvSpPr>
          <p:cNvPr id="116" name="Rounded Rectangle 40">
            <a:extLst>
              <a:ext uri="{FF2B5EF4-FFF2-40B4-BE49-F238E27FC236}">
                <a16:creationId xmlns:a16="http://schemas.microsoft.com/office/drawing/2014/main" id="{2607A638-C5C9-499E-C575-5D1E416FD28E}"/>
              </a:ext>
            </a:extLst>
          </p:cNvPr>
          <p:cNvSpPr/>
          <p:nvPr/>
        </p:nvSpPr>
        <p:spPr>
          <a:xfrm>
            <a:off x="16278687" y="2621140"/>
            <a:ext cx="457200" cy="286871"/>
          </a:xfrm>
          <a:prstGeom prst="roundRect">
            <a:avLst/>
          </a:prstGeom>
          <a:solidFill>
            <a:srgbClr val="DCED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altLang="zh-CN" sz="1100">
                <a:solidFill>
                  <a:schemeClr val="tx1"/>
                </a:solidFill>
              </a:rPr>
              <a:t>T</a:t>
            </a:r>
            <a:r>
              <a:rPr lang="en-CN" altLang="zh-CN" sz="1100" baseline="-25000">
                <a:solidFill>
                  <a:schemeClr val="tx1"/>
                </a:solidFill>
              </a:rPr>
              <a:t>M</a:t>
            </a:r>
            <a:endParaRPr lang="en-CN" altLang="zh-CN" sz="1100" baseline="30000" dirty="0">
              <a:solidFill>
                <a:schemeClr val="tx1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E871E19-C8AA-9A20-9135-A484062F1C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66798" y="3875963"/>
            <a:ext cx="1206500" cy="813428"/>
          </a:xfrm>
          <a:prstGeom prst="rect">
            <a:avLst/>
          </a:prstGeom>
        </p:spPr>
      </p:pic>
      <p:sp>
        <p:nvSpPr>
          <p:cNvPr id="5" name="TextBox 81">
            <a:extLst>
              <a:ext uri="{FF2B5EF4-FFF2-40B4-BE49-F238E27FC236}">
                <a16:creationId xmlns:a16="http://schemas.microsoft.com/office/drawing/2014/main" id="{B505298D-CC30-2962-170C-CBBE40C716D0}"/>
              </a:ext>
            </a:extLst>
          </p:cNvPr>
          <p:cNvSpPr txBox="1"/>
          <p:nvPr/>
        </p:nvSpPr>
        <p:spPr>
          <a:xfrm>
            <a:off x="14327193" y="3390094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13" name="TextBox 81">
            <a:extLst>
              <a:ext uri="{FF2B5EF4-FFF2-40B4-BE49-F238E27FC236}">
                <a16:creationId xmlns:a16="http://schemas.microsoft.com/office/drawing/2014/main" id="{061296C4-9F01-D67D-6020-A8E8AC21370A}"/>
              </a:ext>
            </a:extLst>
          </p:cNvPr>
          <p:cNvSpPr txBox="1"/>
          <p:nvPr/>
        </p:nvSpPr>
        <p:spPr>
          <a:xfrm>
            <a:off x="15903493" y="3389362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21" name="TextBox 81">
            <a:extLst>
              <a:ext uri="{FF2B5EF4-FFF2-40B4-BE49-F238E27FC236}">
                <a16:creationId xmlns:a16="http://schemas.microsoft.com/office/drawing/2014/main" id="{467CB8BD-5760-8324-138A-6419C971E01D}"/>
              </a:ext>
            </a:extLst>
          </p:cNvPr>
          <p:cNvSpPr txBox="1"/>
          <p:nvPr/>
        </p:nvSpPr>
        <p:spPr>
          <a:xfrm>
            <a:off x="14318881" y="2677970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  <p:sp>
        <p:nvSpPr>
          <p:cNvPr id="22" name="TextBox 81">
            <a:extLst>
              <a:ext uri="{FF2B5EF4-FFF2-40B4-BE49-F238E27FC236}">
                <a16:creationId xmlns:a16="http://schemas.microsoft.com/office/drawing/2014/main" id="{116EFA63-3CFF-5C6C-41E1-623E66E6CD57}"/>
              </a:ext>
            </a:extLst>
          </p:cNvPr>
          <p:cNvSpPr txBox="1"/>
          <p:nvPr/>
        </p:nvSpPr>
        <p:spPr>
          <a:xfrm>
            <a:off x="15895181" y="2677238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0275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2D6FFD5-EE13-0338-C5BA-543DD38D4484}"/>
              </a:ext>
            </a:extLst>
          </p:cNvPr>
          <p:cNvSpPr txBox="1"/>
          <p:nvPr/>
        </p:nvSpPr>
        <p:spPr>
          <a:xfrm>
            <a:off x="5910078" y="3863147"/>
            <a:ext cx="326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Call Graph Generator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E89203A-CDE8-9591-D362-806EEB9DE403}"/>
              </a:ext>
            </a:extLst>
          </p:cNvPr>
          <p:cNvSpPr txBox="1"/>
          <p:nvPr/>
        </p:nvSpPr>
        <p:spPr>
          <a:xfrm>
            <a:off x="9699589" y="4047740"/>
            <a:ext cx="33487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Suspicious Behavior</a:t>
            </a:r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Sequence Generator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34" name="图形 33">
            <a:extLst>
              <a:ext uri="{FF2B5EF4-FFF2-40B4-BE49-F238E27FC236}">
                <a16:creationId xmlns:a16="http://schemas.microsoft.com/office/drawing/2014/main" id="{F5CC6926-C283-49A4-9E3D-8957F675E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9107" y="2444100"/>
            <a:ext cx="1312936" cy="1319181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78493394-A883-EB81-ACC2-CC59C7DDC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4870" y="3063398"/>
            <a:ext cx="669370" cy="587407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A3B56129-242B-ED58-1CDE-561D0FCB94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9069" y="2641866"/>
            <a:ext cx="1001384" cy="385148"/>
          </a:xfrm>
          <a:prstGeom prst="rect">
            <a:avLst/>
          </a:prstGeom>
          <a:scene3d>
            <a:camera prst="orthographicFront">
              <a:rot lat="0" lon="20099980" rev="0"/>
            </a:camera>
            <a:lightRig rig="threePt" dir="t"/>
          </a:scene3d>
        </p:spPr>
      </p:pic>
      <p:sp>
        <p:nvSpPr>
          <p:cNvPr id="7" name="文本框 16">
            <a:extLst>
              <a:ext uri="{FF2B5EF4-FFF2-40B4-BE49-F238E27FC236}">
                <a16:creationId xmlns:a16="http://schemas.microsoft.com/office/drawing/2014/main" id="{D3C28266-4BD7-CDC4-9F79-81A2CF025D50}"/>
              </a:ext>
            </a:extLst>
          </p:cNvPr>
          <p:cNvSpPr txBox="1"/>
          <p:nvPr/>
        </p:nvSpPr>
        <p:spPr>
          <a:xfrm>
            <a:off x="2790542" y="3863147"/>
            <a:ext cx="2726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Target Packages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2CDE9E6D-5690-F0F8-277B-D9746CA6F1B1}"/>
              </a:ext>
            </a:extLst>
          </p:cNvPr>
          <p:cNvSpPr txBox="1"/>
          <p:nvPr/>
        </p:nvSpPr>
        <p:spPr>
          <a:xfrm>
            <a:off x="13428748" y="4075959"/>
            <a:ext cx="28931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Malicious Package</a:t>
            </a:r>
            <a:r>
              <a:rPr kumimoji="1" lang="zh-CN" altLang="en-US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Detector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E89DD37D-DC0C-F9C6-0E7D-89B81872A0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8518" y="2397065"/>
            <a:ext cx="1423168" cy="1423168"/>
          </a:xfrm>
          <a:prstGeom prst="rect">
            <a:avLst/>
          </a:prstGeom>
        </p:spPr>
      </p:pic>
      <p:sp>
        <p:nvSpPr>
          <p:cNvPr id="52" name="Right Arrow 51">
            <a:extLst>
              <a:ext uri="{FF2B5EF4-FFF2-40B4-BE49-F238E27FC236}">
                <a16:creationId xmlns:a16="http://schemas.microsoft.com/office/drawing/2014/main" id="{A2A946F2-2597-3647-81B8-95345244B541}"/>
              </a:ext>
            </a:extLst>
          </p:cNvPr>
          <p:cNvSpPr/>
          <p:nvPr/>
        </p:nvSpPr>
        <p:spPr>
          <a:xfrm>
            <a:off x="5894259" y="2816851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7ABAFAB6-B3CA-6DD7-6FDA-C6D079B3D490}"/>
              </a:ext>
            </a:extLst>
          </p:cNvPr>
          <p:cNvSpPr/>
          <p:nvPr/>
        </p:nvSpPr>
        <p:spPr>
          <a:xfrm rot="5400000">
            <a:off x="7163148" y="4888289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DCCA07-50AB-C017-317B-7FFCF0D182EE}"/>
              </a:ext>
            </a:extLst>
          </p:cNvPr>
          <p:cNvSpPr txBox="1"/>
          <p:nvPr/>
        </p:nvSpPr>
        <p:spPr>
          <a:xfrm>
            <a:off x="5788754" y="7297739"/>
            <a:ext cx="31438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Suspicious Behavior</a:t>
            </a:r>
            <a:endParaRPr kumimoji="1" lang="zh-CN" altLang="en-US" sz="2800" dirty="0"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  <a:p>
            <a:pPr algn="ctr"/>
            <a:r>
              <a:rPr kumimoji="1" lang="en-CN" sz="2800" dirty="0"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Extractor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C5E89-AD5F-EFE0-7841-B62ABAAB63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3496" y="5694099"/>
            <a:ext cx="1365779" cy="136577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B16ABED-013B-1927-946F-A28B8F580E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9012" y="2444100"/>
            <a:ext cx="1444750" cy="1444750"/>
          </a:xfrm>
          <a:prstGeom prst="rect">
            <a:avLst/>
          </a:prstGeom>
        </p:spPr>
      </p:pic>
      <p:sp>
        <p:nvSpPr>
          <p:cNvPr id="57" name="Right Arrow 56">
            <a:extLst>
              <a:ext uri="{FF2B5EF4-FFF2-40B4-BE49-F238E27FC236}">
                <a16:creationId xmlns:a16="http://schemas.microsoft.com/office/drawing/2014/main" id="{A236CB6D-7DF3-CAD2-34B0-06CAE8CEB2C0}"/>
              </a:ext>
            </a:extLst>
          </p:cNvPr>
          <p:cNvSpPr/>
          <p:nvPr/>
        </p:nvSpPr>
        <p:spPr>
          <a:xfrm rot="5400000">
            <a:off x="11219236" y="1638290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9B8EE255-0C9C-056A-87EF-B22C9C1DC057}"/>
              </a:ext>
            </a:extLst>
          </p:cNvPr>
          <p:cNvSpPr/>
          <p:nvPr/>
        </p:nvSpPr>
        <p:spPr>
          <a:xfrm>
            <a:off x="9748012" y="2955938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163C5029-B28E-C29F-C9EB-A2353E62A81F}"/>
              </a:ext>
            </a:extLst>
          </p:cNvPr>
          <p:cNvSpPr/>
          <p:nvPr/>
        </p:nvSpPr>
        <p:spPr>
          <a:xfrm>
            <a:off x="12884200" y="2955938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6DC1664-DCC2-FB51-E66B-6B5E018E70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69567" y="2426089"/>
            <a:ext cx="1444750" cy="144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6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69E7AE-E5A1-352A-85E3-8E5828EDC350}"/>
              </a:ext>
            </a:extLst>
          </p:cNvPr>
          <p:cNvSpPr/>
          <p:nvPr/>
        </p:nvSpPr>
        <p:spPr>
          <a:xfrm>
            <a:off x="7416800" y="2743200"/>
            <a:ext cx="7670800" cy="419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矩形 63">
            <a:extLst>
              <a:ext uri="{FF2B5EF4-FFF2-40B4-BE49-F238E27FC236}">
                <a16:creationId xmlns:a16="http://schemas.microsoft.com/office/drawing/2014/main" id="{7D450498-65ED-64BD-0021-030C32F4A41A}"/>
              </a:ext>
            </a:extLst>
          </p:cNvPr>
          <p:cNvSpPr/>
          <p:nvPr/>
        </p:nvSpPr>
        <p:spPr>
          <a:xfrm rot="5400000">
            <a:off x="14082774" y="3219919"/>
            <a:ext cx="1856388" cy="77349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BERT</a:t>
            </a:r>
            <a:endParaRPr kumimoji="1" lang="zh-CN" altLang="en-US" sz="4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圆角矩形 71">
            <a:extLst>
              <a:ext uri="{FF2B5EF4-FFF2-40B4-BE49-F238E27FC236}">
                <a16:creationId xmlns:a16="http://schemas.microsoft.com/office/drawing/2014/main" id="{4B725AD7-142C-8D7B-082F-66828255CB30}"/>
              </a:ext>
            </a:extLst>
          </p:cNvPr>
          <p:cNvSpPr/>
          <p:nvPr/>
        </p:nvSpPr>
        <p:spPr>
          <a:xfrm>
            <a:off x="13513896" y="2794204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[CLS]</a:t>
            </a:r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圆角矩形 80">
            <a:extLst>
              <a:ext uri="{FF2B5EF4-FFF2-40B4-BE49-F238E27FC236}">
                <a16:creationId xmlns:a16="http://schemas.microsoft.com/office/drawing/2014/main" id="{AAB34C5E-D641-B222-673E-F4AC8485DB12}"/>
              </a:ext>
            </a:extLst>
          </p:cNvPr>
          <p:cNvSpPr/>
          <p:nvPr/>
        </p:nvSpPr>
        <p:spPr>
          <a:xfrm>
            <a:off x="13513896" y="3243233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1" lang="en-US" altLang="zh-CN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圆角矩形 82">
            <a:extLst>
              <a:ext uri="{FF2B5EF4-FFF2-40B4-BE49-F238E27FC236}">
                <a16:creationId xmlns:a16="http://schemas.microsoft.com/office/drawing/2014/main" id="{01DD59FE-215F-B3D5-979A-431F58F6BD9A}"/>
              </a:ext>
            </a:extLst>
          </p:cNvPr>
          <p:cNvSpPr/>
          <p:nvPr/>
        </p:nvSpPr>
        <p:spPr>
          <a:xfrm>
            <a:off x="13513896" y="3703048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1" lang="en-US" altLang="zh-CN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圆角矩形 86">
            <a:extLst>
              <a:ext uri="{FF2B5EF4-FFF2-40B4-BE49-F238E27FC236}">
                <a16:creationId xmlns:a16="http://schemas.microsoft.com/office/drawing/2014/main" id="{C1BA0601-1953-E6D3-AC83-D6732313B4FF}"/>
              </a:ext>
            </a:extLst>
          </p:cNvPr>
          <p:cNvSpPr/>
          <p:nvPr/>
        </p:nvSpPr>
        <p:spPr>
          <a:xfrm>
            <a:off x="13513896" y="4150772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1" lang="en-US" altLang="zh-CN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圆角矩形 88">
            <a:extLst>
              <a:ext uri="{FF2B5EF4-FFF2-40B4-BE49-F238E27FC236}">
                <a16:creationId xmlns:a16="http://schemas.microsoft.com/office/drawing/2014/main" id="{AA79FA45-1793-7993-EC91-37BD3244DFF7}"/>
              </a:ext>
            </a:extLst>
          </p:cNvPr>
          <p:cNvSpPr/>
          <p:nvPr/>
        </p:nvSpPr>
        <p:spPr>
          <a:xfrm>
            <a:off x="13513896" y="4587711"/>
            <a:ext cx="765981" cy="361871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直线箭头连接符 102">
            <a:extLst>
              <a:ext uri="{FF2B5EF4-FFF2-40B4-BE49-F238E27FC236}">
                <a16:creationId xmlns:a16="http://schemas.microsoft.com/office/drawing/2014/main" id="{925D4B03-6D74-BF12-8E97-995E406D13CC}"/>
              </a:ext>
            </a:extLst>
          </p:cNvPr>
          <p:cNvCxnSpPr>
            <a:cxnSpLocks/>
          </p:cNvCxnSpPr>
          <p:nvPr/>
        </p:nvCxnSpPr>
        <p:spPr>
          <a:xfrm>
            <a:off x="14373859" y="2975139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06">
            <a:extLst>
              <a:ext uri="{FF2B5EF4-FFF2-40B4-BE49-F238E27FC236}">
                <a16:creationId xmlns:a16="http://schemas.microsoft.com/office/drawing/2014/main" id="{E8E6ABA5-9D2E-A0F9-B54B-3FE8FB22D836}"/>
              </a:ext>
            </a:extLst>
          </p:cNvPr>
          <p:cNvCxnSpPr>
            <a:cxnSpLocks/>
          </p:cNvCxnSpPr>
          <p:nvPr/>
        </p:nvCxnSpPr>
        <p:spPr>
          <a:xfrm>
            <a:off x="14373857" y="3424168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07">
            <a:extLst>
              <a:ext uri="{FF2B5EF4-FFF2-40B4-BE49-F238E27FC236}">
                <a16:creationId xmlns:a16="http://schemas.microsoft.com/office/drawing/2014/main" id="{CFDBFCC8-1DAD-0D82-B0AD-97EC56032B73}"/>
              </a:ext>
            </a:extLst>
          </p:cNvPr>
          <p:cNvCxnSpPr>
            <a:cxnSpLocks/>
          </p:cNvCxnSpPr>
          <p:nvPr/>
        </p:nvCxnSpPr>
        <p:spPr>
          <a:xfrm>
            <a:off x="14373856" y="3883983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08">
            <a:extLst>
              <a:ext uri="{FF2B5EF4-FFF2-40B4-BE49-F238E27FC236}">
                <a16:creationId xmlns:a16="http://schemas.microsoft.com/office/drawing/2014/main" id="{2CCF7F4A-F07D-8AB4-2D6F-16677562B64A}"/>
              </a:ext>
            </a:extLst>
          </p:cNvPr>
          <p:cNvCxnSpPr>
            <a:cxnSpLocks/>
          </p:cNvCxnSpPr>
          <p:nvPr/>
        </p:nvCxnSpPr>
        <p:spPr>
          <a:xfrm>
            <a:off x="14373855" y="4331707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10">
            <a:extLst>
              <a:ext uri="{FF2B5EF4-FFF2-40B4-BE49-F238E27FC236}">
                <a16:creationId xmlns:a16="http://schemas.microsoft.com/office/drawing/2014/main" id="{ACD34355-AB25-3312-2789-2733082C77DD}"/>
              </a:ext>
            </a:extLst>
          </p:cNvPr>
          <p:cNvSpPr/>
          <p:nvPr/>
        </p:nvSpPr>
        <p:spPr>
          <a:xfrm>
            <a:off x="15817203" y="2794204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1" lang="en-US" altLang="zh-CN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[CLS]</a:t>
            </a:r>
            <a:endParaRPr kumimoji="1" lang="zh-CN" alt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圆角矩形 111">
            <a:extLst>
              <a:ext uri="{FF2B5EF4-FFF2-40B4-BE49-F238E27FC236}">
                <a16:creationId xmlns:a16="http://schemas.microsoft.com/office/drawing/2014/main" id="{EF2068CF-59BC-AFAE-653A-3604418F0D4F}"/>
              </a:ext>
            </a:extLst>
          </p:cNvPr>
          <p:cNvSpPr/>
          <p:nvPr/>
        </p:nvSpPr>
        <p:spPr>
          <a:xfrm>
            <a:off x="15817203" y="3243233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1" lang="en-US" altLang="zh-CN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T1</a:t>
            </a:r>
            <a:endParaRPr kumimoji="1" lang="zh-CN" alt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圆角矩形 112">
            <a:extLst>
              <a:ext uri="{FF2B5EF4-FFF2-40B4-BE49-F238E27FC236}">
                <a16:creationId xmlns:a16="http://schemas.microsoft.com/office/drawing/2014/main" id="{137AB1B3-A2F6-E2B7-C296-0477E00B92DC}"/>
              </a:ext>
            </a:extLst>
          </p:cNvPr>
          <p:cNvSpPr/>
          <p:nvPr/>
        </p:nvSpPr>
        <p:spPr>
          <a:xfrm>
            <a:off x="15817203" y="3703048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1" lang="en-US" altLang="zh-CN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T2</a:t>
            </a:r>
            <a:endParaRPr kumimoji="1" lang="zh-CN" alt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圆角矩形 113">
            <a:extLst>
              <a:ext uri="{FF2B5EF4-FFF2-40B4-BE49-F238E27FC236}">
                <a16:creationId xmlns:a16="http://schemas.microsoft.com/office/drawing/2014/main" id="{66962988-A3B1-AED6-2504-4DD3FC6FD934}"/>
              </a:ext>
            </a:extLst>
          </p:cNvPr>
          <p:cNvSpPr/>
          <p:nvPr/>
        </p:nvSpPr>
        <p:spPr>
          <a:xfrm>
            <a:off x="15817203" y="4150772"/>
            <a:ext cx="765981" cy="36187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1" lang="en-US" altLang="zh-CN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T3</a:t>
            </a:r>
            <a:endParaRPr kumimoji="1" lang="zh-CN" alt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圆角矩形 114">
            <a:extLst>
              <a:ext uri="{FF2B5EF4-FFF2-40B4-BE49-F238E27FC236}">
                <a16:creationId xmlns:a16="http://schemas.microsoft.com/office/drawing/2014/main" id="{76538537-18D3-4043-F6B8-B2902ADCC5D1}"/>
              </a:ext>
            </a:extLst>
          </p:cNvPr>
          <p:cNvSpPr/>
          <p:nvPr/>
        </p:nvSpPr>
        <p:spPr>
          <a:xfrm>
            <a:off x="15817203" y="4609280"/>
            <a:ext cx="765981" cy="361871"/>
          </a:xfrm>
          <a:prstGeom prst="round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直线箭头连接符 117">
            <a:extLst>
              <a:ext uri="{FF2B5EF4-FFF2-40B4-BE49-F238E27FC236}">
                <a16:creationId xmlns:a16="http://schemas.microsoft.com/office/drawing/2014/main" id="{29239B98-3D2B-F7DA-2D30-EC7A0F5CEF10}"/>
              </a:ext>
            </a:extLst>
          </p:cNvPr>
          <p:cNvCxnSpPr>
            <a:cxnSpLocks/>
          </p:cNvCxnSpPr>
          <p:nvPr/>
        </p:nvCxnSpPr>
        <p:spPr>
          <a:xfrm>
            <a:off x="15513447" y="2975139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118">
            <a:extLst>
              <a:ext uri="{FF2B5EF4-FFF2-40B4-BE49-F238E27FC236}">
                <a16:creationId xmlns:a16="http://schemas.microsoft.com/office/drawing/2014/main" id="{B854EA5C-8566-EA7D-19E8-09AF1C30D6BB}"/>
              </a:ext>
            </a:extLst>
          </p:cNvPr>
          <p:cNvCxnSpPr>
            <a:cxnSpLocks/>
          </p:cNvCxnSpPr>
          <p:nvPr/>
        </p:nvCxnSpPr>
        <p:spPr>
          <a:xfrm>
            <a:off x="15513445" y="3424168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128">
            <a:extLst>
              <a:ext uri="{FF2B5EF4-FFF2-40B4-BE49-F238E27FC236}">
                <a16:creationId xmlns:a16="http://schemas.microsoft.com/office/drawing/2014/main" id="{9795B223-CEDD-2DB2-33A0-B3FCD156A251}"/>
              </a:ext>
            </a:extLst>
          </p:cNvPr>
          <p:cNvCxnSpPr>
            <a:cxnSpLocks/>
          </p:cNvCxnSpPr>
          <p:nvPr/>
        </p:nvCxnSpPr>
        <p:spPr>
          <a:xfrm>
            <a:off x="15513444" y="3883983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130">
            <a:extLst>
              <a:ext uri="{FF2B5EF4-FFF2-40B4-BE49-F238E27FC236}">
                <a16:creationId xmlns:a16="http://schemas.microsoft.com/office/drawing/2014/main" id="{D2A3B4D2-5BDA-CC21-3202-2068E404DD89}"/>
              </a:ext>
            </a:extLst>
          </p:cNvPr>
          <p:cNvCxnSpPr>
            <a:cxnSpLocks/>
          </p:cNvCxnSpPr>
          <p:nvPr/>
        </p:nvCxnSpPr>
        <p:spPr>
          <a:xfrm>
            <a:off x="15513443" y="4331707"/>
            <a:ext cx="1440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131">
            <a:extLst>
              <a:ext uri="{FF2B5EF4-FFF2-40B4-BE49-F238E27FC236}">
                <a16:creationId xmlns:a16="http://schemas.microsoft.com/office/drawing/2014/main" id="{88B98F83-69E4-54FC-E8AF-FD62AAEE4CBA}"/>
              </a:ext>
            </a:extLst>
          </p:cNvPr>
          <p:cNvCxnSpPr>
            <a:cxnSpLocks/>
          </p:cNvCxnSpPr>
          <p:nvPr/>
        </p:nvCxnSpPr>
        <p:spPr>
          <a:xfrm>
            <a:off x="16696771" y="2975139"/>
            <a:ext cx="50544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98">
            <a:extLst>
              <a:ext uri="{FF2B5EF4-FFF2-40B4-BE49-F238E27FC236}">
                <a16:creationId xmlns:a16="http://schemas.microsoft.com/office/drawing/2014/main" id="{CED2BDD6-93D9-AB10-6DBF-DBA9270D84A9}"/>
              </a:ext>
            </a:extLst>
          </p:cNvPr>
          <p:cNvGrpSpPr/>
          <p:nvPr/>
        </p:nvGrpSpPr>
        <p:grpSpPr>
          <a:xfrm rot="5400000">
            <a:off x="16858892" y="3480390"/>
            <a:ext cx="1613908" cy="351401"/>
            <a:chOff x="9636936" y="2502854"/>
            <a:chExt cx="1463099" cy="292160"/>
          </a:xfrm>
          <a:solidFill>
            <a:schemeClr val="bg1"/>
          </a:solidFill>
        </p:grpSpPr>
        <p:sp>
          <p:nvSpPr>
            <p:cNvPr id="26" name="矩形 299">
              <a:extLst>
                <a:ext uri="{FF2B5EF4-FFF2-40B4-BE49-F238E27FC236}">
                  <a16:creationId xmlns:a16="http://schemas.microsoft.com/office/drawing/2014/main" id="{A93711A0-0620-D434-83D8-C1872275CFB9}"/>
                </a:ext>
              </a:extLst>
            </p:cNvPr>
            <p:cNvSpPr/>
            <p:nvPr/>
          </p:nvSpPr>
          <p:spPr>
            <a:xfrm>
              <a:off x="9636936" y="2502854"/>
              <a:ext cx="292160" cy="292160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300">
              <a:extLst>
                <a:ext uri="{FF2B5EF4-FFF2-40B4-BE49-F238E27FC236}">
                  <a16:creationId xmlns:a16="http://schemas.microsoft.com/office/drawing/2014/main" id="{5B6DD2B5-60A3-1F19-65E9-03579FF44C88}"/>
                </a:ext>
              </a:extLst>
            </p:cNvPr>
            <p:cNvSpPr/>
            <p:nvPr/>
          </p:nvSpPr>
          <p:spPr>
            <a:xfrm>
              <a:off x="9929096" y="2502854"/>
              <a:ext cx="292160" cy="292160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矩形 301">
              <a:extLst>
                <a:ext uri="{FF2B5EF4-FFF2-40B4-BE49-F238E27FC236}">
                  <a16:creationId xmlns:a16="http://schemas.microsoft.com/office/drawing/2014/main" id="{66F05486-6119-11D5-57A0-CA1FC65AD908}"/>
                </a:ext>
              </a:extLst>
            </p:cNvPr>
            <p:cNvSpPr/>
            <p:nvPr/>
          </p:nvSpPr>
          <p:spPr>
            <a:xfrm>
              <a:off x="10221801" y="2502854"/>
              <a:ext cx="292160" cy="292160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302">
              <a:extLst>
                <a:ext uri="{FF2B5EF4-FFF2-40B4-BE49-F238E27FC236}">
                  <a16:creationId xmlns:a16="http://schemas.microsoft.com/office/drawing/2014/main" id="{A8AAE10F-2867-B838-0AAD-9E8FA75257C9}"/>
                </a:ext>
              </a:extLst>
            </p:cNvPr>
            <p:cNvSpPr/>
            <p:nvPr/>
          </p:nvSpPr>
          <p:spPr>
            <a:xfrm>
              <a:off x="10513961" y="2502854"/>
              <a:ext cx="292160" cy="292160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303">
              <a:extLst>
                <a:ext uri="{FF2B5EF4-FFF2-40B4-BE49-F238E27FC236}">
                  <a16:creationId xmlns:a16="http://schemas.microsoft.com/office/drawing/2014/main" id="{FD706CBE-DA04-B715-4585-6AC460DD0677}"/>
                </a:ext>
              </a:extLst>
            </p:cNvPr>
            <p:cNvSpPr/>
            <p:nvPr/>
          </p:nvSpPr>
          <p:spPr>
            <a:xfrm>
              <a:off x="10807875" y="2502854"/>
              <a:ext cx="292160" cy="292160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1" name="组合 187">
            <a:extLst>
              <a:ext uri="{FF2B5EF4-FFF2-40B4-BE49-F238E27FC236}">
                <a16:creationId xmlns:a16="http://schemas.microsoft.com/office/drawing/2014/main" id="{A3D96F04-F9BB-EFB9-B8C0-5A6D3F918487}"/>
              </a:ext>
            </a:extLst>
          </p:cNvPr>
          <p:cNvGrpSpPr/>
          <p:nvPr/>
        </p:nvGrpSpPr>
        <p:grpSpPr>
          <a:xfrm>
            <a:off x="19769299" y="3178639"/>
            <a:ext cx="275442" cy="953050"/>
            <a:chOff x="20321727" y="3195475"/>
            <a:chExt cx="275442" cy="953050"/>
          </a:xfrm>
        </p:grpSpPr>
        <p:sp>
          <p:nvSpPr>
            <p:cNvPr id="32" name="椭圆 231">
              <a:extLst>
                <a:ext uri="{FF2B5EF4-FFF2-40B4-BE49-F238E27FC236}">
                  <a16:creationId xmlns:a16="http://schemas.microsoft.com/office/drawing/2014/main" id="{D253D3FB-2BF4-D9D7-304A-B7F4680BA2FA}"/>
                </a:ext>
              </a:extLst>
            </p:cNvPr>
            <p:cNvSpPr/>
            <p:nvPr/>
          </p:nvSpPr>
          <p:spPr>
            <a:xfrm>
              <a:off x="20321727" y="3195475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椭圆 232">
              <a:extLst>
                <a:ext uri="{FF2B5EF4-FFF2-40B4-BE49-F238E27FC236}">
                  <a16:creationId xmlns:a16="http://schemas.microsoft.com/office/drawing/2014/main" id="{F5946DDF-6070-F28D-46B1-A62277E1048B}"/>
                </a:ext>
              </a:extLst>
            </p:cNvPr>
            <p:cNvSpPr/>
            <p:nvPr/>
          </p:nvSpPr>
          <p:spPr>
            <a:xfrm>
              <a:off x="20325260" y="3881903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4" name="组合 22">
            <a:extLst>
              <a:ext uri="{FF2B5EF4-FFF2-40B4-BE49-F238E27FC236}">
                <a16:creationId xmlns:a16="http://schemas.microsoft.com/office/drawing/2014/main" id="{B1FAF5A1-0975-FC94-6624-5ECC6567C3BE}"/>
              </a:ext>
            </a:extLst>
          </p:cNvPr>
          <p:cNvGrpSpPr/>
          <p:nvPr/>
        </p:nvGrpSpPr>
        <p:grpSpPr>
          <a:xfrm>
            <a:off x="18671195" y="2256695"/>
            <a:ext cx="285282" cy="2797456"/>
            <a:chOff x="18958899" y="2266662"/>
            <a:chExt cx="285282" cy="2797456"/>
          </a:xfrm>
        </p:grpSpPr>
        <p:sp>
          <p:nvSpPr>
            <p:cNvPr id="35" name="椭圆 225">
              <a:extLst>
                <a:ext uri="{FF2B5EF4-FFF2-40B4-BE49-F238E27FC236}">
                  <a16:creationId xmlns:a16="http://schemas.microsoft.com/office/drawing/2014/main" id="{3B66AD12-B216-F77D-DE5B-FD0B6AF7EDCB}"/>
                </a:ext>
              </a:extLst>
            </p:cNvPr>
            <p:cNvSpPr/>
            <p:nvPr/>
          </p:nvSpPr>
          <p:spPr>
            <a:xfrm>
              <a:off x="18972272" y="2688161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椭圆 226">
              <a:extLst>
                <a:ext uri="{FF2B5EF4-FFF2-40B4-BE49-F238E27FC236}">
                  <a16:creationId xmlns:a16="http://schemas.microsoft.com/office/drawing/2014/main" id="{2C20A81A-A3EE-E988-99BF-542C74D39455}"/>
                </a:ext>
              </a:extLst>
            </p:cNvPr>
            <p:cNvSpPr/>
            <p:nvPr/>
          </p:nvSpPr>
          <p:spPr>
            <a:xfrm>
              <a:off x="18965970" y="3108494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椭圆 227">
              <a:extLst>
                <a:ext uri="{FF2B5EF4-FFF2-40B4-BE49-F238E27FC236}">
                  <a16:creationId xmlns:a16="http://schemas.microsoft.com/office/drawing/2014/main" id="{94FEE765-2C2B-0840-29C4-E477F040C766}"/>
                </a:ext>
              </a:extLst>
            </p:cNvPr>
            <p:cNvSpPr/>
            <p:nvPr/>
          </p:nvSpPr>
          <p:spPr>
            <a:xfrm>
              <a:off x="18965970" y="3528910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椭圆 228">
              <a:extLst>
                <a:ext uri="{FF2B5EF4-FFF2-40B4-BE49-F238E27FC236}">
                  <a16:creationId xmlns:a16="http://schemas.microsoft.com/office/drawing/2014/main" id="{93DDF1C2-108A-C54B-3A63-9BE02831222F}"/>
                </a:ext>
              </a:extLst>
            </p:cNvPr>
            <p:cNvSpPr/>
            <p:nvPr/>
          </p:nvSpPr>
          <p:spPr>
            <a:xfrm>
              <a:off x="18965970" y="3955630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椭圆 229">
              <a:extLst>
                <a:ext uri="{FF2B5EF4-FFF2-40B4-BE49-F238E27FC236}">
                  <a16:creationId xmlns:a16="http://schemas.microsoft.com/office/drawing/2014/main" id="{3058B27A-D875-F44E-ACA5-6F3CAFE8D06E}"/>
                </a:ext>
              </a:extLst>
            </p:cNvPr>
            <p:cNvSpPr/>
            <p:nvPr/>
          </p:nvSpPr>
          <p:spPr>
            <a:xfrm>
              <a:off x="18958899" y="4377808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椭圆 2">
              <a:extLst>
                <a:ext uri="{FF2B5EF4-FFF2-40B4-BE49-F238E27FC236}">
                  <a16:creationId xmlns:a16="http://schemas.microsoft.com/office/drawing/2014/main" id="{CFCB73FA-CC8F-90A6-CA65-69FB9F5851F5}"/>
                </a:ext>
              </a:extLst>
            </p:cNvPr>
            <p:cNvSpPr/>
            <p:nvPr/>
          </p:nvSpPr>
          <p:spPr>
            <a:xfrm>
              <a:off x="18958899" y="4797496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椭圆 20">
              <a:extLst>
                <a:ext uri="{FF2B5EF4-FFF2-40B4-BE49-F238E27FC236}">
                  <a16:creationId xmlns:a16="http://schemas.microsoft.com/office/drawing/2014/main" id="{8F7EDA03-177B-1D01-ACCD-5DD8BF282B58}"/>
                </a:ext>
              </a:extLst>
            </p:cNvPr>
            <p:cNvSpPr/>
            <p:nvPr/>
          </p:nvSpPr>
          <p:spPr>
            <a:xfrm>
              <a:off x="18965970" y="2266662"/>
              <a:ext cx="271909" cy="2666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42" name="直线连接符 31">
            <a:extLst>
              <a:ext uri="{FF2B5EF4-FFF2-40B4-BE49-F238E27FC236}">
                <a16:creationId xmlns:a16="http://schemas.microsoft.com/office/drawing/2014/main" id="{ABD3CA75-7C8B-8EA5-C1B0-4204AD4F9DC4}"/>
              </a:ext>
            </a:extLst>
          </p:cNvPr>
          <p:cNvCxnSpPr>
            <a:stCxn id="26" idx="0"/>
            <a:endCxn id="41" idx="2"/>
          </p:cNvCxnSpPr>
          <p:nvPr/>
        </p:nvCxnSpPr>
        <p:spPr>
          <a:xfrm flipV="1">
            <a:off x="17841547" y="2390006"/>
            <a:ext cx="836719" cy="6202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32">
            <a:extLst>
              <a:ext uri="{FF2B5EF4-FFF2-40B4-BE49-F238E27FC236}">
                <a16:creationId xmlns:a16="http://schemas.microsoft.com/office/drawing/2014/main" id="{CC820CA0-64F0-23B7-929F-0B2B2BE60F5D}"/>
              </a:ext>
            </a:extLst>
          </p:cNvPr>
          <p:cNvCxnSpPr>
            <a:cxnSpLocks/>
            <a:stCxn id="26" idx="0"/>
            <a:endCxn id="35" idx="2"/>
          </p:cNvCxnSpPr>
          <p:nvPr/>
        </p:nvCxnSpPr>
        <p:spPr>
          <a:xfrm flipV="1">
            <a:off x="17841547" y="2811505"/>
            <a:ext cx="843021" cy="1987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37">
            <a:extLst>
              <a:ext uri="{FF2B5EF4-FFF2-40B4-BE49-F238E27FC236}">
                <a16:creationId xmlns:a16="http://schemas.microsoft.com/office/drawing/2014/main" id="{755BD3D0-3B72-2B5F-9C9C-B865FD8ED053}"/>
              </a:ext>
            </a:extLst>
          </p:cNvPr>
          <p:cNvCxnSpPr>
            <a:cxnSpLocks/>
            <a:stCxn id="26" idx="0"/>
            <a:endCxn id="36" idx="2"/>
          </p:cNvCxnSpPr>
          <p:nvPr/>
        </p:nvCxnSpPr>
        <p:spPr>
          <a:xfrm>
            <a:off x="17841547" y="3010274"/>
            <a:ext cx="836719" cy="2215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0">
            <a:extLst>
              <a:ext uri="{FF2B5EF4-FFF2-40B4-BE49-F238E27FC236}">
                <a16:creationId xmlns:a16="http://schemas.microsoft.com/office/drawing/2014/main" id="{E44B9D95-E69B-6616-3B2C-E987D5916A80}"/>
              </a:ext>
            </a:extLst>
          </p:cNvPr>
          <p:cNvCxnSpPr>
            <a:cxnSpLocks/>
            <a:stCxn id="26" idx="0"/>
            <a:endCxn id="37" idx="2"/>
          </p:cNvCxnSpPr>
          <p:nvPr/>
        </p:nvCxnSpPr>
        <p:spPr>
          <a:xfrm>
            <a:off x="17841547" y="3010274"/>
            <a:ext cx="836719" cy="6419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53">
            <a:extLst>
              <a:ext uri="{FF2B5EF4-FFF2-40B4-BE49-F238E27FC236}">
                <a16:creationId xmlns:a16="http://schemas.microsoft.com/office/drawing/2014/main" id="{16E478E2-91D8-4E21-44FD-FF2CA74C6B83}"/>
              </a:ext>
            </a:extLst>
          </p:cNvPr>
          <p:cNvCxnSpPr>
            <a:cxnSpLocks/>
            <a:stCxn id="26" idx="0"/>
            <a:endCxn id="38" idx="2"/>
          </p:cNvCxnSpPr>
          <p:nvPr/>
        </p:nvCxnSpPr>
        <p:spPr>
          <a:xfrm>
            <a:off x="17841547" y="3010274"/>
            <a:ext cx="836719" cy="10687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57">
            <a:extLst>
              <a:ext uri="{FF2B5EF4-FFF2-40B4-BE49-F238E27FC236}">
                <a16:creationId xmlns:a16="http://schemas.microsoft.com/office/drawing/2014/main" id="{DED4F794-40DC-1371-ACE3-3C4D7C3C0626}"/>
              </a:ext>
            </a:extLst>
          </p:cNvPr>
          <p:cNvCxnSpPr>
            <a:cxnSpLocks/>
            <a:stCxn id="26" idx="0"/>
            <a:endCxn id="39" idx="2"/>
          </p:cNvCxnSpPr>
          <p:nvPr/>
        </p:nvCxnSpPr>
        <p:spPr>
          <a:xfrm>
            <a:off x="17841547" y="3010274"/>
            <a:ext cx="829648" cy="14908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66">
            <a:extLst>
              <a:ext uri="{FF2B5EF4-FFF2-40B4-BE49-F238E27FC236}">
                <a16:creationId xmlns:a16="http://schemas.microsoft.com/office/drawing/2014/main" id="{C19C6AE4-1EC8-C5CB-B9C9-7BAF76ACDAB2}"/>
              </a:ext>
            </a:extLst>
          </p:cNvPr>
          <p:cNvCxnSpPr>
            <a:cxnSpLocks/>
            <a:stCxn id="26" idx="0"/>
            <a:endCxn id="40" idx="2"/>
          </p:cNvCxnSpPr>
          <p:nvPr/>
        </p:nvCxnSpPr>
        <p:spPr>
          <a:xfrm>
            <a:off x="17841547" y="3010274"/>
            <a:ext cx="829648" cy="19105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70">
            <a:extLst>
              <a:ext uri="{FF2B5EF4-FFF2-40B4-BE49-F238E27FC236}">
                <a16:creationId xmlns:a16="http://schemas.microsoft.com/office/drawing/2014/main" id="{4838B4CE-69C2-6471-B8F6-8706A6DCE6E3}"/>
              </a:ext>
            </a:extLst>
          </p:cNvPr>
          <p:cNvCxnSpPr>
            <a:cxnSpLocks/>
            <a:stCxn id="27" idx="0"/>
            <a:endCxn id="41" idx="2"/>
          </p:cNvCxnSpPr>
          <p:nvPr/>
        </p:nvCxnSpPr>
        <p:spPr>
          <a:xfrm flipV="1">
            <a:off x="17841547" y="2390006"/>
            <a:ext cx="836719" cy="9425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75">
            <a:extLst>
              <a:ext uri="{FF2B5EF4-FFF2-40B4-BE49-F238E27FC236}">
                <a16:creationId xmlns:a16="http://schemas.microsoft.com/office/drawing/2014/main" id="{34C9CF2F-DB36-815F-6932-9B818BCB2676}"/>
              </a:ext>
            </a:extLst>
          </p:cNvPr>
          <p:cNvCxnSpPr>
            <a:cxnSpLocks/>
            <a:stCxn id="27" idx="0"/>
            <a:endCxn id="35" idx="2"/>
          </p:cNvCxnSpPr>
          <p:nvPr/>
        </p:nvCxnSpPr>
        <p:spPr>
          <a:xfrm flipV="1">
            <a:off x="17841547" y="2811505"/>
            <a:ext cx="843021" cy="5210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79">
            <a:extLst>
              <a:ext uri="{FF2B5EF4-FFF2-40B4-BE49-F238E27FC236}">
                <a16:creationId xmlns:a16="http://schemas.microsoft.com/office/drawing/2014/main" id="{77FC03B2-4702-76CF-60FF-0BC6882094EF}"/>
              </a:ext>
            </a:extLst>
          </p:cNvPr>
          <p:cNvCxnSpPr>
            <a:cxnSpLocks/>
            <a:stCxn id="27" idx="0"/>
            <a:endCxn id="36" idx="2"/>
          </p:cNvCxnSpPr>
          <p:nvPr/>
        </p:nvCxnSpPr>
        <p:spPr>
          <a:xfrm flipV="1">
            <a:off x="17841547" y="3231838"/>
            <a:ext cx="836719" cy="1007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87">
            <a:extLst>
              <a:ext uri="{FF2B5EF4-FFF2-40B4-BE49-F238E27FC236}">
                <a16:creationId xmlns:a16="http://schemas.microsoft.com/office/drawing/2014/main" id="{F0DE44A3-6E5B-FDC2-9A1C-7F4EA311A9B7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>
            <a:off x="17841547" y="3332549"/>
            <a:ext cx="836719" cy="3197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92">
            <a:extLst>
              <a:ext uri="{FF2B5EF4-FFF2-40B4-BE49-F238E27FC236}">
                <a16:creationId xmlns:a16="http://schemas.microsoft.com/office/drawing/2014/main" id="{8C5D54FA-4D7C-A484-7A11-BE19F1D67244}"/>
              </a:ext>
            </a:extLst>
          </p:cNvPr>
          <p:cNvCxnSpPr>
            <a:cxnSpLocks/>
            <a:stCxn id="27" idx="0"/>
            <a:endCxn id="38" idx="2"/>
          </p:cNvCxnSpPr>
          <p:nvPr/>
        </p:nvCxnSpPr>
        <p:spPr>
          <a:xfrm>
            <a:off x="17841547" y="3332549"/>
            <a:ext cx="836719" cy="746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95">
            <a:extLst>
              <a:ext uri="{FF2B5EF4-FFF2-40B4-BE49-F238E27FC236}">
                <a16:creationId xmlns:a16="http://schemas.microsoft.com/office/drawing/2014/main" id="{5EE65F52-F8BE-95D4-AC44-75C54FDDB659}"/>
              </a:ext>
            </a:extLst>
          </p:cNvPr>
          <p:cNvCxnSpPr>
            <a:cxnSpLocks/>
            <a:stCxn id="27" idx="0"/>
            <a:endCxn id="39" idx="2"/>
          </p:cNvCxnSpPr>
          <p:nvPr/>
        </p:nvCxnSpPr>
        <p:spPr>
          <a:xfrm>
            <a:off x="17841547" y="3332549"/>
            <a:ext cx="829648" cy="1168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99">
            <a:extLst>
              <a:ext uri="{FF2B5EF4-FFF2-40B4-BE49-F238E27FC236}">
                <a16:creationId xmlns:a16="http://schemas.microsoft.com/office/drawing/2014/main" id="{F9471444-B92F-DF40-3648-B5A215AF61C0}"/>
              </a:ext>
            </a:extLst>
          </p:cNvPr>
          <p:cNvCxnSpPr>
            <a:cxnSpLocks/>
            <a:stCxn id="27" idx="0"/>
            <a:endCxn id="40" idx="2"/>
          </p:cNvCxnSpPr>
          <p:nvPr/>
        </p:nvCxnSpPr>
        <p:spPr>
          <a:xfrm>
            <a:off x="17841547" y="3332549"/>
            <a:ext cx="829648" cy="15882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109">
            <a:extLst>
              <a:ext uri="{FF2B5EF4-FFF2-40B4-BE49-F238E27FC236}">
                <a16:creationId xmlns:a16="http://schemas.microsoft.com/office/drawing/2014/main" id="{BACC2B25-D79C-422B-D52B-F511C85CA4C0}"/>
              </a:ext>
            </a:extLst>
          </p:cNvPr>
          <p:cNvCxnSpPr>
            <a:cxnSpLocks/>
            <a:stCxn id="28" idx="0"/>
            <a:endCxn id="41" idx="2"/>
          </p:cNvCxnSpPr>
          <p:nvPr/>
        </p:nvCxnSpPr>
        <p:spPr>
          <a:xfrm flipV="1">
            <a:off x="17841547" y="2390006"/>
            <a:ext cx="836719" cy="1265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119">
            <a:extLst>
              <a:ext uri="{FF2B5EF4-FFF2-40B4-BE49-F238E27FC236}">
                <a16:creationId xmlns:a16="http://schemas.microsoft.com/office/drawing/2014/main" id="{8EB40049-033B-BBC9-423E-202D9E039972}"/>
              </a:ext>
            </a:extLst>
          </p:cNvPr>
          <p:cNvCxnSpPr>
            <a:cxnSpLocks/>
            <a:stCxn id="28" idx="0"/>
            <a:endCxn id="35" idx="2"/>
          </p:cNvCxnSpPr>
          <p:nvPr/>
        </p:nvCxnSpPr>
        <p:spPr>
          <a:xfrm flipV="1">
            <a:off x="17841547" y="2811505"/>
            <a:ext cx="843021" cy="8439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123">
            <a:extLst>
              <a:ext uri="{FF2B5EF4-FFF2-40B4-BE49-F238E27FC236}">
                <a16:creationId xmlns:a16="http://schemas.microsoft.com/office/drawing/2014/main" id="{25B86C31-E8B2-ED22-A79B-4EB8637F8AAD}"/>
              </a:ext>
            </a:extLst>
          </p:cNvPr>
          <p:cNvCxnSpPr>
            <a:cxnSpLocks/>
            <a:stCxn id="28" idx="0"/>
            <a:endCxn id="36" idx="2"/>
          </p:cNvCxnSpPr>
          <p:nvPr/>
        </p:nvCxnSpPr>
        <p:spPr>
          <a:xfrm flipV="1">
            <a:off x="17841547" y="3231838"/>
            <a:ext cx="836719" cy="4235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126">
            <a:extLst>
              <a:ext uri="{FF2B5EF4-FFF2-40B4-BE49-F238E27FC236}">
                <a16:creationId xmlns:a16="http://schemas.microsoft.com/office/drawing/2014/main" id="{39BCE5C4-9A82-B31A-1C44-2AAAA8FEEF03}"/>
              </a:ext>
            </a:extLst>
          </p:cNvPr>
          <p:cNvCxnSpPr>
            <a:cxnSpLocks/>
            <a:stCxn id="28" idx="0"/>
            <a:endCxn id="37" idx="2"/>
          </p:cNvCxnSpPr>
          <p:nvPr/>
        </p:nvCxnSpPr>
        <p:spPr>
          <a:xfrm flipV="1">
            <a:off x="17841547" y="3652254"/>
            <a:ext cx="836719" cy="31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连接符 132">
            <a:extLst>
              <a:ext uri="{FF2B5EF4-FFF2-40B4-BE49-F238E27FC236}">
                <a16:creationId xmlns:a16="http://schemas.microsoft.com/office/drawing/2014/main" id="{7189365C-460C-1F78-538E-53CE395D74FF}"/>
              </a:ext>
            </a:extLst>
          </p:cNvPr>
          <p:cNvCxnSpPr>
            <a:cxnSpLocks/>
            <a:stCxn id="28" idx="0"/>
            <a:endCxn id="38" idx="2"/>
          </p:cNvCxnSpPr>
          <p:nvPr/>
        </p:nvCxnSpPr>
        <p:spPr>
          <a:xfrm>
            <a:off x="17841547" y="3655424"/>
            <a:ext cx="836719" cy="423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135">
            <a:extLst>
              <a:ext uri="{FF2B5EF4-FFF2-40B4-BE49-F238E27FC236}">
                <a16:creationId xmlns:a16="http://schemas.microsoft.com/office/drawing/2014/main" id="{4B4A3E48-91EF-4C9D-21DD-95A02FC33878}"/>
              </a:ext>
            </a:extLst>
          </p:cNvPr>
          <p:cNvCxnSpPr>
            <a:cxnSpLocks/>
            <a:stCxn id="28" idx="0"/>
            <a:endCxn id="39" idx="2"/>
          </p:cNvCxnSpPr>
          <p:nvPr/>
        </p:nvCxnSpPr>
        <p:spPr>
          <a:xfrm>
            <a:off x="17841547" y="3655424"/>
            <a:ext cx="829648" cy="8457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138">
            <a:extLst>
              <a:ext uri="{FF2B5EF4-FFF2-40B4-BE49-F238E27FC236}">
                <a16:creationId xmlns:a16="http://schemas.microsoft.com/office/drawing/2014/main" id="{A165027B-BA54-D1A9-CC73-4BC9C99A1AFE}"/>
              </a:ext>
            </a:extLst>
          </p:cNvPr>
          <p:cNvCxnSpPr>
            <a:cxnSpLocks/>
            <a:stCxn id="28" idx="0"/>
            <a:endCxn id="40" idx="2"/>
          </p:cNvCxnSpPr>
          <p:nvPr/>
        </p:nvCxnSpPr>
        <p:spPr>
          <a:xfrm>
            <a:off x="17841547" y="3655424"/>
            <a:ext cx="829648" cy="12654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143">
            <a:extLst>
              <a:ext uri="{FF2B5EF4-FFF2-40B4-BE49-F238E27FC236}">
                <a16:creationId xmlns:a16="http://schemas.microsoft.com/office/drawing/2014/main" id="{1DEAAF77-9EE4-7B1E-9250-270C5881FAC3}"/>
              </a:ext>
            </a:extLst>
          </p:cNvPr>
          <p:cNvCxnSpPr>
            <a:cxnSpLocks/>
            <a:stCxn id="29" idx="0"/>
            <a:endCxn id="41" idx="2"/>
          </p:cNvCxnSpPr>
          <p:nvPr/>
        </p:nvCxnSpPr>
        <p:spPr>
          <a:xfrm flipV="1">
            <a:off x="17841547" y="2390006"/>
            <a:ext cx="836719" cy="1587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147">
            <a:extLst>
              <a:ext uri="{FF2B5EF4-FFF2-40B4-BE49-F238E27FC236}">
                <a16:creationId xmlns:a16="http://schemas.microsoft.com/office/drawing/2014/main" id="{93631D57-3767-9C02-1AAD-A15DDEC14250}"/>
              </a:ext>
            </a:extLst>
          </p:cNvPr>
          <p:cNvCxnSpPr>
            <a:cxnSpLocks/>
            <a:stCxn id="29" idx="0"/>
            <a:endCxn id="35" idx="2"/>
          </p:cNvCxnSpPr>
          <p:nvPr/>
        </p:nvCxnSpPr>
        <p:spPr>
          <a:xfrm flipV="1">
            <a:off x="17841547" y="2811505"/>
            <a:ext cx="843021" cy="11661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151">
            <a:extLst>
              <a:ext uri="{FF2B5EF4-FFF2-40B4-BE49-F238E27FC236}">
                <a16:creationId xmlns:a16="http://schemas.microsoft.com/office/drawing/2014/main" id="{99E05321-98FA-78FA-B937-5C0C0EA8E049}"/>
              </a:ext>
            </a:extLst>
          </p:cNvPr>
          <p:cNvCxnSpPr>
            <a:cxnSpLocks/>
            <a:stCxn id="29" idx="0"/>
            <a:endCxn id="36" idx="2"/>
          </p:cNvCxnSpPr>
          <p:nvPr/>
        </p:nvCxnSpPr>
        <p:spPr>
          <a:xfrm flipV="1">
            <a:off x="17841547" y="3231838"/>
            <a:ext cx="836719" cy="7458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154">
            <a:extLst>
              <a:ext uri="{FF2B5EF4-FFF2-40B4-BE49-F238E27FC236}">
                <a16:creationId xmlns:a16="http://schemas.microsoft.com/office/drawing/2014/main" id="{A83C6E0A-DFF0-7DE0-343B-B91E0F60850F}"/>
              </a:ext>
            </a:extLst>
          </p:cNvPr>
          <p:cNvCxnSpPr>
            <a:cxnSpLocks/>
            <a:stCxn id="29" idx="0"/>
            <a:endCxn id="37" idx="2"/>
          </p:cNvCxnSpPr>
          <p:nvPr/>
        </p:nvCxnSpPr>
        <p:spPr>
          <a:xfrm flipV="1">
            <a:off x="17841547" y="3652254"/>
            <a:ext cx="836719" cy="3254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157">
            <a:extLst>
              <a:ext uri="{FF2B5EF4-FFF2-40B4-BE49-F238E27FC236}">
                <a16:creationId xmlns:a16="http://schemas.microsoft.com/office/drawing/2014/main" id="{CF0429F0-3619-7832-0F8D-BE0BAFA6A548}"/>
              </a:ext>
            </a:extLst>
          </p:cNvPr>
          <p:cNvCxnSpPr>
            <a:cxnSpLocks/>
            <a:stCxn id="29" idx="0"/>
            <a:endCxn id="38" idx="2"/>
          </p:cNvCxnSpPr>
          <p:nvPr/>
        </p:nvCxnSpPr>
        <p:spPr>
          <a:xfrm>
            <a:off x="17841547" y="3977699"/>
            <a:ext cx="836719" cy="101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160">
            <a:extLst>
              <a:ext uri="{FF2B5EF4-FFF2-40B4-BE49-F238E27FC236}">
                <a16:creationId xmlns:a16="http://schemas.microsoft.com/office/drawing/2014/main" id="{AC9DEEA8-529B-2EC2-1B85-103D4428828B}"/>
              </a:ext>
            </a:extLst>
          </p:cNvPr>
          <p:cNvCxnSpPr>
            <a:cxnSpLocks/>
            <a:stCxn id="29" idx="0"/>
            <a:endCxn id="39" idx="2"/>
          </p:cNvCxnSpPr>
          <p:nvPr/>
        </p:nvCxnSpPr>
        <p:spPr>
          <a:xfrm>
            <a:off x="17841547" y="3977699"/>
            <a:ext cx="829648" cy="5234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163">
            <a:extLst>
              <a:ext uri="{FF2B5EF4-FFF2-40B4-BE49-F238E27FC236}">
                <a16:creationId xmlns:a16="http://schemas.microsoft.com/office/drawing/2014/main" id="{BC943FAA-D89E-764E-AE18-7BD63D35E174}"/>
              </a:ext>
            </a:extLst>
          </p:cNvPr>
          <p:cNvCxnSpPr>
            <a:cxnSpLocks/>
            <a:stCxn id="29" idx="0"/>
            <a:endCxn id="40" idx="2"/>
          </p:cNvCxnSpPr>
          <p:nvPr/>
        </p:nvCxnSpPr>
        <p:spPr>
          <a:xfrm>
            <a:off x="17841547" y="3977699"/>
            <a:ext cx="829648" cy="9431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166">
            <a:extLst>
              <a:ext uri="{FF2B5EF4-FFF2-40B4-BE49-F238E27FC236}">
                <a16:creationId xmlns:a16="http://schemas.microsoft.com/office/drawing/2014/main" id="{1D69DCB3-01C7-2286-415F-E327C68BB13B}"/>
              </a:ext>
            </a:extLst>
          </p:cNvPr>
          <p:cNvCxnSpPr>
            <a:cxnSpLocks/>
            <a:stCxn id="30" idx="0"/>
            <a:endCxn id="41" idx="2"/>
          </p:cNvCxnSpPr>
          <p:nvPr/>
        </p:nvCxnSpPr>
        <p:spPr>
          <a:xfrm flipV="1">
            <a:off x="17841547" y="2390006"/>
            <a:ext cx="836719" cy="19119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连接符 169">
            <a:extLst>
              <a:ext uri="{FF2B5EF4-FFF2-40B4-BE49-F238E27FC236}">
                <a16:creationId xmlns:a16="http://schemas.microsoft.com/office/drawing/2014/main" id="{B2FEAF7E-7C2C-CB6B-5574-1F71645F2833}"/>
              </a:ext>
            </a:extLst>
          </p:cNvPr>
          <p:cNvCxnSpPr>
            <a:cxnSpLocks/>
            <a:stCxn id="30" idx="0"/>
            <a:endCxn id="35" idx="2"/>
          </p:cNvCxnSpPr>
          <p:nvPr/>
        </p:nvCxnSpPr>
        <p:spPr>
          <a:xfrm flipV="1">
            <a:off x="17841547" y="2811505"/>
            <a:ext cx="843021" cy="14904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172">
            <a:extLst>
              <a:ext uri="{FF2B5EF4-FFF2-40B4-BE49-F238E27FC236}">
                <a16:creationId xmlns:a16="http://schemas.microsoft.com/office/drawing/2014/main" id="{7D3E4CAE-65E3-6F7B-5C69-E632A00B1A8F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>
          <a:xfrm flipV="1">
            <a:off x="17841547" y="3231838"/>
            <a:ext cx="836719" cy="1070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175">
            <a:extLst>
              <a:ext uri="{FF2B5EF4-FFF2-40B4-BE49-F238E27FC236}">
                <a16:creationId xmlns:a16="http://schemas.microsoft.com/office/drawing/2014/main" id="{53E18949-E831-F6DC-9079-FEEF13C1500B}"/>
              </a:ext>
            </a:extLst>
          </p:cNvPr>
          <p:cNvCxnSpPr>
            <a:cxnSpLocks/>
            <a:stCxn id="30" idx="0"/>
            <a:endCxn id="37" idx="2"/>
          </p:cNvCxnSpPr>
          <p:nvPr/>
        </p:nvCxnSpPr>
        <p:spPr>
          <a:xfrm flipV="1">
            <a:off x="17841547" y="3652254"/>
            <a:ext cx="836719" cy="649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178">
            <a:extLst>
              <a:ext uri="{FF2B5EF4-FFF2-40B4-BE49-F238E27FC236}">
                <a16:creationId xmlns:a16="http://schemas.microsoft.com/office/drawing/2014/main" id="{C8CF28D6-1C08-5DCB-5EC8-FFB21AC8017F}"/>
              </a:ext>
            </a:extLst>
          </p:cNvPr>
          <p:cNvCxnSpPr>
            <a:cxnSpLocks/>
            <a:stCxn id="30" idx="0"/>
            <a:endCxn id="38" idx="2"/>
          </p:cNvCxnSpPr>
          <p:nvPr/>
        </p:nvCxnSpPr>
        <p:spPr>
          <a:xfrm flipV="1">
            <a:off x="17841547" y="4078974"/>
            <a:ext cx="836719" cy="2229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连接符 181">
            <a:extLst>
              <a:ext uri="{FF2B5EF4-FFF2-40B4-BE49-F238E27FC236}">
                <a16:creationId xmlns:a16="http://schemas.microsoft.com/office/drawing/2014/main" id="{A20A857F-2D09-53E9-06F4-8D8905342AA2}"/>
              </a:ext>
            </a:extLst>
          </p:cNvPr>
          <p:cNvCxnSpPr>
            <a:cxnSpLocks/>
            <a:stCxn id="30" idx="0"/>
            <a:endCxn id="39" idx="2"/>
          </p:cNvCxnSpPr>
          <p:nvPr/>
        </p:nvCxnSpPr>
        <p:spPr>
          <a:xfrm>
            <a:off x="17841547" y="4301908"/>
            <a:ext cx="829648" cy="1992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184">
            <a:extLst>
              <a:ext uri="{FF2B5EF4-FFF2-40B4-BE49-F238E27FC236}">
                <a16:creationId xmlns:a16="http://schemas.microsoft.com/office/drawing/2014/main" id="{86A79FB2-CFC9-FAF8-4C85-795E226A46CC}"/>
              </a:ext>
            </a:extLst>
          </p:cNvPr>
          <p:cNvCxnSpPr>
            <a:cxnSpLocks/>
            <a:stCxn id="30" idx="0"/>
            <a:endCxn id="40" idx="2"/>
          </p:cNvCxnSpPr>
          <p:nvPr/>
        </p:nvCxnSpPr>
        <p:spPr>
          <a:xfrm>
            <a:off x="17841547" y="4301908"/>
            <a:ext cx="829648" cy="618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188">
            <a:extLst>
              <a:ext uri="{FF2B5EF4-FFF2-40B4-BE49-F238E27FC236}">
                <a16:creationId xmlns:a16="http://schemas.microsoft.com/office/drawing/2014/main" id="{98B8505A-5507-CD63-4763-BC1B7140634B}"/>
              </a:ext>
            </a:extLst>
          </p:cNvPr>
          <p:cNvCxnSpPr>
            <a:cxnSpLocks/>
            <a:stCxn id="32" idx="2"/>
            <a:endCxn id="41" idx="6"/>
          </p:cNvCxnSpPr>
          <p:nvPr/>
        </p:nvCxnSpPr>
        <p:spPr>
          <a:xfrm flipH="1" flipV="1">
            <a:off x="18950175" y="2390006"/>
            <a:ext cx="819124" cy="9219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192">
            <a:extLst>
              <a:ext uri="{FF2B5EF4-FFF2-40B4-BE49-F238E27FC236}">
                <a16:creationId xmlns:a16="http://schemas.microsoft.com/office/drawing/2014/main" id="{33EBB9E0-F011-FAAB-B534-DB97659F146F}"/>
              </a:ext>
            </a:extLst>
          </p:cNvPr>
          <p:cNvCxnSpPr>
            <a:cxnSpLocks/>
            <a:stCxn id="32" idx="2"/>
            <a:endCxn id="35" idx="6"/>
          </p:cNvCxnSpPr>
          <p:nvPr/>
        </p:nvCxnSpPr>
        <p:spPr>
          <a:xfrm flipH="1" flipV="1">
            <a:off x="18956477" y="2811505"/>
            <a:ext cx="812822" cy="5004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195">
            <a:extLst>
              <a:ext uri="{FF2B5EF4-FFF2-40B4-BE49-F238E27FC236}">
                <a16:creationId xmlns:a16="http://schemas.microsoft.com/office/drawing/2014/main" id="{8E1F06CB-F4DF-2680-FC5A-1B10CA51243B}"/>
              </a:ext>
            </a:extLst>
          </p:cNvPr>
          <p:cNvCxnSpPr>
            <a:cxnSpLocks/>
            <a:stCxn id="32" idx="2"/>
            <a:endCxn id="36" idx="6"/>
          </p:cNvCxnSpPr>
          <p:nvPr/>
        </p:nvCxnSpPr>
        <p:spPr>
          <a:xfrm flipH="1" flipV="1">
            <a:off x="18950175" y="3231838"/>
            <a:ext cx="819124" cy="801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198">
            <a:extLst>
              <a:ext uri="{FF2B5EF4-FFF2-40B4-BE49-F238E27FC236}">
                <a16:creationId xmlns:a16="http://schemas.microsoft.com/office/drawing/2014/main" id="{E956BB0C-5AED-DD96-6212-724D5EAAF47C}"/>
              </a:ext>
            </a:extLst>
          </p:cNvPr>
          <p:cNvCxnSpPr>
            <a:cxnSpLocks/>
            <a:stCxn id="32" idx="2"/>
            <a:endCxn id="37" idx="6"/>
          </p:cNvCxnSpPr>
          <p:nvPr/>
        </p:nvCxnSpPr>
        <p:spPr>
          <a:xfrm flipH="1">
            <a:off x="18950175" y="3311950"/>
            <a:ext cx="819124" cy="34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202">
            <a:extLst>
              <a:ext uri="{FF2B5EF4-FFF2-40B4-BE49-F238E27FC236}">
                <a16:creationId xmlns:a16="http://schemas.microsoft.com/office/drawing/2014/main" id="{DF395C0A-F3DD-8EC3-7EB5-0D97E221316D}"/>
              </a:ext>
            </a:extLst>
          </p:cNvPr>
          <p:cNvCxnSpPr>
            <a:cxnSpLocks/>
            <a:stCxn id="32" idx="2"/>
            <a:endCxn id="38" idx="6"/>
          </p:cNvCxnSpPr>
          <p:nvPr/>
        </p:nvCxnSpPr>
        <p:spPr>
          <a:xfrm flipH="1">
            <a:off x="18950175" y="3311950"/>
            <a:ext cx="819124" cy="7670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205">
            <a:extLst>
              <a:ext uri="{FF2B5EF4-FFF2-40B4-BE49-F238E27FC236}">
                <a16:creationId xmlns:a16="http://schemas.microsoft.com/office/drawing/2014/main" id="{834B2E58-62D6-A25E-F260-DE658FC10FD6}"/>
              </a:ext>
            </a:extLst>
          </p:cNvPr>
          <p:cNvCxnSpPr>
            <a:cxnSpLocks/>
            <a:stCxn id="32" idx="2"/>
            <a:endCxn id="39" idx="6"/>
          </p:cNvCxnSpPr>
          <p:nvPr/>
        </p:nvCxnSpPr>
        <p:spPr>
          <a:xfrm flipH="1">
            <a:off x="18943104" y="3311950"/>
            <a:ext cx="826195" cy="11892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208">
            <a:extLst>
              <a:ext uri="{FF2B5EF4-FFF2-40B4-BE49-F238E27FC236}">
                <a16:creationId xmlns:a16="http://schemas.microsoft.com/office/drawing/2014/main" id="{E44B0A36-5665-BD39-824A-D9D1A2106636}"/>
              </a:ext>
            </a:extLst>
          </p:cNvPr>
          <p:cNvCxnSpPr>
            <a:cxnSpLocks/>
            <a:stCxn id="32" idx="2"/>
            <a:endCxn id="40" idx="6"/>
          </p:cNvCxnSpPr>
          <p:nvPr/>
        </p:nvCxnSpPr>
        <p:spPr>
          <a:xfrm flipH="1">
            <a:off x="18943104" y="3311950"/>
            <a:ext cx="826195" cy="16088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211">
            <a:extLst>
              <a:ext uri="{FF2B5EF4-FFF2-40B4-BE49-F238E27FC236}">
                <a16:creationId xmlns:a16="http://schemas.microsoft.com/office/drawing/2014/main" id="{7D287014-A639-674B-A914-F2B64630C2CD}"/>
              </a:ext>
            </a:extLst>
          </p:cNvPr>
          <p:cNvCxnSpPr>
            <a:cxnSpLocks/>
            <a:stCxn id="33" idx="2"/>
            <a:endCxn id="41" idx="6"/>
          </p:cNvCxnSpPr>
          <p:nvPr/>
        </p:nvCxnSpPr>
        <p:spPr>
          <a:xfrm flipH="1" flipV="1">
            <a:off x="18950175" y="2390006"/>
            <a:ext cx="822657" cy="1608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214">
            <a:extLst>
              <a:ext uri="{FF2B5EF4-FFF2-40B4-BE49-F238E27FC236}">
                <a16:creationId xmlns:a16="http://schemas.microsoft.com/office/drawing/2014/main" id="{1B89FBEC-7B80-BCE3-28ED-D8A53F690E1D}"/>
              </a:ext>
            </a:extLst>
          </p:cNvPr>
          <p:cNvCxnSpPr>
            <a:cxnSpLocks/>
            <a:stCxn id="33" idx="2"/>
            <a:endCxn id="35" idx="6"/>
          </p:cNvCxnSpPr>
          <p:nvPr/>
        </p:nvCxnSpPr>
        <p:spPr>
          <a:xfrm flipH="1" flipV="1">
            <a:off x="18956477" y="2811505"/>
            <a:ext cx="816355" cy="11868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217">
            <a:extLst>
              <a:ext uri="{FF2B5EF4-FFF2-40B4-BE49-F238E27FC236}">
                <a16:creationId xmlns:a16="http://schemas.microsoft.com/office/drawing/2014/main" id="{94EF4CA4-3F5C-BC11-1110-AD8E1C163108}"/>
              </a:ext>
            </a:extLst>
          </p:cNvPr>
          <p:cNvCxnSpPr>
            <a:cxnSpLocks/>
            <a:stCxn id="33" idx="2"/>
            <a:endCxn id="36" idx="6"/>
          </p:cNvCxnSpPr>
          <p:nvPr/>
        </p:nvCxnSpPr>
        <p:spPr>
          <a:xfrm flipH="1" flipV="1">
            <a:off x="18950175" y="3231838"/>
            <a:ext cx="822657" cy="766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220">
            <a:extLst>
              <a:ext uri="{FF2B5EF4-FFF2-40B4-BE49-F238E27FC236}">
                <a16:creationId xmlns:a16="http://schemas.microsoft.com/office/drawing/2014/main" id="{8CCB3ECF-FAA8-20D7-7F3E-19CC9DA64F94}"/>
              </a:ext>
            </a:extLst>
          </p:cNvPr>
          <p:cNvCxnSpPr>
            <a:cxnSpLocks/>
            <a:stCxn id="33" idx="2"/>
            <a:endCxn id="37" idx="6"/>
          </p:cNvCxnSpPr>
          <p:nvPr/>
        </p:nvCxnSpPr>
        <p:spPr>
          <a:xfrm flipH="1" flipV="1">
            <a:off x="18950175" y="3652254"/>
            <a:ext cx="822657" cy="3461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连接符 223">
            <a:extLst>
              <a:ext uri="{FF2B5EF4-FFF2-40B4-BE49-F238E27FC236}">
                <a16:creationId xmlns:a16="http://schemas.microsoft.com/office/drawing/2014/main" id="{85D81AC9-AF4C-FCB6-CCF8-85854D30A59D}"/>
              </a:ext>
            </a:extLst>
          </p:cNvPr>
          <p:cNvCxnSpPr>
            <a:cxnSpLocks/>
            <a:stCxn id="33" idx="2"/>
            <a:endCxn id="38" idx="6"/>
          </p:cNvCxnSpPr>
          <p:nvPr/>
        </p:nvCxnSpPr>
        <p:spPr>
          <a:xfrm flipH="1">
            <a:off x="18950175" y="3998378"/>
            <a:ext cx="822657" cy="805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235">
            <a:extLst>
              <a:ext uri="{FF2B5EF4-FFF2-40B4-BE49-F238E27FC236}">
                <a16:creationId xmlns:a16="http://schemas.microsoft.com/office/drawing/2014/main" id="{474C4F5B-3D71-FAE2-F9DC-B36903B77F58}"/>
              </a:ext>
            </a:extLst>
          </p:cNvPr>
          <p:cNvCxnSpPr>
            <a:cxnSpLocks/>
            <a:stCxn id="33" idx="2"/>
            <a:endCxn id="39" idx="6"/>
          </p:cNvCxnSpPr>
          <p:nvPr/>
        </p:nvCxnSpPr>
        <p:spPr>
          <a:xfrm flipH="1">
            <a:off x="18943104" y="3998378"/>
            <a:ext cx="829728" cy="5027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连接符 239">
            <a:extLst>
              <a:ext uri="{FF2B5EF4-FFF2-40B4-BE49-F238E27FC236}">
                <a16:creationId xmlns:a16="http://schemas.microsoft.com/office/drawing/2014/main" id="{C5EA25E7-B50E-819F-257D-916A016FE172}"/>
              </a:ext>
            </a:extLst>
          </p:cNvPr>
          <p:cNvCxnSpPr>
            <a:cxnSpLocks/>
            <a:stCxn id="33" idx="2"/>
            <a:endCxn id="40" idx="6"/>
          </p:cNvCxnSpPr>
          <p:nvPr/>
        </p:nvCxnSpPr>
        <p:spPr>
          <a:xfrm flipH="1">
            <a:off x="18943104" y="3998378"/>
            <a:ext cx="829728" cy="9224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250">
            <a:extLst>
              <a:ext uri="{FF2B5EF4-FFF2-40B4-BE49-F238E27FC236}">
                <a16:creationId xmlns:a16="http://schemas.microsoft.com/office/drawing/2014/main" id="{734CA612-FB18-2935-9D4A-A50E27CF9543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20041208" y="3311950"/>
            <a:ext cx="4329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256">
            <a:extLst>
              <a:ext uri="{FF2B5EF4-FFF2-40B4-BE49-F238E27FC236}">
                <a16:creationId xmlns:a16="http://schemas.microsoft.com/office/drawing/2014/main" id="{F22431F8-D08B-B165-4BEE-9171B1A584AA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20044741" y="3998377"/>
            <a:ext cx="417437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圆角矩形 261">
            <a:extLst>
              <a:ext uri="{FF2B5EF4-FFF2-40B4-BE49-F238E27FC236}">
                <a16:creationId xmlns:a16="http://schemas.microsoft.com/office/drawing/2014/main" id="{FA2AB82A-9CFE-A36D-2987-166A4F4B7768}"/>
              </a:ext>
            </a:extLst>
          </p:cNvPr>
          <p:cNvSpPr/>
          <p:nvPr/>
        </p:nvSpPr>
        <p:spPr>
          <a:xfrm>
            <a:off x="20474172" y="3166545"/>
            <a:ext cx="1529124" cy="97141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endParaRPr kumimoji="1" lang="zh-CN" alt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12F8E5B3-63AB-1609-2D17-6448433D9B5E}"/>
              </a:ext>
            </a:extLst>
          </p:cNvPr>
          <p:cNvSpPr/>
          <p:nvPr/>
        </p:nvSpPr>
        <p:spPr>
          <a:xfrm>
            <a:off x="22548569" y="3320951"/>
            <a:ext cx="399356" cy="3429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3149F174-32D7-CE0A-C21E-181421436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365" y="4534859"/>
            <a:ext cx="9450337" cy="324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6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1058</TotalTime>
  <Words>207</Words>
  <Application>Microsoft Macintosh PowerPoint</Application>
  <PresentationFormat>Custom</PresentationFormat>
  <Paragraphs>112</Paragraphs>
  <Slides>4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峻安</dc:creator>
  <cp:lastModifiedBy>Huang Kaifeng</cp:lastModifiedBy>
  <cp:revision>197</cp:revision>
  <dcterms:created xsi:type="dcterms:W3CDTF">2023-02-28T14:53:00Z</dcterms:created>
  <dcterms:modified xsi:type="dcterms:W3CDTF">2023-08-19T05:01:56Z</dcterms:modified>
</cp:coreProperties>
</file>