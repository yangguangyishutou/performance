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3"/>
    <p:restoredTop sz="72702"/>
  </p:normalViewPr>
  <p:slideViewPr>
    <p:cSldViewPr snapToGrid="0">
      <p:cViewPr>
        <p:scale>
          <a:sx n="170" d="100"/>
          <a:sy n="170" d="100"/>
        </p:scale>
        <p:origin x="-3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CA543-A2FA-C14F-9133-A8ABA6DA8B0D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54FDC-F9CF-B143-8B96-3D6F8F82EA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0758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R1 Import operating system module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D1 </a:t>
            </a:r>
            <a:r>
              <a:rPr lang="en-US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network module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D2 use network module call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R2 use operating system module call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D1 </a:t>
            </a:r>
            <a:r>
              <a:rPr lang="en-US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network module 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D3 use URL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D2 use network module call 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R5 read sensitive information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R5 read sensitive information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R5 read sensitive information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R5 read sensitive information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54FDC-F9CF-B143-8B96-3D6F8F82EAA0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80231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R1 Import operating system module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D1 </a:t>
            </a:r>
            <a:r>
              <a:rPr lang="en-US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network module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D2 use network module call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R2 use operating system module call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D1 </a:t>
            </a:r>
            <a:r>
              <a:rPr lang="en-US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network module 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D3 use URL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D2 use network module call 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R5 read sensitive information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R5 read sensitive information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R5 read sensitive information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R5 read sensitive information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54FDC-F9CF-B143-8B96-3D6F8F82EAA0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52182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EF9B-F5B5-6EB7-5FE0-4A011D575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8E012-2B86-37AB-7104-BE6E386E3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DFCAE-CD97-DBA0-ECDF-BFF85C12D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69376-BDC1-17DE-4DDB-0378575C2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1C246-EC79-6646-FCBC-E64A30ED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838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16FF-9924-37F0-E84A-145BF6DE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90B86-4120-8FBC-F523-8BD1A03B5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140E7-7247-1ADD-6CEA-30429EC6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EABD0-3666-7F34-6B16-A36713EE4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10253-4E8C-2992-169B-CD423E4A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1749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BA89-2EDC-A353-B5B1-4C16C106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B40DD-3305-460A-44D4-E144C3AC5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B7F29-B43E-1D05-3381-484926A0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63ED1-95D1-1334-7CC2-2E46ECBD3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1F9EB-3BB1-7E28-04A4-0AE34C8B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7616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7A213-2678-CAD5-056A-36DB05D4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0AD5F-8C14-7DB8-409E-B79EAA7A2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60317-2FA8-AB8F-4746-CC180B830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925B5-C218-CFE1-6F1C-A6C415CD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6BF96-B50B-294C-C80D-810FD036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FEE34-2038-C7B3-A86E-859E95A8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3387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3F51-AAEB-65A3-1297-1CBC011F9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4910E-283F-20C4-46F8-447081D3E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317C5-500C-D6C5-3F0A-C83ADFA34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5D1EC3-7768-8433-232C-27CF30C8E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90BA53-B42A-B26F-090E-33D661187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92494B-E87E-8427-2B69-96B1DCD85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6EB504-88DD-0C24-74B1-641C8808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6EDFA-0A43-D0EB-0764-4E2CEAC8E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61067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701F-72F5-91C0-3F78-86583B9D1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C46D3-8D98-3ED4-DFCE-00D4EACE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5BD4A-1AC5-022B-0A10-95859049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8EAF8-EF38-1C46-B89F-B5493C19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75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D05DF1-068D-E689-569E-38EA293C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F5F55-36D8-DD4D-E5B6-33DFE55F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7480-9897-AF5B-87F5-51F16E91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8163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25FC-F63F-984A-94C6-AE14266D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5D7E1-81AE-D8A4-4C3C-3662DD893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ABDA5-8472-1CF6-4441-2756D4CFF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76CAA-28E6-5DAB-C520-8653677A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990DF-D389-E179-3678-92C2FBF41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CD412-B7ED-9063-7EF5-9E6B44AC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356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CFDF9-88DE-6810-7430-73A2238F2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AB6EE8-5668-6FBB-062B-6975DF668E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F2DEC-C5BB-2BD0-582C-133598EF4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2FCA5-CFC6-B023-5F93-E82626387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01C9F-419B-AC0C-6F16-EA6D660F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9F766-F698-53F5-C0F6-4EA47F71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7330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740C5-5FA2-83AE-1ABC-674105CC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17452-6846-1F64-A845-E1316ADA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EA951-0A56-39F5-39B2-3C2E6F62F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58905-BEE2-6327-72AE-D5CC42AC1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AA65-C966-FE31-719C-3C4AB162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41427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85497-5C4B-E86D-37E7-2F3ED82B9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F1657-06BA-93D7-9476-2BD2AF158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51701-AF2E-FEFA-05BB-C3C28C19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B9618-6A98-FAB9-DABA-5F285299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BAA58-6821-D50C-3DDE-4F9FF93E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848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E1E61C-69E6-900B-AB6B-E3764720B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62D7F-711F-8C30-1F63-B5DEFE0E1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A129B-166A-3F5B-983C-33D2F8B00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6CE5E-366C-FF46-9BEB-CF0FB3C4FBE2}" type="datetimeFigureOut">
              <a:rPr lang="en-CN" smtClean="0"/>
              <a:t>2023/9/28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2EF41-048C-D098-3425-4B4BBC24F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75173-72E0-B23A-461C-17D075D81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42F22-694A-8644-B6B2-44CD4A8AB8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982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4">
            <a:extLst>
              <a:ext uri="{FF2B5EF4-FFF2-40B4-BE49-F238E27FC236}">
                <a16:creationId xmlns:a16="http://schemas.microsoft.com/office/drawing/2014/main" id="{F3B3CB01-9FD7-2913-D822-039EE7615E75}"/>
              </a:ext>
            </a:extLst>
          </p:cNvPr>
          <p:cNvSpPr txBox="1"/>
          <p:nvPr/>
        </p:nvSpPr>
        <p:spPr>
          <a:xfrm>
            <a:off x="913948" y="1098317"/>
            <a:ext cx="2268000" cy="792000"/>
          </a:xfrm>
          <a:prstGeom prst="rect">
            <a:avLst/>
          </a:prstGeom>
          <a:noFill/>
          <a:ln w="6350" cap="sq" cmpd="sng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655284"/>
                      <a:gd name="connsiteY0" fmla="*/ 0 h 954107"/>
                      <a:gd name="connsiteX1" fmla="*/ 637268 w 2655284"/>
                      <a:gd name="connsiteY1" fmla="*/ 0 h 954107"/>
                      <a:gd name="connsiteX2" fmla="*/ 1221431 w 2655284"/>
                      <a:gd name="connsiteY2" fmla="*/ 0 h 954107"/>
                      <a:gd name="connsiteX3" fmla="*/ 1938357 w 2655284"/>
                      <a:gd name="connsiteY3" fmla="*/ 0 h 954107"/>
                      <a:gd name="connsiteX4" fmla="*/ 2655284 w 2655284"/>
                      <a:gd name="connsiteY4" fmla="*/ 0 h 954107"/>
                      <a:gd name="connsiteX5" fmla="*/ 2655284 w 2655284"/>
                      <a:gd name="connsiteY5" fmla="*/ 467512 h 954107"/>
                      <a:gd name="connsiteX6" fmla="*/ 2655284 w 2655284"/>
                      <a:gd name="connsiteY6" fmla="*/ 954107 h 954107"/>
                      <a:gd name="connsiteX7" fmla="*/ 1991463 w 2655284"/>
                      <a:gd name="connsiteY7" fmla="*/ 954107 h 954107"/>
                      <a:gd name="connsiteX8" fmla="*/ 1274536 w 2655284"/>
                      <a:gd name="connsiteY8" fmla="*/ 954107 h 954107"/>
                      <a:gd name="connsiteX9" fmla="*/ 690374 w 2655284"/>
                      <a:gd name="connsiteY9" fmla="*/ 954107 h 954107"/>
                      <a:gd name="connsiteX10" fmla="*/ 0 w 2655284"/>
                      <a:gd name="connsiteY10" fmla="*/ 954107 h 954107"/>
                      <a:gd name="connsiteX11" fmla="*/ 0 w 2655284"/>
                      <a:gd name="connsiteY11" fmla="*/ 477054 h 954107"/>
                      <a:gd name="connsiteX12" fmla="*/ 0 w 2655284"/>
                      <a:gd name="connsiteY12" fmla="*/ 0 h 954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655284" h="954107" extrusionOk="0">
                        <a:moveTo>
                          <a:pt x="0" y="0"/>
                        </a:moveTo>
                        <a:cubicBezTo>
                          <a:pt x="226282" y="-6797"/>
                          <a:pt x="505276" y="2517"/>
                          <a:pt x="637268" y="0"/>
                        </a:cubicBezTo>
                        <a:cubicBezTo>
                          <a:pt x="769260" y="-2517"/>
                          <a:pt x="1028719" y="165"/>
                          <a:pt x="1221431" y="0"/>
                        </a:cubicBezTo>
                        <a:cubicBezTo>
                          <a:pt x="1414143" y="-165"/>
                          <a:pt x="1794553" y="-6806"/>
                          <a:pt x="1938357" y="0"/>
                        </a:cubicBezTo>
                        <a:cubicBezTo>
                          <a:pt x="2082161" y="6806"/>
                          <a:pt x="2326829" y="-28246"/>
                          <a:pt x="2655284" y="0"/>
                        </a:cubicBezTo>
                        <a:cubicBezTo>
                          <a:pt x="2646941" y="137025"/>
                          <a:pt x="2665053" y="343760"/>
                          <a:pt x="2655284" y="467512"/>
                        </a:cubicBezTo>
                        <a:cubicBezTo>
                          <a:pt x="2645515" y="591264"/>
                          <a:pt x="2656523" y="812798"/>
                          <a:pt x="2655284" y="954107"/>
                        </a:cubicBezTo>
                        <a:cubicBezTo>
                          <a:pt x="2452594" y="928253"/>
                          <a:pt x="2285688" y="953479"/>
                          <a:pt x="1991463" y="954107"/>
                        </a:cubicBezTo>
                        <a:cubicBezTo>
                          <a:pt x="1697238" y="954735"/>
                          <a:pt x="1422502" y="944756"/>
                          <a:pt x="1274536" y="954107"/>
                        </a:cubicBezTo>
                        <a:cubicBezTo>
                          <a:pt x="1126570" y="963458"/>
                          <a:pt x="980613" y="960265"/>
                          <a:pt x="690374" y="954107"/>
                        </a:cubicBezTo>
                        <a:cubicBezTo>
                          <a:pt x="400135" y="947949"/>
                          <a:pt x="322327" y="951827"/>
                          <a:pt x="0" y="954107"/>
                        </a:cubicBezTo>
                        <a:cubicBezTo>
                          <a:pt x="-20120" y="772095"/>
                          <a:pt x="-22394" y="690697"/>
                          <a:pt x="0" y="477054"/>
                        </a:cubicBezTo>
                        <a:cubicBezTo>
                          <a:pt x="22394" y="263411"/>
                          <a:pt x="2547" y="1434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36000" tIns="18000" rIns="36000" bIns="36000" rtlCol="0">
            <a:noAutofit/>
          </a:bodyPr>
          <a:lstStyle/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zh-CN" altLang="en-US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1, 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R1&gt; </a:t>
            </a:r>
          </a:p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zh-CN" altLang="en-US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4, 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D1&gt;</a:t>
            </a:r>
          </a:p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</a:t>
            </a:r>
            <a:r>
              <a:rPr lang="zh-CN" altLang="en-US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11, D2&gt;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800" dirty="0">
              <a:solidFill>
                <a:srgbClr val="3B3B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4.</a:t>
            </a:r>
            <a:r>
              <a:rPr lang="zh-CN" altLang="en-US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19, R2&gt;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</a:t>
            </a:r>
            <a:r>
              <a:rPr lang="zh-CN" altLang="en-US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  3, D1&gt;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800" dirty="0">
              <a:solidFill>
                <a:srgbClr val="3B3B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6.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  4, D3&gt;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E6E3C0-42A1-E302-0CF5-36B88AB46D45}"/>
              </a:ext>
            </a:extLst>
          </p:cNvPr>
          <p:cNvSpPr txBox="1"/>
          <p:nvPr/>
        </p:nvSpPr>
        <p:spPr>
          <a:xfrm>
            <a:off x="3260000" y="1098317"/>
            <a:ext cx="2268000" cy="792000"/>
          </a:xfrm>
          <a:prstGeom prst="rect">
            <a:avLst/>
          </a:prstGeom>
          <a:noFill/>
          <a:ln w="6350" cap="sq" cmpd="sng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655284"/>
                      <a:gd name="connsiteY0" fmla="*/ 0 h 954107"/>
                      <a:gd name="connsiteX1" fmla="*/ 637268 w 2655284"/>
                      <a:gd name="connsiteY1" fmla="*/ 0 h 954107"/>
                      <a:gd name="connsiteX2" fmla="*/ 1221431 w 2655284"/>
                      <a:gd name="connsiteY2" fmla="*/ 0 h 954107"/>
                      <a:gd name="connsiteX3" fmla="*/ 1938357 w 2655284"/>
                      <a:gd name="connsiteY3" fmla="*/ 0 h 954107"/>
                      <a:gd name="connsiteX4" fmla="*/ 2655284 w 2655284"/>
                      <a:gd name="connsiteY4" fmla="*/ 0 h 954107"/>
                      <a:gd name="connsiteX5" fmla="*/ 2655284 w 2655284"/>
                      <a:gd name="connsiteY5" fmla="*/ 467512 h 954107"/>
                      <a:gd name="connsiteX6" fmla="*/ 2655284 w 2655284"/>
                      <a:gd name="connsiteY6" fmla="*/ 954107 h 954107"/>
                      <a:gd name="connsiteX7" fmla="*/ 1991463 w 2655284"/>
                      <a:gd name="connsiteY7" fmla="*/ 954107 h 954107"/>
                      <a:gd name="connsiteX8" fmla="*/ 1274536 w 2655284"/>
                      <a:gd name="connsiteY8" fmla="*/ 954107 h 954107"/>
                      <a:gd name="connsiteX9" fmla="*/ 690374 w 2655284"/>
                      <a:gd name="connsiteY9" fmla="*/ 954107 h 954107"/>
                      <a:gd name="connsiteX10" fmla="*/ 0 w 2655284"/>
                      <a:gd name="connsiteY10" fmla="*/ 954107 h 954107"/>
                      <a:gd name="connsiteX11" fmla="*/ 0 w 2655284"/>
                      <a:gd name="connsiteY11" fmla="*/ 477054 h 954107"/>
                      <a:gd name="connsiteX12" fmla="*/ 0 w 2655284"/>
                      <a:gd name="connsiteY12" fmla="*/ 0 h 954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655284" h="954107" extrusionOk="0">
                        <a:moveTo>
                          <a:pt x="0" y="0"/>
                        </a:moveTo>
                        <a:cubicBezTo>
                          <a:pt x="226282" y="-6797"/>
                          <a:pt x="505276" y="2517"/>
                          <a:pt x="637268" y="0"/>
                        </a:cubicBezTo>
                        <a:cubicBezTo>
                          <a:pt x="769260" y="-2517"/>
                          <a:pt x="1028719" y="165"/>
                          <a:pt x="1221431" y="0"/>
                        </a:cubicBezTo>
                        <a:cubicBezTo>
                          <a:pt x="1414143" y="-165"/>
                          <a:pt x="1794553" y="-6806"/>
                          <a:pt x="1938357" y="0"/>
                        </a:cubicBezTo>
                        <a:cubicBezTo>
                          <a:pt x="2082161" y="6806"/>
                          <a:pt x="2326829" y="-28246"/>
                          <a:pt x="2655284" y="0"/>
                        </a:cubicBezTo>
                        <a:cubicBezTo>
                          <a:pt x="2646941" y="137025"/>
                          <a:pt x="2665053" y="343760"/>
                          <a:pt x="2655284" y="467512"/>
                        </a:cubicBezTo>
                        <a:cubicBezTo>
                          <a:pt x="2645515" y="591264"/>
                          <a:pt x="2656523" y="812798"/>
                          <a:pt x="2655284" y="954107"/>
                        </a:cubicBezTo>
                        <a:cubicBezTo>
                          <a:pt x="2452594" y="928253"/>
                          <a:pt x="2285688" y="953479"/>
                          <a:pt x="1991463" y="954107"/>
                        </a:cubicBezTo>
                        <a:cubicBezTo>
                          <a:pt x="1697238" y="954735"/>
                          <a:pt x="1422502" y="944756"/>
                          <a:pt x="1274536" y="954107"/>
                        </a:cubicBezTo>
                        <a:cubicBezTo>
                          <a:pt x="1126570" y="963458"/>
                          <a:pt x="980613" y="960265"/>
                          <a:pt x="690374" y="954107"/>
                        </a:cubicBezTo>
                        <a:cubicBezTo>
                          <a:pt x="400135" y="947949"/>
                          <a:pt x="322327" y="951827"/>
                          <a:pt x="0" y="954107"/>
                        </a:cubicBezTo>
                        <a:cubicBezTo>
                          <a:pt x="-20120" y="772095"/>
                          <a:pt x="-22394" y="690697"/>
                          <a:pt x="0" y="477054"/>
                        </a:cubicBezTo>
                        <a:cubicBezTo>
                          <a:pt x="22394" y="263411"/>
                          <a:pt x="2547" y="1434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36000" tIns="18000" rIns="36000" bIns="36000" rtlCol="0">
            <a:noAutofit/>
          </a:bodyPr>
          <a:lstStyle/>
          <a:p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zh-CN" alt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1, R1&gt; </a:t>
            </a:r>
          </a:p>
          <a:p>
            <a:r>
              <a:rPr lang="en-US" sz="800" b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        </a:t>
            </a:r>
            <a:r>
              <a:rPr lang="zh-CN" alt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D1&gt;</a:t>
            </a:r>
          </a:p>
          <a:p>
            <a:r>
              <a:rPr lang="en-US" sz="800" b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D3&gt; </a:t>
            </a:r>
          </a:p>
          <a:p>
            <a:r>
              <a:rPr lang="en-US" sz="800" b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8, D2&gt;</a:t>
            </a:r>
          </a:p>
          <a:p>
            <a:r>
              <a:rPr lang="en-US" sz="800" b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19, R2&gt; </a:t>
            </a:r>
          </a:p>
          <a:p>
            <a:r>
              <a:rPr lang="en-US" sz="800" b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       21, R5&gt;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CEBD78-5723-135C-9189-11A2D52743C6}"/>
              </a:ext>
            </a:extLst>
          </p:cNvPr>
          <p:cNvSpPr txBox="1"/>
          <p:nvPr/>
        </p:nvSpPr>
        <p:spPr>
          <a:xfrm>
            <a:off x="1367286" y="1893468"/>
            <a:ext cx="1146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eature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Instances</a:t>
            </a:r>
            <a:endParaRPr lang="en-C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72B617-56DB-CC27-F1EC-A1BA2F90E99E}"/>
              </a:ext>
            </a:extLst>
          </p:cNvPr>
          <p:cNvSpPr txBox="1"/>
          <p:nvPr/>
        </p:nvSpPr>
        <p:spPr>
          <a:xfrm>
            <a:off x="3668454" y="1897419"/>
            <a:ext cx="12362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endParaRPr lang="en-C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47615-13A1-3E6D-BA90-93B99E363707}"/>
              </a:ext>
            </a:extLst>
          </p:cNvPr>
          <p:cNvSpPr txBox="1"/>
          <p:nvPr/>
        </p:nvSpPr>
        <p:spPr>
          <a:xfrm>
            <a:off x="1963005" y="1080414"/>
            <a:ext cx="14303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7.</a:t>
            </a:r>
            <a:r>
              <a:rPr lang="zh-CN" altLang="en-US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  8, D2&gt;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800" dirty="0">
              <a:solidFill>
                <a:srgbClr val="3B3B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8.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13, R5&gt;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9.</a:t>
            </a:r>
            <a:r>
              <a:rPr lang="zh-CN" altLang="en-US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21, R5&gt;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800" dirty="0">
              <a:solidFill>
                <a:srgbClr val="3B3B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23, R5&gt;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zh-CN" altLang="en-US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25, R5&gt;</a:t>
            </a:r>
            <a:endParaRPr lang="en-CN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D43B7-BF3B-DC7F-676A-495019AEFECF}"/>
              </a:ext>
            </a:extLst>
          </p:cNvPr>
          <p:cNvSpPr txBox="1"/>
          <p:nvPr/>
        </p:nvSpPr>
        <p:spPr>
          <a:xfrm>
            <a:off x="4286572" y="1080414"/>
            <a:ext cx="13959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7.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       23, R5&gt; </a:t>
            </a:r>
          </a:p>
          <a:p>
            <a:r>
              <a:rPr lang="en-US" sz="800" b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8.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      </a:t>
            </a:r>
            <a:r>
              <a:rPr lang="zh-CN" alt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25, R5&gt;</a:t>
            </a:r>
          </a:p>
          <a:p>
            <a:r>
              <a:rPr lang="en-US" sz="800" b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9.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13, R5&gt; </a:t>
            </a:r>
          </a:p>
          <a:p>
            <a:r>
              <a:rPr lang="en-US" sz="800" b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  4, D1&gt;</a:t>
            </a:r>
          </a:p>
          <a:p>
            <a:r>
              <a:rPr lang="en-US" sz="800" b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11, D2&gt;</a:t>
            </a:r>
          </a:p>
        </p:txBody>
      </p:sp>
    </p:spTree>
    <p:extLst>
      <p:ext uri="{BB962C8B-B14F-4D97-AF65-F5344CB8AC3E}">
        <p14:creationId xmlns:p14="http://schemas.microsoft.com/office/powerpoint/2010/main" val="132932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4">
            <a:extLst>
              <a:ext uri="{FF2B5EF4-FFF2-40B4-BE49-F238E27FC236}">
                <a16:creationId xmlns:a16="http://schemas.microsoft.com/office/drawing/2014/main" id="{F3B3CB01-9FD7-2913-D822-039EE7615E75}"/>
              </a:ext>
            </a:extLst>
          </p:cNvPr>
          <p:cNvSpPr txBox="1"/>
          <p:nvPr/>
        </p:nvSpPr>
        <p:spPr>
          <a:xfrm>
            <a:off x="913954" y="1098317"/>
            <a:ext cx="1059225" cy="1418002"/>
          </a:xfrm>
          <a:prstGeom prst="rect">
            <a:avLst/>
          </a:prstGeom>
          <a:noFill/>
          <a:ln w="6350" cap="sq" cmpd="sng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655284"/>
                      <a:gd name="connsiteY0" fmla="*/ 0 h 954107"/>
                      <a:gd name="connsiteX1" fmla="*/ 637268 w 2655284"/>
                      <a:gd name="connsiteY1" fmla="*/ 0 h 954107"/>
                      <a:gd name="connsiteX2" fmla="*/ 1221431 w 2655284"/>
                      <a:gd name="connsiteY2" fmla="*/ 0 h 954107"/>
                      <a:gd name="connsiteX3" fmla="*/ 1938357 w 2655284"/>
                      <a:gd name="connsiteY3" fmla="*/ 0 h 954107"/>
                      <a:gd name="connsiteX4" fmla="*/ 2655284 w 2655284"/>
                      <a:gd name="connsiteY4" fmla="*/ 0 h 954107"/>
                      <a:gd name="connsiteX5" fmla="*/ 2655284 w 2655284"/>
                      <a:gd name="connsiteY5" fmla="*/ 467512 h 954107"/>
                      <a:gd name="connsiteX6" fmla="*/ 2655284 w 2655284"/>
                      <a:gd name="connsiteY6" fmla="*/ 954107 h 954107"/>
                      <a:gd name="connsiteX7" fmla="*/ 1991463 w 2655284"/>
                      <a:gd name="connsiteY7" fmla="*/ 954107 h 954107"/>
                      <a:gd name="connsiteX8" fmla="*/ 1274536 w 2655284"/>
                      <a:gd name="connsiteY8" fmla="*/ 954107 h 954107"/>
                      <a:gd name="connsiteX9" fmla="*/ 690374 w 2655284"/>
                      <a:gd name="connsiteY9" fmla="*/ 954107 h 954107"/>
                      <a:gd name="connsiteX10" fmla="*/ 0 w 2655284"/>
                      <a:gd name="connsiteY10" fmla="*/ 954107 h 954107"/>
                      <a:gd name="connsiteX11" fmla="*/ 0 w 2655284"/>
                      <a:gd name="connsiteY11" fmla="*/ 477054 h 954107"/>
                      <a:gd name="connsiteX12" fmla="*/ 0 w 2655284"/>
                      <a:gd name="connsiteY12" fmla="*/ 0 h 954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655284" h="954107" extrusionOk="0">
                        <a:moveTo>
                          <a:pt x="0" y="0"/>
                        </a:moveTo>
                        <a:cubicBezTo>
                          <a:pt x="226282" y="-6797"/>
                          <a:pt x="505276" y="2517"/>
                          <a:pt x="637268" y="0"/>
                        </a:cubicBezTo>
                        <a:cubicBezTo>
                          <a:pt x="769260" y="-2517"/>
                          <a:pt x="1028719" y="165"/>
                          <a:pt x="1221431" y="0"/>
                        </a:cubicBezTo>
                        <a:cubicBezTo>
                          <a:pt x="1414143" y="-165"/>
                          <a:pt x="1794553" y="-6806"/>
                          <a:pt x="1938357" y="0"/>
                        </a:cubicBezTo>
                        <a:cubicBezTo>
                          <a:pt x="2082161" y="6806"/>
                          <a:pt x="2326829" y="-28246"/>
                          <a:pt x="2655284" y="0"/>
                        </a:cubicBezTo>
                        <a:cubicBezTo>
                          <a:pt x="2646941" y="137025"/>
                          <a:pt x="2665053" y="343760"/>
                          <a:pt x="2655284" y="467512"/>
                        </a:cubicBezTo>
                        <a:cubicBezTo>
                          <a:pt x="2645515" y="591264"/>
                          <a:pt x="2656523" y="812798"/>
                          <a:pt x="2655284" y="954107"/>
                        </a:cubicBezTo>
                        <a:cubicBezTo>
                          <a:pt x="2452594" y="928253"/>
                          <a:pt x="2285688" y="953479"/>
                          <a:pt x="1991463" y="954107"/>
                        </a:cubicBezTo>
                        <a:cubicBezTo>
                          <a:pt x="1697238" y="954735"/>
                          <a:pt x="1422502" y="944756"/>
                          <a:pt x="1274536" y="954107"/>
                        </a:cubicBezTo>
                        <a:cubicBezTo>
                          <a:pt x="1126570" y="963458"/>
                          <a:pt x="980613" y="960265"/>
                          <a:pt x="690374" y="954107"/>
                        </a:cubicBezTo>
                        <a:cubicBezTo>
                          <a:pt x="400135" y="947949"/>
                          <a:pt x="322327" y="951827"/>
                          <a:pt x="0" y="954107"/>
                        </a:cubicBezTo>
                        <a:cubicBezTo>
                          <a:pt x="-20120" y="772095"/>
                          <a:pt x="-22394" y="690697"/>
                          <a:pt x="0" y="477054"/>
                        </a:cubicBezTo>
                        <a:cubicBezTo>
                          <a:pt x="22394" y="263411"/>
                          <a:pt x="2547" y="1434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36000" tIns="18000" rIns="36000" bIns="36000" rtlCol="0">
            <a:noAutofit/>
          </a:bodyPr>
          <a:lstStyle/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1, 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R1&gt;</a:t>
            </a:r>
          </a:p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4, </a:t>
            </a:r>
            <a:r>
              <a:rPr lang="zh-CN" alt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D1&gt;</a:t>
            </a:r>
          </a:p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11, D2&gt;</a:t>
            </a:r>
          </a:p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19, R2&gt;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  3, D1&gt;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  4, D3&gt;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  8, D2&gt;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13, R5&gt;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21, R5&gt;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23, R5&gt;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25, R5&gt;</a:t>
            </a:r>
            <a:endParaRPr lang="en-US" sz="8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E6E3C0-42A1-E302-0CF5-36B88AB46D45}"/>
              </a:ext>
            </a:extLst>
          </p:cNvPr>
          <p:cNvSpPr txBox="1"/>
          <p:nvPr/>
        </p:nvSpPr>
        <p:spPr>
          <a:xfrm>
            <a:off x="2350127" y="1098317"/>
            <a:ext cx="1059225" cy="1418002"/>
          </a:xfrm>
          <a:prstGeom prst="rect">
            <a:avLst/>
          </a:prstGeom>
          <a:noFill/>
          <a:ln w="6350" cap="sq" cmpd="sng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655284"/>
                      <a:gd name="connsiteY0" fmla="*/ 0 h 954107"/>
                      <a:gd name="connsiteX1" fmla="*/ 637268 w 2655284"/>
                      <a:gd name="connsiteY1" fmla="*/ 0 h 954107"/>
                      <a:gd name="connsiteX2" fmla="*/ 1221431 w 2655284"/>
                      <a:gd name="connsiteY2" fmla="*/ 0 h 954107"/>
                      <a:gd name="connsiteX3" fmla="*/ 1938357 w 2655284"/>
                      <a:gd name="connsiteY3" fmla="*/ 0 h 954107"/>
                      <a:gd name="connsiteX4" fmla="*/ 2655284 w 2655284"/>
                      <a:gd name="connsiteY4" fmla="*/ 0 h 954107"/>
                      <a:gd name="connsiteX5" fmla="*/ 2655284 w 2655284"/>
                      <a:gd name="connsiteY5" fmla="*/ 467512 h 954107"/>
                      <a:gd name="connsiteX6" fmla="*/ 2655284 w 2655284"/>
                      <a:gd name="connsiteY6" fmla="*/ 954107 h 954107"/>
                      <a:gd name="connsiteX7" fmla="*/ 1991463 w 2655284"/>
                      <a:gd name="connsiteY7" fmla="*/ 954107 h 954107"/>
                      <a:gd name="connsiteX8" fmla="*/ 1274536 w 2655284"/>
                      <a:gd name="connsiteY8" fmla="*/ 954107 h 954107"/>
                      <a:gd name="connsiteX9" fmla="*/ 690374 w 2655284"/>
                      <a:gd name="connsiteY9" fmla="*/ 954107 h 954107"/>
                      <a:gd name="connsiteX10" fmla="*/ 0 w 2655284"/>
                      <a:gd name="connsiteY10" fmla="*/ 954107 h 954107"/>
                      <a:gd name="connsiteX11" fmla="*/ 0 w 2655284"/>
                      <a:gd name="connsiteY11" fmla="*/ 477054 h 954107"/>
                      <a:gd name="connsiteX12" fmla="*/ 0 w 2655284"/>
                      <a:gd name="connsiteY12" fmla="*/ 0 h 954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655284" h="954107" extrusionOk="0">
                        <a:moveTo>
                          <a:pt x="0" y="0"/>
                        </a:moveTo>
                        <a:cubicBezTo>
                          <a:pt x="226282" y="-6797"/>
                          <a:pt x="505276" y="2517"/>
                          <a:pt x="637268" y="0"/>
                        </a:cubicBezTo>
                        <a:cubicBezTo>
                          <a:pt x="769260" y="-2517"/>
                          <a:pt x="1028719" y="165"/>
                          <a:pt x="1221431" y="0"/>
                        </a:cubicBezTo>
                        <a:cubicBezTo>
                          <a:pt x="1414143" y="-165"/>
                          <a:pt x="1794553" y="-6806"/>
                          <a:pt x="1938357" y="0"/>
                        </a:cubicBezTo>
                        <a:cubicBezTo>
                          <a:pt x="2082161" y="6806"/>
                          <a:pt x="2326829" y="-28246"/>
                          <a:pt x="2655284" y="0"/>
                        </a:cubicBezTo>
                        <a:cubicBezTo>
                          <a:pt x="2646941" y="137025"/>
                          <a:pt x="2665053" y="343760"/>
                          <a:pt x="2655284" y="467512"/>
                        </a:cubicBezTo>
                        <a:cubicBezTo>
                          <a:pt x="2645515" y="591264"/>
                          <a:pt x="2656523" y="812798"/>
                          <a:pt x="2655284" y="954107"/>
                        </a:cubicBezTo>
                        <a:cubicBezTo>
                          <a:pt x="2452594" y="928253"/>
                          <a:pt x="2285688" y="953479"/>
                          <a:pt x="1991463" y="954107"/>
                        </a:cubicBezTo>
                        <a:cubicBezTo>
                          <a:pt x="1697238" y="954735"/>
                          <a:pt x="1422502" y="944756"/>
                          <a:pt x="1274536" y="954107"/>
                        </a:cubicBezTo>
                        <a:cubicBezTo>
                          <a:pt x="1126570" y="963458"/>
                          <a:pt x="980613" y="960265"/>
                          <a:pt x="690374" y="954107"/>
                        </a:cubicBezTo>
                        <a:cubicBezTo>
                          <a:pt x="400135" y="947949"/>
                          <a:pt x="322327" y="951827"/>
                          <a:pt x="0" y="954107"/>
                        </a:cubicBezTo>
                        <a:cubicBezTo>
                          <a:pt x="-20120" y="772095"/>
                          <a:pt x="-22394" y="690697"/>
                          <a:pt x="0" y="477054"/>
                        </a:cubicBezTo>
                        <a:cubicBezTo>
                          <a:pt x="22394" y="263411"/>
                          <a:pt x="2547" y="1434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36000" tIns="18000" rIns="36000" bIns="36000" rtlCol="0">
            <a:noAutofit/>
          </a:bodyPr>
          <a:lstStyle/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zh-CN" alt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1, R1&gt;</a:t>
            </a:r>
          </a:p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        </a:t>
            </a:r>
            <a:r>
              <a:rPr lang="zh-CN" alt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D1&gt;</a:t>
            </a:r>
          </a:p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D3&gt;</a:t>
            </a:r>
          </a:p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8, D2&gt;</a:t>
            </a:r>
          </a:p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19, R2&gt;</a:t>
            </a:r>
          </a:p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       21, R5&gt;</a:t>
            </a:r>
          </a:p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       23, R5&gt;</a:t>
            </a:r>
          </a:p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      </a:t>
            </a:r>
            <a:r>
              <a:rPr lang="zh-CN" alt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25, R5&gt;</a:t>
            </a:r>
          </a:p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8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13, R5&gt;</a:t>
            </a:r>
          </a:p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  4, D1&gt;</a:t>
            </a:r>
          </a:p>
          <a:p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lang="en-US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11, D2&gt;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CEBD78-5723-135C-9189-11A2D52743C6}"/>
              </a:ext>
            </a:extLst>
          </p:cNvPr>
          <p:cNvSpPr txBox="1"/>
          <p:nvPr/>
        </p:nvSpPr>
        <p:spPr>
          <a:xfrm>
            <a:off x="870332" y="2516319"/>
            <a:ext cx="1146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eature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Instances</a:t>
            </a:r>
            <a:endParaRPr lang="en-C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72B617-56DB-CC27-F1EC-A1BA2F90E99E}"/>
              </a:ext>
            </a:extLst>
          </p:cNvPr>
          <p:cNvSpPr txBox="1"/>
          <p:nvPr/>
        </p:nvSpPr>
        <p:spPr>
          <a:xfrm>
            <a:off x="2261621" y="2520270"/>
            <a:ext cx="12362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endParaRPr lang="en-C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53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576</Words>
  <Application>Microsoft Macintosh PowerPoint</Application>
  <PresentationFormat>Widescreen</PresentationFormat>
  <Paragraphs>78</Paragraphs>
  <Slides>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Menlo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Huang Kaifeng</dc:creator>
  <cp:lastModifiedBy>Bihuan Chen</cp:lastModifiedBy>
  <cp:revision>20</cp:revision>
  <dcterms:created xsi:type="dcterms:W3CDTF">2023-06-06T05:55:41Z</dcterms:created>
  <dcterms:modified xsi:type="dcterms:W3CDTF">2023-09-28T09:06:04Z</dcterms:modified>
</cp:coreProperties>
</file>