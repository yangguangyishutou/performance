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" autoAdjust="0"/>
    <p:restoredTop sz="94660"/>
  </p:normalViewPr>
  <p:slideViewPr>
    <p:cSldViewPr snapToGrid="0">
      <p:cViewPr>
        <p:scale>
          <a:sx n="207" d="100"/>
          <a:sy n="207" d="100"/>
        </p:scale>
        <p:origin x="-2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60">
            <a:extLst>
              <a:ext uri="{FF2B5EF4-FFF2-40B4-BE49-F238E27FC236}">
                <a16:creationId xmlns:a16="http://schemas.microsoft.com/office/drawing/2014/main" id="{D1685932-ADBE-FF72-9D9E-93BB4AF1E7F5}"/>
              </a:ext>
            </a:extLst>
          </p:cNvPr>
          <p:cNvSpPr/>
          <p:nvPr/>
        </p:nvSpPr>
        <p:spPr>
          <a:xfrm>
            <a:off x="3041886" y="946945"/>
            <a:ext cx="1390738" cy="1312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" name="图片 1" descr="匿名用户,嫌疑人,陌生人,黑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49" y="2434523"/>
            <a:ext cx="432000" cy="396000"/>
          </a:xfrm>
          <a:prstGeom prst="rect">
            <a:avLst/>
          </a:prstGeom>
        </p:spPr>
      </p:pic>
      <p:cxnSp>
        <p:nvCxnSpPr>
          <p:cNvPr id="5" name="直接箭头连接符 4"/>
          <p:cNvCxnSpPr>
            <a:cxnSpLocks/>
            <a:stCxn id="2" idx="0"/>
            <a:endCxn id="14" idx="1"/>
          </p:cNvCxnSpPr>
          <p:nvPr/>
        </p:nvCxnSpPr>
        <p:spPr>
          <a:xfrm flipV="1">
            <a:off x="1749249" y="2103587"/>
            <a:ext cx="223670" cy="330936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68441" y="2121677"/>
            <a:ext cx="643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Publish  </a:t>
            </a:r>
          </a:p>
        </p:txBody>
      </p:sp>
      <p:pic>
        <p:nvPicPr>
          <p:cNvPr id="8" name="图片 7" descr="pyp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644" y="1506348"/>
            <a:ext cx="432000" cy="396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06346" y="2808632"/>
            <a:ext cx="868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Attacker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20225" y="2133107"/>
            <a:ext cx="93091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Download</a:t>
            </a:r>
          </a:p>
        </p:txBody>
      </p:sp>
      <p:pic>
        <p:nvPicPr>
          <p:cNvPr id="13" name="图片 12" descr="用户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038" y="2434523"/>
            <a:ext cx="432000" cy="396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972919" y="1981032"/>
            <a:ext cx="4953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PyPI</a:t>
            </a:r>
            <a:endParaRPr lang="en-US" altLang="zh-CN" sz="1000" dirty="0">
              <a:latin typeface="Trebuchet MS" panose="020B070302020209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5" name="图片 14" descr="代码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827" y="2434523"/>
            <a:ext cx="432000" cy="396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010732" y="2370207"/>
            <a:ext cx="44831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Run</a:t>
            </a:r>
          </a:p>
        </p:txBody>
      </p:sp>
      <p:cxnSp>
        <p:nvCxnSpPr>
          <p:cNvPr id="17" name="直接箭头连接符 16"/>
          <p:cNvCxnSpPr>
            <a:cxnSpLocks/>
            <a:stCxn id="13" idx="3"/>
            <a:endCxn id="15" idx="1"/>
          </p:cNvCxnSpPr>
          <p:nvPr/>
        </p:nvCxnSpPr>
        <p:spPr>
          <a:xfrm>
            <a:off x="2956038" y="2632523"/>
            <a:ext cx="558789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537407" y="2809187"/>
            <a:ext cx="4953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User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41925" y="2808632"/>
            <a:ext cx="1079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Malicious code</a:t>
            </a:r>
          </a:p>
        </p:txBody>
      </p:sp>
      <p:pic>
        <p:nvPicPr>
          <p:cNvPr id="20" name="图片 19" descr="数据库"/>
          <p:cNvPicPr>
            <a:picLocks noChangeAspect="1"/>
          </p:cNvPicPr>
          <p:nvPr/>
        </p:nvPicPr>
        <p:blipFill rotWithShape="1">
          <a:blip r:embed="rId6"/>
          <a:srcRect l="12654" t="13694" r="12429" b="13998"/>
          <a:stretch/>
        </p:blipFill>
        <p:spPr>
          <a:xfrm>
            <a:off x="4511792" y="2434523"/>
            <a:ext cx="432000" cy="3960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274467" y="2808632"/>
            <a:ext cx="974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Sensitive info</a:t>
            </a:r>
          </a:p>
        </p:txBody>
      </p:sp>
      <p:cxnSp>
        <p:nvCxnSpPr>
          <p:cNvPr id="22" name="直接箭头连接符 21"/>
          <p:cNvCxnSpPr>
            <a:cxnSpLocks/>
            <a:stCxn id="15" idx="3"/>
            <a:endCxn id="20" idx="1"/>
          </p:cNvCxnSpPr>
          <p:nvPr/>
        </p:nvCxnSpPr>
        <p:spPr>
          <a:xfrm>
            <a:off x="3946827" y="2632523"/>
            <a:ext cx="56496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964361" y="2364055"/>
            <a:ext cx="49530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Steal</a:t>
            </a:r>
          </a:p>
        </p:txBody>
      </p:sp>
      <p:cxnSp>
        <p:nvCxnSpPr>
          <p:cNvPr id="25" name="直接箭头连接符 24"/>
          <p:cNvCxnSpPr>
            <a:cxnSpLocks/>
            <a:endCxn id="27" idx="2"/>
          </p:cNvCxnSpPr>
          <p:nvPr/>
        </p:nvCxnSpPr>
        <p:spPr>
          <a:xfrm flipH="1" flipV="1">
            <a:off x="3749358" y="1915654"/>
            <a:ext cx="8572" cy="560846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cxnSpLocks/>
            <a:stCxn id="14" idx="3"/>
            <a:endCxn id="13" idx="0"/>
          </p:cNvCxnSpPr>
          <p:nvPr/>
        </p:nvCxnSpPr>
        <p:spPr>
          <a:xfrm>
            <a:off x="2468219" y="2103587"/>
            <a:ext cx="271819" cy="330936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 descr="密钥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480" y="1589899"/>
            <a:ext cx="325755" cy="325755"/>
          </a:xfrm>
          <a:prstGeom prst="rect">
            <a:avLst/>
          </a:prstGeom>
        </p:spPr>
      </p:pic>
      <p:cxnSp>
        <p:nvCxnSpPr>
          <p:cNvPr id="28" name="直接箭头连接符 27"/>
          <p:cNvCxnSpPr>
            <a:endCxn id="23" idx="0"/>
          </p:cNvCxnSpPr>
          <p:nvPr/>
        </p:nvCxnSpPr>
        <p:spPr>
          <a:xfrm>
            <a:off x="3909116" y="1957655"/>
            <a:ext cx="302895" cy="40640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206840" y="1355774"/>
            <a:ext cx="1146175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Encrypted Key</a:t>
            </a:r>
          </a:p>
        </p:txBody>
      </p:sp>
      <p:cxnSp>
        <p:nvCxnSpPr>
          <p:cNvPr id="30" name="直接箭头连接符 29"/>
          <p:cNvCxnSpPr>
            <a:cxnSpLocks/>
            <a:stCxn id="2" idx="3"/>
            <a:endCxn id="13" idx="1"/>
          </p:cNvCxnSpPr>
          <p:nvPr/>
        </p:nvCxnSpPr>
        <p:spPr>
          <a:xfrm>
            <a:off x="1965249" y="2632523"/>
            <a:ext cx="558789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" name="图片 30" descr="发送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6405" y="2434523"/>
            <a:ext cx="432000" cy="396000"/>
          </a:xfrm>
          <a:prstGeom prst="rect">
            <a:avLst/>
          </a:prstGeom>
        </p:spPr>
      </p:pic>
      <p:cxnSp>
        <p:nvCxnSpPr>
          <p:cNvPr id="33" name="直接箭头连接符 32"/>
          <p:cNvCxnSpPr>
            <a:cxnSpLocks/>
            <a:stCxn id="20" idx="3"/>
            <a:endCxn id="31" idx="1"/>
          </p:cNvCxnSpPr>
          <p:nvPr/>
        </p:nvCxnSpPr>
        <p:spPr>
          <a:xfrm>
            <a:off x="4943792" y="2632523"/>
            <a:ext cx="552613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507246" y="3268106"/>
            <a:ext cx="49530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Send</a:t>
            </a:r>
          </a:p>
        </p:txBody>
      </p:sp>
      <p:cxnSp>
        <p:nvCxnSpPr>
          <p:cNvPr id="37" name="肘形连接符 36"/>
          <p:cNvCxnSpPr>
            <a:cxnSpLocks/>
            <a:stCxn id="31" idx="2"/>
            <a:endCxn id="9" idx="2"/>
          </p:cNvCxnSpPr>
          <p:nvPr/>
        </p:nvCxnSpPr>
        <p:spPr>
          <a:xfrm rot="5400000">
            <a:off x="3614381" y="956829"/>
            <a:ext cx="224330" cy="3971719"/>
          </a:xfrm>
          <a:prstGeom prst="bentConnector3">
            <a:avLst>
              <a:gd name="adj1" fmla="val 20190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cxnSpLocks/>
            <a:stCxn id="20" idx="0"/>
            <a:endCxn id="42" idx="2"/>
          </p:cNvCxnSpPr>
          <p:nvPr/>
        </p:nvCxnSpPr>
        <p:spPr>
          <a:xfrm flipV="1">
            <a:off x="4727792" y="1950182"/>
            <a:ext cx="0" cy="484341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9" name="图片 38" descr="包裹_打包"/>
          <p:cNvPicPr>
            <a:picLocks noChangeAspect="1"/>
          </p:cNvPicPr>
          <p:nvPr/>
        </p:nvPicPr>
        <p:blipFill rotWithShape="1">
          <a:blip r:embed="rId9"/>
          <a:srcRect l="11226" t="15652" r="11224" b="13179"/>
          <a:stretch/>
        </p:blipFill>
        <p:spPr>
          <a:xfrm>
            <a:off x="5496405" y="1554183"/>
            <a:ext cx="432000" cy="39600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4854285" y="1466399"/>
            <a:ext cx="81661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dirty="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Packaging</a:t>
            </a:r>
          </a:p>
        </p:txBody>
      </p:sp>
      <p:cxnSp>
        <p:nvCxnSpPr>
          <p:cNvPr id="41" name="直接箭头连接符 40"/>
          <p:cNvCxnSpPr>
            <a:cxnSpLocks/>
            <a:stCxn id="42" idx="3"/>
            <a:endCxn id="39" idx="1"/>
          </p:cNvCxnSpPr>
          <p:nvPr/>
        </p:nvCxnSpPr>
        <p:spPr>
          <a:xfrm>
            <a:off x="4943792" y="1752182"/>
            <a:ext cx="552613" cy="1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2" name="图片 41" descr="加密文件"/>
          <p:cNvPicPr>
            <a:picLocks noChangeAspect="1"/>
          </p:cNvPicPr>
          <p:nvPr/>
        </p:nvPicPr>
        <p:blipFill rotWithShape="1">
          <a:blip r:embed="rId10"/>
          <a:srcRect l="7105" r="10802" b="151"/>
          <a:stretch/>
        </p:blipFill>
        <p:spPr>
          <a:xfrm>
            <a:off x="4511792" y="1554182"/>
            <a:ext cx="432000" cy="396000"/>
          </a:xfrm>
          <a:prstGeom prst="rect">
            <a:avLst/>
          </a:prstGeom>
        </p:spPr>
      </p:pic>
      <p:cxnSp>
        <p:nvCxnSpPr>
          <p:cNvPr id="43" name="直接箭头连接符 42"/>
          <p:cNvCxnSpPr>
            <a:cxnSpLocks/>
            <a:stCxn id="39" idx="2"/>
            <a:endCxn id="31" idx="0"/>
          </p:cNvCxnSpPr>
          <p:nvPr/>
        </p:nvCxnSpPr>
        <p:spPr>
          <a:xfrm>
            <a:off x="5712405" y="1950183"/>
            <a:ext cx="0" cy="48434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711577" y="2158502"/>
            <a:ext cx="631825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rebuchet MS" panose="020B070302020209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Encrypt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16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WPS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李火华</dc:creator>
  <cp:lastModifiedBy>Kaifeng Huang</cp:lastModifiedBy>
  <cp:revision>6</cp:revision>
  <dcterms:created xsi:type="dcterms:W3CDTF">2023-08-09T12:44:00Z</dcterms:created>
  <dcterms:modified xsi:type="dcterms:W3CDTF">2025-05-29T14:54:50Z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