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7" r:id="rId2"/>
  </p:sldIdLst>
  <p:sldSz cx="6480175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726"/>
  </p:normalViewPr>
  <p:slideViewPr>
    <p:cSldViewPr snapToGrid="0">
      <p:cViewPr varScale="1">
        <p:scale>
          <a:sx n="134" d="100"/>
          <a:sy n="134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0A27C-FE9B-654D-85A4-98F92A04DAB2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3863" y="1143000"/>
            <a:ext cx="3470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EC31D-4B10-7D49-BF54-2E2C371A60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58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942577"/>
            <a:ext cx="5508149" cy="2005142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3025045"/>
            <a:ext cx="4860131" cy="1390533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584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9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435864"/>
            <a:ext cx="5589151" cy="2395771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3854300"/>
            <a:ext cx="5589151" cy="1259879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155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533187"/>
            <a:ext cx="2754074" cy="36543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533187"/>
            <a:ext cx="2754074" cy="36543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4840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06639"/>
            <a:ext cx="5589151" cy="111322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411865"/>
            <a:ext cx="2741417" cy="691934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2103799"/>
            <a:ext cx="2741417" cy="30943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411865"/>
            <a:ext cx="2754918" cy="691934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2103799"/>
            <a:ext cx="2754918" cy="30943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422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643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49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83963"/>
            <a:ext cx="2090025" cy="1343872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829256"/>
            <a:ext cx="3280589" cy="4092942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727835"/>
            <a:ext cx="2090025" cy="3201028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648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83963"/>
            <a:ext cx="2090025" cy="1343872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829256"/>
            <a:ext cx="3280589" cy="4092942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727835"/>
            <a:ext cx="2090025" cy="3201028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600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395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306637"/>
            <a:ext cx="1397288" cy="488086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306637"/>
            <a:ext cx="4110861" cy="488086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977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306639"/>
            <a:ext cx="5589151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533187"/>
            <a:ext cx="5589151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5338158"/>
            <a:ext cx="145803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5338158"/>
            <a:ext cx="218705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5338158"/>
            <a:ext cx="145803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296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3B7C88-E075-14A1-012A-DAE62EFAF891}"/>
              </a:ext>
            </a:extLst>
          </p:cNvPr>
          <p:cNvSpPr txBox="1"/>
          <p:nvPr/>
        </p:nvSpPr>
        <p:spPr>
          <a:xfrm>
            <a:off x="192087" y="348984"/>
            <a:ext cx="6096000" cy="521155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urllib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urllib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512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APPKEY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" altLang="zh-CN" sz="1512" dirty="0" err="1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xxx_api_key_xxx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512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API_URL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'http://</a:t>
            </a:r>
            <a:r>
              <a:rPr lang="en" altLang="zh-CN" sz="1512" dirty="0" err="1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api.somesite.com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/function'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get_idiom_info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512" dirty="0">
                <a:solidFill>
                  <a:srgbClr val="E362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words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{}</a:t>
            </a:r>
          </a:p>
          <a:p>
            <a:pPr lvl="1"/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data[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" altLang="zh-CN" sz="1512" dirty="0" err="1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appkey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APPKEY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data[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'chengyu'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E3620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words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url_values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urllib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urlencode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pPr lvl="1"/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API_URL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'/detail?'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url_values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 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urllib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urlopen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jsonarr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512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loads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result.read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lvl="1"/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 </a:t>
            </a:r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jsonarr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'result'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res:</a:t>
            </a:r>
          </a:p>
          <a:p>
            <a:pPr lvl="2"/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3"/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zh-CN" altLang="en-US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名称</a:t>
            </a:r>
            <a:r>
              <a:rPr lang="en-US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res[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'name’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</a:p>
          <a:p>
            <a:pPr lvl="3"/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zh-CN" altLang="en-US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解释</a:t>
            </a:r>
            <a:r>
              <a:rPr lang="en-US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res[</a:t>
            </a:r>
            <a:r>
              <a:rPr lang="en" altLang="zh-CN" sz="1512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'content’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pPr lvl="3"/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lvl="3"/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" altLang="zh-CN" sz="1512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</a:t>
            </a:r>
            <a:r>
              <a:rPr lang="en" altLang="zh-CN" sz="1512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512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" altLang="zh-CN" sz="1512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6555E9-EFB8-19CE-1CFA-B63D6554B008}"/>
              </a:ext>
            </a:extLst>
          </p:cNvPr>
          <p:cNvSpPr txBox="1"/>
          <p:nvPr/>
        </p:nvSpPr>
        <p:spPr>
          <a:xfrm>
            <a:off x="163512" y="0"/>
            <a:ext cx="3430001" cy="354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7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idiomxy-0.0.2/</a:t>
            </a:r>
            <a:r>
              <a:rPr lang="en" altLang="zh-CN" sz="170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idiomxy</a:t>
            </a:r>
            <a:r>
              <a:rPr lang="en" altLang="zh-CN" sz="17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" altLang="zh-CN" sz="170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idiomxy.py</a:t>
            </a:r>
            <a:endParaRPr lang="zh-CN" altLang="en-US" sz="17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EF8832E-A3C7-969A-75AB-9B92CC1CFC9E}"/>
              </a:ext>
            </a:extLst>
          </p:cNvPr>
          <p:cNvSpPr/>
          <p:nvPr/>
        </p:nvSpPr>
        <p:spPr>
          <a:xfrm>
            <a:off x="692979" y="2467021"/>
            <a:ext cx="4788909" cy="114245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</p:spTree>
    <p:extLst>
      <p:ext uri="{BB962C8B-B14F-4D97-AF65-F5344CB8AC3E}">
        <p14:creationId xmlns:p14="http://schemas.microsoft.com/office/powerpoint/2010/main" val="207565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141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Courier New</vt:lpstr>
      <vt:lpstr>Times New Roman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峻安 张</dc:creator>
  <cp:lastModifiedBy>Kaifeng Huang</cp:lastModifiedBy>
  <cp:revision>21</cp:revision>
  <cp:lastPrinted>2023-04-10T03:38:56Z</cp:lastPrinted>
  <dcterms:created xsi:type="dcterms:W3CDTF">2023-04-10T02:45:49Z</dcterms:created>
  <dcterms:modified xsi:type="dcterms:W3CDTF">2023-04-23T13:10:03Z</dcterms:modified>
</cp:coreProperties>
</file>