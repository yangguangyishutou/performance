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6"/>
  </p:notesMasterIdLst>
  <p:sldIdLst>
    <p:sldId id="257" r:id="rId2"/>
    <p:sldId id="261" r:id="rId3"/>
    <p:sldId id="260" r:id="rId4"/>
    <p:sldId id="259" r:id="rId5"/>
  </p:sldIdLst>
  <p:sldSz cx="3600450" cy="2160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6"/>
    <p:restoredTop sz="92517"/>
  </p:normalViewPr>
  <p:slideViewPr>
    <p:cSldViewPr snapToGrid="0">
      <p:cViewPr varScale="1">
        <p:scale>
          <a:sx n="363" d="100"/>
          <a:sy n="363" d="100"/>
        </p:scale>
        <p:origin x="176"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389EE-09B4-D64A-B761-82A868F58422}" type="datetimeFigureOut">
              <a:rPr lang="en-CN" smtClean="0"/>
              <a:t>2023/9/25</a:t>
            </a:fld>
            <a:endParaRPr lang="en-CN"/>
          </a:p>
        </p:txBody>
      </p:sp>
      <p:sp>
        <p:nvSpPr>
          <p:cNvPr id="4" name="Slide Image Placeholder 3"/>
          <p:cNvSpPr>
            <a:spLocks noGrp="1" noRot="1" noChangeAspect="1"/>
          </p:cNvSpPr>
          <p:nvPr>
            <p:ph type="sldImg" idx="2"/>
          </p:nvPr>
        </p:nvSpPr>
        <p:spPr>
          <a:xfrm>
            <a:off x="858838" y="1143000"/>
            <a:ext cx="5140325"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333A4A-66C8-644A-8C71-2985AFEA2F2B}" type="slidenum">
              <a:rPr lang="en-CN" smtClean="0"/>
              <a:t>‹#›</a:t>
            </a:fld>
            <a:endParaRPr lang="en-CN"/>
          </a:p>
        </p:txBody>
      </p:sp>
    </p:spTree>
    <p:extLst>
      <p:ext uri="{BB962C8B-B14F-4D97-AF65-F5344CB8AC3E}">
        <p14:creationId xmlns:p14="http://schemas.microsoft.com/office/powerpoint/2010/main" val="841334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8838" y="1143000"/>
            <a:ext cx="5140325" cy="30861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7A333A4A-66C8-644A-8C71-2985AFEA2F2B}" type="slidenum">
              <a:rPr lang="en-CN" smtClean="0"/>
              <a:t>1</a:t>
            </a:fld>
            <a:endParaRPr lang="en-CN"/>
          </a:p>
        </p:txBody>
      </p:sp>
    </p:spTree>
    <p:extLst>
      <p:ext uri="{BB962C8B-B14F-4D97-AF65-F5344CB8AC3E}">
        <p14:creationId xmlns:p14="http://schemas.microsoft.com/office/powerpoint/2010/main" val="2887737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8838" y="1143000"/>
            <a:ext cx="5140325" cy="30861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7A333A4A-66C8-644A-8C71-2985AFEA2F2B}" type="slidenum">
              <a:rPr lang="en-CN" smtClean="0"/>
              <a:t>2</a:t>
            </a:fld>
            <a:endParaRPr lang="en-CN"/>
          </a:p>
        </p:txBody>
      </p:sp>
    </p:spTree>
    <p:extLst>
      <p:ext uri="{BB962C8B-B14F-4D97-AF65-F5344CB8AC3E}">
        <p14:creationId xmlns:p14="http://schemas.microsoft.com/office/powerpoint/2010/main" val="3832205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8838" y="1143000"/>
            <a:ext cx="5140325" cy="30861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7A333A4A-66C8-644A-8C71-2985AFEA2F2B}" type="slidenum">
              <a:rPr lang="en-CN" smtClean="0"/>
              <a:t>3</a:t>
            </a:fld>
            <a:endParaRPr lang="en-CN"/>
          </a:p>
        </p:txBody>
      </p:sp>
    </p:spTree>
    <p:extLst>
      <p:ext uri="{BB962C8B-B14F-4D97-AF65-F5344CB8AC3E}">
        <p14:creationId xmlns:p14="http://schemas.microsoft.com/office/powerpoint/2010/main" val="3638003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8838" y="1143000"/>
            <a:ext cx="5140325" cy="30861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7A333A4A-66C8-644A-8C71-2985AFEA2F2B}" type="slidenum">
              <a:rPr lang="en-CN" smtClean="0"/>
              <a:t>4</a:t>
            </a:fld>
            <a:endParaRPr lang="en-CN"/>
          </a:p>
        </p:txBody>
      </p:sp>
    </p:spTree>
    <p:extLst>
      <p:ext uri="{BB962C8B-B14F-4D97-AF65-F5344CB8AC3E}">
        <p14:creationId xmlns:p14="http://schemas.microsoft.com/office/powerpoint/2010/main" val="2563635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0056" y="353596"/>
            <a:ext cx="2700338" cy="752205"/>
          </a:xfrm>
        </p:spPr>
        <p:txBody>
          <a:bodyPr anchor="b"/>
          <a:lstStyle>
            <a:lvl1pPr algn="ctr">
              <a:defRPr sz="1772"/>
            </a:lvl1pPr>
          </a:lstStyle>
          <a:p>
            <a:r>
              <a:rPr lang="en-US"/>
              <a:t>Click to edit Master title style</a:t>
            </a:r>
            <a:endParaRPr lang="en-US" dirty="0"/>
          </a:p>
        </p:txBody>
      </p:sp>
      <p:sp>
        <p:nvSpPr>
          <p:cNvPr id="3" name="Subtitle 2"/>
          <p:cNvSpPr>
            <a:spLocks noGrp="1"/>
          </p:cNvSpPr>
          <p:nvPr>
            <p:ph type="subTitle" idx="1"/>
          </p:nvPr>
        </p:nvSpPr>
        <p:spPr>
          <a:xfrm>
            <a:off x="450056" y="1134809"/>
            <a:ext cx="2700338" cy="521642"/>
          </a:xfrm>
        </p:spPr>
        <p:txBody>
          <a:bodyPr/>
          <a:lstStyle>
            <a:lvl1pPr marL="0" indent="0" algn="ctr">
              <a:buNone/>
              <a:defRPr sz="709"/>
            </a:lvl1pPr>
            <a:lvl2pPr marL="135011" indent="0" algn="ctr">
              <a:buNone/>
              <a:defRPr sz="591"/>
            </a:lvl2pPr>
            <a:lvl3pPr marL="270022" indent="0" algn="ctr">
              <a:buNone/>
              <a:defRPr sz="532"/>
            </a:lvl3pPr>
            <a:lvl4pPr marL="405033" indent="0" algn="ctr">
              <a:buNone/>
              <a:defRPr sz="472"/>
            </a:lvl4pPr>
            <a:lvl5pPr marL="540045" indent="0" algn="ctr">
              <a:buNone/>
              <a:defRPr sz="472"/>
            </a:lvl5pPr>
            <a:lvl6pPr marL="675056" indent="0" algn="ctr">
              <a:buNone/>
              <a:defRPr sz="472"/>
            </a:lvl6pPr>
            <a:lvl7pPr marL="810067" indent="0" algn="ctr">
              <a:buNone/>
              <a:defRPr sz="472"/>
            </a:lvl7pPr>
            <a:lvl8pPr marL="945078" indent="0" algn="ctr">
              <a:buNone/>
              <a:defRPr sz="472"/>
            </a:lvl8pPr>
            <a:lvl9pPr marL="1080089" indent="0" algn="ctr">
              <a:buNone/>
              <a:defRPr sz="47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3808170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31130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56" y="538647"/>
            <a:ext cx="3105388" cy="898744"/>
          </a:xfrm>
        </p:spPr>
        <p:txBody>
          <a:bodyPr anchor="b"/>
          <a:lstStyle>
            <a:lvl1pPr>
              <a:defRPr sz="1772"/>
            </a:lvl1pPr>
          </a:lstStyle>
          <a:p>
            <a:r>
              <a:rPr lang="en-US"/>
              <a:t>Click to edit Master title style</a:t>
            </a:r>
            <a:endParaRPr lang="en-US" dirty="0"/>
          </a:p>
        </p:txBody>
      </p:sp>
      <p:sp>
        <p:nvSpPr>
          <p:cNvPr id="3" name="Text Placeholder 2"/>
          <p:cNvSpPr>
            <a:spLocks noGrp="1"/>
          </p:cNvSpPr>
          <p:nvPr>
            <p:ph type="body" idx="1"/>
          </p:nvPr>
        </p:nvSpPr>
        <p:spPr>
          <a:xfrm>
            <a:off x="245656" y="1445894"/>
            <a:ext cx="3105388" cy="472628"/>
          </a:xfrm>
        </p:spPr>
        <p:txBody>
          <a:bodyPr/>
          <a:lstStyle>
            <a:lvl1pPr marL="0" indent="0">
              <a:buNone/>
              <a:defRPr sz="709">
                <a:solidFill>
                  <a:schemeClr val="tx1">
                    <a:tint val="75000"/>
                  </a:schemeClr>
                </a:solidFill>
              </a:defRPr>
            </a:lvl1pPr>
            <a:lvl2pPr marL="135011" indent="0">
              <a:buNone/>
              <a:defRPr sz="591">
                <a:solidFill>
                  <a:schemeClr val="tx1">
                    <a:tint val="75000"/>
                  </a:schemeClr>
                </a:solidFill>
              </a:defRPr>
            </a:lvl2pPr>
            <a:lvl3pPr marL="270022" indent="0">
              <a:buNone/>
              <a:defRPr sz="532">
                <a:solidFill>
                  <a:schemeClr val="tx1">
                    <a:tint val="75000"/>
                  </a:schemeClr>
                </a:solidFill>
              </a:defRPr>
            </a:lvl3pPr>
            <a:lvl4pPr marL="405033" indent="0">
              <a:buNone/>
              <a:defRPr sz="472">
                <a:solidFill>
                  <a:schemeClr val="tx1">
                    <a:tint val="75000"/>
                  </a:schemeClr>
                </a:solidFill>
              </a:defRPr>
            </a:lvl4pPr>
            <a:lvl5pPr marL="540045" indent="0">
              <a:buNone/>
              <a:defRPr sz="472">
                <a:solidFill>
                  <a:schemeClr val="tx1">
                    <a:tint val="75000"/>
                  </a:schemeClr>
                </a:solidFill>
              </a:defRPr>
            </a:lvl5pPr>
            <a:lvl6pPr marL="675056" indent="0">
              <a:buNone/>
              <a:defRPr sz="472">
                <a:solidFill>
                  <a:schemeClr val="tx1">
                    <a:tint val="75000"/>
                  </a:schemeClr>
                </a:solidFill>
              </a:defRPr>
            </a:lvl6pPr>
            <a:lvl7pPr marL="810067" indent="0">
              <a:buNone/>
              <a:defRPr sz="472">
                <a:solidFill>
                  <a:schemeClr val="tx1">
                    <a:tint val="75000"/>
                  </a:schemeClr>
                </a:solidFill>
              </a:defRPr>
            </a:lvl7pPr>
            <a:lvl8pPr marL="945078" indent="0">
              <a:buNone/>
              <a:defRPr sz="472">
                <a:solidFill>
                  <a:schemeClr val="tx1">
                    <a:tint val="75000"/>
                  </a:schemeClr>
                </a:solidFill>
              </a:defRPr>
            </a:lvl8pPr>
            <a:lvl9pPr marL="1080089" indent="0">
              <a:buNone/>
              <a:defRPr sz="47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1578405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7531" y="575157"/>
            <a:ext cx="1530191" cy="1370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22728" y="575157"/>
            <a:ext cx="1530191" cy="1370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715371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000" y="115031"/>
            <a:ext cx="3105388" cy="41761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48000" y="529645"/>
            <a:ext cx="1523159" cy="259570"/>
          </a:xfrm>
        </p:spPr>
        <p:txBody>
          <a:bodyPr anchor="b"/>
          <a:lstStyle>
            <a:lvl1pPr marL="0" indent="0">
              <a:buNone/>
              <a:defRPr sz="709" b="1"/>
            </a:lvl1pPr>
            <a:lvl2pPr marL="135011" indent="0">
              <a:buNone/>
              <a:defRPr sz="591" b="1"/>
            </a:lvl2pPr>
            <a:lvl3pPr marL="270022" indent="0">
              <a:buNone/>
              <a:defRPr sz="532" b="1"/>
            </a:lvl3pPr>
            <a:lvl4pPr marL="405033" indent="0">
              <a:buNone/>
              <a:defRPr sz="472" b="1"/>
            </a:lvl4pPr>
            <a:lvl5pPr marL="540045" indent="0">
              <a:buNone/>
              <a:defRPr sz="472" b="1"/>
            </a:lvl5pPr>
            <a:lvl6pPr marL="675056" indent="0">
              <a:buNone/>
              <a:defRPr sz="472" b="1"/>
            </a:lvl6pPr>
            <a:lvl7pPr marL="810067" indent="0">
              <a:buNone/>
              <a:defRPr sz="472" b="1"/>
            </a:lvl7pPr>
            <a:lvl8pPr marL="945078" indent="0">
              <a:buNone/>
              <a:defRPr sz="472" b="1"/>
            </a:lvl8pPr>
            <a:lvl9pPr marL="1080089" indent="0">
              <a:buNone/>
              <a:defRPr sz="472" b="1"/>
            </a:lvl9pPr>
          </a:lstStyle>
          <a:p>
            <a:pPr lvl="0"/>
            <a:r>
              <a:rPr lang="en-US"/>
              <a:t>Click to edit Master text styles</a:t>
            </a:r>
          </a:p>
        </p:txBody>
      </p:sp>
      <p:sp>
        <p:nvSpPr>
          <p:cNvPr id="4" name="Content Placeholder 3"/>
          <p:cNvSpPr>
            <a:spLocks noGrp="1"/>
          </p:cNvSpPr>
          <p:nvPr>
            <p:ph sz="half" idx="2"/>
          </p:nvPr>
        </p:nvSpPr>
        <p:spPr>
          <a:xfrm>
            <a:off x="248000" y="789215"/>
            <a:ext cx="1523159" cy="1160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22728" y="529645"/>
            <a:ext cx="1530660" cy="259570"/>
          </a:xfrm>
        </p:spPr>
        <p:txBody>
          <a:bodyPr anchor="b"/>
          <a:lstStyle>
            <a:lvl1pPr marL="0" indent="0">
              <a:buNone/>
              <a:defRPr sz="709" b="1"/>
            </a:lvl1pPr>
            <a:lvl2pPr marL="135011" indent="0">
              <a:buNone/>
              <a:defRPr sz="591" b="1"/>
            </a:lvl2pPr>
            <a:lvl3pPr marL="270022" indent="0">
              <a:buNone/>
              <a:defRPr sz="532" b="1"/>
            </a:lvl3pPr>
            <a:lvl4pPr marL="405033" indent="0">
              <a:buNone/>
              <a:defRPr sz="472" b="1"/>
            </a:lvl4pPr>
            <a:lvl5pPr marL="540045" indent="0">
              <a:buNone/>
              <a:defRPr sz="472" b="1"/>
            </a:lvl5pPr>
            <a:lvl6pPr marL="675056" indent="0">
              <a:buNone/>
              <a:defRPr sz="472" b="1"/>
            </a:lvl6pPr>
            <a:lvl7pPr marL="810067" indent="0">
              <a:buNone/>
              <a:defRPr sz="472" b="1"/>
            </a:lvl7pPr>
            <a:lvl8pPr marL="945078" indent="0">
              <a:buNone/>
              <a:defRPr sz="472" b="1"/>
            </a:lvl8pPr>
            <a:lvl9pPr marL="1080089" indent="0">
              <a:buNone/>
              <a:defRPr sz="472" b="1"/>
            </a:lvl9pPr>
          </a:lstStyle>
          <a:p>
            <a:pPr lvl="0"/>
            <a:r>
              <a:rPr lang="en-US"/>
              <a:t>Click to edit Master text styles</a:t>
            </a:r>
          </a:p>
        </p:txBody>
      </p:sp>
      <p:sp>
        <p:nvSpPr>
          <p:cNvPr id="6" name="Content Placeholder 5"/>
          <p:cNvSpPr>
            <a:spLocks noGrp="1"/>
          </p:cNvSpPr>
          <p:nvPr>
            <p:ph sz="quarter" idx="4"/>
          </p:nvPr>
        </p:nvSpPr>
        <p:spPr>
          <a:xfrm>
            <a:off x="1822728" y="789215"/>
            <a:ext cx="1530660" cy="1160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1744870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3798037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4223193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00" y="144039"/>
            <a:ext cx="1161239" cy="504137"/>
          </a:xfrm>
        </p:spPr>
        <p:txBody>
          <a:bodyPr anchor="b"/>
          <a:lstStyle>
            <a:lvl1pPr>
              <a:defRPr sz="945"/>
            </a:lvl1pPr>
          </a:lstStyle>
          <a:p>
            <a:r>
              <a:rPr lang="en-US"/>
              <a:t>Click to edit Master title style</a:t>
            </a:r>
            <a:endParaRPr lang="en-US" dirty="0"/>
          </a:p>
        </p:txBody>
      </p:sp>
      <p:sp>
        <p:nvSpPr>
          <p:cNvPr id="3" name="Content Placeholder 2"/>
          <p:cNvSpPr>
            <a:spLocks noGrp="1"/>
          </p:cNvSpPr>
          <p:nvPr>
            <p:ph idx="1"/>
          </p:nvPr>
        </p:nvSpPr>
        <p:spPr>
          <a:xfrm>
            <a:off x="1530660" y="311085"/>
            <a:ext cx="1822728" cy="1535418"/>
          </a:xfrm>
        </p:spPr>
        <p:txBody>
          <a:bodyPr/>
          <a:lstStyle>
            <a:lvl1pPr>
              <a:defRPr sz="945"/>
            </a:lvl1pPr>
            <a:lvl2pPr>
              <a:defRPr sz="827"/>
            </a:lvl2pPr>
            <a:lvl3pPr>
              <a:defRPr sz="709"/>
            </a:lvl3pPr>
            <a:lvl4pPr>
              <a:defRPr sz="591"/>
            </a:lvl4pPr>
            <a:lvl5pPr>
              <a:defRPr sz="591"/>
            </a:lvl5pPr>
            <a:lvl6pPr>
              <a:defRPr sz="591"/>
            </a:lvl6pPr>
            <a:lvl7pPr>
              <a:defRPr sz="591"/>
            </a:lvl7pPr>
            <a:lvl8pPr>
              <a:defRPr sz="591"/>
            </a:lvl8pPr>
            <a:lvl9pPr>
              <a:defRPr sz="5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48000" y="648176"/>
            <a:ext cx="1161239" cy="1200827"/>
          </a:xfrm>
        </p:spPr>
        <p:txBody>
          <a:bodyPr/>
          <a:lstStyle>
            <a:lvl1pPr marL="0" indent="0">
              <a:buNone/>
              <a:defRPr sz="472"/>
            </a:lvl1pPr>
            <a:lvl2pPr marL="135011" indent="0">
              <a:buNone/>
              <a:defRPr sz="413"/>
            </a:lvl2pPr>
            <a:lvl3pPr marL="270022" indent="0">
              <a:buNone/>
              <a:defRPr sz="354"/>
            </a:lvl3pPr>
            <a:lvl4pPr marL="405033" indent="0">
              <a:buNone/>
              <a:defRPr sz="295"/>
            </a:lvl4pPr>
            <a:lvl5pPr marL="540045" indent="0">
              <a:buNone/>
              <a:defRPr sz="295"/>
            </a:lvl5pPr>
            <a:lvl6pPr marL="675056" indent="0">
              <a:buNone/>
              <a:defRPr sz="295"/>
            </a:lvl6pPr>
            <a:lvl7pPr marL="810067" indent="0">
              <a:buNone/>
              <a:defRPr sz="295"/>
            </a:lvl7pPr>
            <a:lvl8pPr marL="945078" indent="0">
              <a:buNone/>
              <a:defRPr sz="295"/>
            </a:lvl8pPr>
            <a:lvl9pPr marL="1080089" indent="0">
              <a:buNone/>
              <a:defRPr sz="295"/>
            </a:lvl9pPr>
          </a:lstStyle>
          <a:p>
            <a:pPr lvl="0"/>
            <a:r>
              <a:rPr lang="en-US"/>
              <a:t>Click to edit Master text styles</a:t>
            </a:r>
          </a:p>
        </p:txBody>
      </p:sp>
      <p:sp>
        <p:nvSpPr>
          <p:cNvPr id="5" name="Date Placeholder 4"/>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28077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00" y="144039"/>
            <a:ext cx="1161239" cy="504137"/>
          </a:xfrm>
        </p:spPr>
        <p:txBody>
          <a:bodyPr anchor="b"/>
          <a:lstStyle>
            <a:lvl1pPr>
              <a:defRPr sz="945"/>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0660" y="311085"/>
            <a:ext cx="1822728" cy="1535418"/>
          </a:xfrm>
        </p:spPr>
        <p:txBody>
          <a:bodyPr anchor="t"/>
          <a:lstStyle>
            <a:lvl1pPr marL="0" indent="0">
              <a:buNone/>
              <a:defRPr sz="945"/>
            </a:lvl1pPr>
            <a:lvl2pPr marL="135011" indent="0">
              <a:buNone/>
              <a:defRPr sz="827"/>
            </a:lvl2pPr>
            <a:lvl3pPr marL="270022" indent="0">
              <a:buNone/>
              <a:defRPr sz="709"/>
            </a:lvl3pPr>
            <a:lvl4pPr marL="405033" indent="0">
              <a:buNone/>
              <a:defRPr sz="591"/>
            </a:lvl4pPr>
            <a:lvl5pPr marL="540045" indent="0">
              <a:buNone/>
              <a:defRPr sz="591"/>
            </a:lvl5pPr>
            <a:lvl6pPr marL="675056" indent="0">
              <a:buNone/>
              <a:defRPr sz="591"/>
            </a:lvl6pPr>
            <a:lvl7pPr marL="810067" indent="0">
              <a:buNone/>
              <a:defRPr sz="591"/>
            </a:lvl7pPr>
            <a:lvl8pPr marL="945078" indent="0">
              <a:buNone/>
              <a:defRPr sz="591"/>
            </a:lvl8pPr>
            <a:lvl9pPr marL="1080089" indent="0">
              <a:buNone/>
              <a:defRPr sz="591"/>
            </a:lvl9pPr>
          </a:lstStyle>
          <a:p>
            <a:r>
              <a:rPr lang="en-US"/>
              <a:t>Click icon to add picture</a:t>
            </a:r>
            <a:endParaRPr lang="en-US" dirty="0"/>
          </a:p>
        </p:txBody>
      </p:sp>
      <p:sp>
        <p:nvSpPr>
          <p:cNvPr id="4" name="Text Placeholder 3"/>
          <p:cNvSpPr>
            <a:spLocks noGrp="1"/>
          </p:cNvSpPr>
          <p:nvPr>
            <p:ph type="body" sz="half" idx="2"/>
          </p:nvPr>
        </p:nvSpPr>
        <p:spPr>
          <a:xfrm>
            <a:off x="248000" y="648176"/>
            <a:ext cx="1161239" cy="1200827"/>
          </a:xfrm>
        </p:spPr>
        <p:txBody>
          <a:bodyPr/>
          <a:lstStyle>
            <a:lvl1pPr marL="0" indent="0">
              <a:buNone/>
              <a:defRPr sz="472"/>
            </a:lvl1pPr>
            <a:lvl2pPr marL="135011" indent="0">
              <a:buNone/>
              <a:defRPr sz="413"/>
            </a:lvl2pPr>
            <a:lvl3pPr marL="270022" indent="0">
              <a:buNone/>
              <a:defRPr sz="354"/>
            </a:lvl3pPr>
            <a:lvl4pPr marL="405033" indent="0">
              <a:buNone/>
              <a:defRPr sz="295"/>
            </a:lvl4pPr>
            <a:lvl5pPr marL="540045" indent="0">
              <a:buNone/>
              <a:defRPr sz="295"/>
            </a:lvl5pPr>
            <a:lvl6pPr marL="675056" indent="0">
              <a:buNone/>
              <a:defRPr sz="295"/>
            </a:lvl6pPr>
            <a:lvl7pPr marL="810067" indent="0">
              <a:buNone/>
              <a:defRPr sz="295"/>
            </a:lvl7pPr>
            <a:lvl8pPr marL="945078" indent="0">
              <a:buNone/>
              <a:defRPr sz="295"/>
            </a:lvl8pPr>
            <a:lvl9pPr marL="1080089" indent="0">
              <a:buNone/>
              <a:defRPr sz="295"/>
            </a:lvl9pPr>
          </a:lstStyle>
          <a:p>
            <a:pPr lvl="0"/>
            <a:r>
              <a:rPr lang="en-US"/>
              <a:t>Click to edit Master text styles</a:t>
            </a:r>
          </a:p>
        </p:txBody>
      </p:sp>
      <p:sp>
        <p:nvSpPr>
          <p:cNvPr id="5" name="Date Placeholder 4"/>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2605210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1930276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572" y="115032"/>
            <a:ext cx="776347" cy="18309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7531" y="115032"/>
            <a:ext cx="2284035" cy="18309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B3A031-91A7-0B45-9891-9C048F36A46A}" type="datetimeFigureOut">
              <a:rPr kumimoji="1" lang="zh-CN" altLang="en-US" smtClean="0"/>
              <a:t>2023/9/25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2980370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531" y="115031"/>
            <a:ext cx="3105388" cy="41761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7531" y="575157"/>
            <a:ext cx="3105388" cy="13708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7531" y="2002545"/>
            <a:ext cx="810101" cy="115031"/>
          </a:xfrm>
          <a:prstGeom prst="rect">
            <a:avLst/>
          </a:prstGeom>
        </p:spPr>
        <p:txBody>
          <a:bodyPr vert="horz" lIns="91440" tIns="45720" rIns="91440" bIns="45720" rtlCol="0" anchor="ctr"/>
          <a:lstStyle>
            <a:lvl1pPr algn="l">
              <a:defRPr sz="354">
                <a:solidFill>
                  <a:schemeClr val="tx1">
                    <a:tint val="75000"/>
                  </a:schemeClr>
                </a:solidFill>
              </a:defRPr>
            </a:lvl1pPr>
          </a:lstStyle>
          <a:p>
            <a:fld id="{17B3A031-91A7-0B45-9891-9C048F36A46A}" type="datetimeFigureOut">
              <a:rPr kumimoji="1" lang="zh-CN" altLang="en-US" smtClean="0"/>
              <a:t>2023/9/25</a:t>
            </a:fld>
            <a:endParaRPr kumimoji="1" lang="zh-CN" altLang="en-US"/>
          </a:p>
        </p:txBody>
      </p:sp>
      <p:sp>
        <p:nvSpPr>
          <p:cNvPr id="5" name="Footer Placeholder 4"/>
          <p:cNvSpPr>
            <a:spLocks noGrp="1"/>
          </p:cNvSpPr>
          <p:nvPr>
            <p:ph type="ftr" sz="quarter" idx="3"/>
          </p:nvPr>
        </p:nvSpPr>
        <p:spPr>
          <a:xfrm>
            <a:off x="1192649" y="2002545"/>
            <a:ext cx="1215152" cy="115031"/>
          </a:xfrm>
          <a:prstGeom prst="rect">
            <a:avLst/>
          </a:prstGeom>
        </p:spPr>
        <p:txBody>
          <a:bodyPr vert="horz" lIns="91440" tIns="45720" rIns="91440" bIns="45720" rtlCol="0" anchor="ctr"/>
          <a:lstStyle>
            <a:lvl1pPr algn="ctr">
              <a:defRPr sz="354">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2542818" y="2002545"/>
            <a:ext cx="810101" cy="115031"/>
          </a:xfrm>
          <a:prstGeom prst="rect">
            <a:avLst/>
          </a:prstGeom>
        </p:spPr>
        <p:txBody>
          <a:bodyPr vert="horz" lIns="91440" tIns="45720" rIns="91440" bIns="45720" rtlCol="0" anchor="ctr"/>
          <a:lstStyle>
            <a:lvl1pPr algn="r">
              <a:defRPr sz="354">
                <a:solidFill>
                  <a:schemeClr val="tx1">
                    <a:tint val="75000"/>
                  </a:schemeClr>
                </a:solidFill>
              </a:defRPr>
            </a:lvl1pPr>
          </a:lstStyle>
          <a:p>
            <a:fld id="{06303932-18F5-2C49-80B0-70E87C3B2D04}" type="slidenum">
              <a:rPr kumimoji="1" lang="zh-CN" altLang="en-US" smtClean="0"/>
              <a:t>‹#›</a:t>
            </a:fld>
            <a:endParaRPr kumimoji="1" lang="zh-CN" altLang="en-US"/>
          </a:p>
        </p:txBody>
      </p:sp>
    </p:spTree>
    <p:extLst>
      <p:ext uri="{BB962C8B-B14F-4D97-AF65-F5344CB8AC3E}">
        <p14:creationId xmlns:p14="http://schemas.microsoft.com/office/powerpoint/2010/main" val="41540684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270022" rtl="0" eaLnBrk="1" latinLnBrk="0" hangingPunct="1">
        <a:lnSpc>
          <a:spcPct val="90000"/>
        </a:lnSpc>
        <a:spcBef>
          <a:spcPct val="0"/>
        </a:spcBef>
        <a:buNone/>
        <a:defRPr sz="1299" kern="1200">
          <a:solidFill>
            <a:schemeClr val="tx1"/>
          </a:solidFill>
          <a:latin typeface="+mj-lt"/>
          <a:ea typeface="+mj-ea"/>
          <a:cs typeface="+mj-cs"/>
        </a:defRPr>
      </a:lvl1pPr>
    </p:titleStyle>
    <p:bodyStyle>
      <a:lvl1pPr marL="67506" indent="-67506" algn="l" defTabSz="270022" rtl="0" eaLnBrk="1" latinLnBrk="0" hangingPunct="1">
        <a:lnSpc>
          <a:spcPct val="90000"/>
        </a:lnSpc>
        <a:spcBef>
          <a:spcPts val="295"/>
        </a:spcBef>
        <a:buFont typeface="Arial" panose="020B0604020202020204" pitchFamily="34" charset="0"/>
        <a:buChar char="•"/>
        <a:defRPr sz="827" kern="1200">
          <a:solidFill>
            <a:schemeClr val="tx1"/>
          </a:solidFill>
          <a:latin typeface="+mn-lt"/>
          <a:ea typeface="+mn-ea"/>
          <a:cs typeface="+mn-cs"/>
        </a:defRPr>
      </a:lvl1pPr>
      <a:lvl2pPr marL="202517" indent="-67506" algn="l" defTabSz="270022" rtl="0" eaLnBrk="1" latinLnBrk="0" hangingPunct="1">
        <a:lnSpc>
          <a:spcPct val="90000"/>
        </a:lnSpc>
        <a:spcBef>
          <a:spcPts val="148"/>
        </a:spcBef>
        <a:buFont typeface="Arial" panose="020B0604020202020204" pitchFamily="34" charset="0"/>
        <a:buChar char="•"/>
        <a:defRPr sz="709" kern="1200">
          <a:solidFill>
            <a:schemeClr val="tx1"/>
          </a:solidFill>
          <a:latin typeface="+mn-lt"/>
          <a:ea typeface="+mn-ea"/>
          <a:cs typeface="+mn-cs"/>
        </a:defRPr>
      </a:lvl2pPr>
      <a:lvl3pPr marL="337528" indent="-67506" algn="l" defTabSz="270022" rtl="0" eaLnBrk="1" latinLnBrk="0" hangingPunct="1">
        <a:lnSpc>
          <a:spcPct val="90000"/>
        </a:lnSpc>
        <a:spcBef>
          <a:spcPts val="148"/>
        </a:spcBef>
        <a:buFont typeface="Arial" panose="020B0604020202020204" pitchFamily="34" charset="0"/>
        <a:buChar char="•"/>
        <a:defRPr sz="591" kern="1200">
          <a:solidFill>
            <a:schemeClr val="tx1"/>
          </a:solidFill>
          <a:latin typeface="+mn-lt"/>
          <a:ea typeface="+mn-ea"/>
          <a:cs typeface="+mn-cs"/>
        </a:defRPr>
      </a:lvl3pPr>
      <a:lvl4pPr marL="472539" indent="-67506" algn="l" defTabSz="270022" rtl="0" eaLnBrk="1" latinLnBrk="0" hangingPunct="1">
        <a:lnSpc>
          <a:spcPct val="90000"/>
        </a:lnSpc>
        <a:spcBef>
          <a:spcPts val="148"/>
        </a:spcBef>
        <a:buFont typeface="Arial" panose="020B0604020202020204" pitchFamily="34" charset="0"/>
        <a:buChar char="•"/>
        <a:defRPr sz="532" kern="1200">
          <a:solidFill>
            <a:schemeClr val="tx1"/>
          </a:solidFill>
          <a:latin typeface="+mn-lt"/>
          <a:ea typeface="+mn-ea"/>
          <a:cs typeface="+mn-cs"/>
        </a:defRPr>
      </a:lvl4pPr>
      <a:lvl5pPr marL="607550" indent="-67506" algn="l" defTabSz="270022" rtl="0" eaLnBrk="1" latinLnBrk="0" hangingPunct="1">
        <a:lnSpc>
          <a:spcPct val="90000"/>
        </a:lnSpc>
        <a:spcBef>
          <a:spcPts val="148"/>
        </a:spcBef>
        <a:buFont typeface="Arial" panose="020B0604020202020204" pitchFamily="34" charset="0"/>
        <a:buChar char="•"/>
        <a:defRPr sz="532" kern="1200">
          <a:solidFill>
            <a:schemeClr val="tx1"/>
          </a:solidFill>
          <a:latin typeface="+mn-lt"/>
          <a:ea typeface="+mn-ea"/>
          <a:cs typeface="+mn-cs"/>
        </a:defRPr>
      </a:lvl5pPr>
      <a:lvl6pPr marL="742561" indent="-67506" algn="l" defTabSz="270022" rtl="0" eaLnBrk="1" latinLnBrk="0" hangingPunct="1">
        <a:lnSpc>
          <a:spcPct val="90000"/>
        </a:lnSpc>
        <a:spcBef>
          <a:spcPts val="148"/>
        </a:spcBef>
        <a:buFont typeface="Arial" panose="020B0604020202020204" pitchFamily="34" charset="0"/>
        <a:buChar char="•"/>
        <a:defRPr sz="532" kern="1200">
          <a:solidFill>
            <a:schemeClr val="tx1"/>
          </a:solidFill>
          <a:latin typeface="+mn-lt"/>
          <a:ea typeface="+mn-ea"/>
          <a:cs typeface="+mn-cs"/>
        </a:defRPr>
      </a:lvl6pPr>
      <a:lvl7pPr marL="877573" indent="-67506" algn="l" defTabSz="270022" rtl="0" eaLnBrk="1" latinLnBrk="0" hangingPunct="1">
        <a:lnSpc>
          <a:spcPct val="90000"/>
        </a:lnSpc>
        <a:spcBef>
          <a:spcPts val="148"/>
        </a:spcBef>
        <a:buFont typeface="Arial" panose="020B0604020202020204" pitchFamily="34" charset="0"/>
        <a:buChar char="•"/>
        <a:defRPr sz="532" kern="1200">
          <a:solidFill>
            <a:schemeClr val="tx1"/>
          </a:solidFill>
          <a:latin typeface="+mn-lt"/>
          <a:ea typeface="+mn-ea"/>
          <a:cs typeface="+mn-cs"/>
        </a:defRPr>
      </a:lvl7pPr>
      <a:lvl8pPr marL="1012584" indent="-67506" algn="l" defTabSz="270022" rtl="0" eaLnBrk="1" latinLnBrk="0" hangingPunct="1">
        <a:lnSpc>
          <a:spcPct val="90000"/>
        </a:lnSpc>
        <a:spcBef>
          <a:spcPts val="148"/>
        </a:spcBef>
        <a:buFont typeface="Arial" panose="020B0604020202020204" pitchFamily="34" charset="0"/>
        <a:buChar char="•"/>
        <a:defRPr sz="532" kern="1200">
          <a:solidFill>
            <a:schemeClr val="tx1"/>
          </a:solidFill>
          <a:latin typeface="+mn-lt"/>
          <a:ea typeface="+mn-ea"/>
          <a:cs typeface="+mn-cs"/>
        </a:defRPr>
      </a:lvl8pPr>
      <a:lvl9pPr marL="1147595" indent="-67506" algn="l" defTabSz="270022" rtl="0" eaLnBrk="1" latinLnBrk="0" hangingPunct="1">
        <a:lnSpc>
          <a:spcPct val="90000"/>
        </a:lnSpc>
        <a:spcBef>
          <a:spcPts val="148"/>
        </a:spcBef>
        <a:buFont typeface="Arial" panose="020B0604020202020204" pitchFamily="34" charset="0"/>
        <a:buChar char="•"/>
        <a:defRPr sz="532" kern="1200">
          <a:solidFill>
            <a:schemeClr val="tx1"/>
          </a:solidFill>
          <a:latin typeface="+mn-lt"/>
          <a:ea typeface="+mn-ea"/>
          <a:cs typeface="+mn-cs"/>
        </a:defRPr>
      </a:lvl9pPr>
    </p:bodyStyle>
    <p:otherStyle>
      <a:defPPr>
        <a:defRPr lang="en-US"/>
      </a:defPPr>
      <a:lvl1pPr marL="0" algn="l" defTabSz="270022" rtl="0" eaLnBrk="1" latinLnBrk="0" hangingPunct="1">
        <a:defRPr sz="532" kern="1200">
          <a:solidFill>
            <a:schemeClr val="tx1"/>
          </a:solidFill>
          <a:latin typeface="+mn-lt"/>
          <a:ea typeface="+mn-ea"/>
          <a:cs typeface="+mn-cs"/>
        </a:defRPr>
      </a:lvl1pPr>
      <a:lvl2pPr marL="135011" algn="l" defTabSz="270022" rtl="0" eaLnBrk="1" latinLnBrk="0" hangingPunct="1">
        <a:defRPr sz="532" kern="1200">
          <a:solidFill>
            <a:schemeClr val="tx1"/>
          </a:solidFill>
          <a:latin typeface="+mn-lt"/>
          <a:ea typeface="+mn-ea"/>
          <a:cs typeface="+mn-cs"/>
        </a:defRPr>
      </a:lvl2pPr>
      <a:lvl3pPr marL="270022" algn="l" defTabSz="270022" rtl="0" eaLnBrk="1" latinLnBrk="0" hangingPunct="1">
        <a:defRPr sz="532" kern="1200">
          <a:solidFill>
            <a:schemeClr val="tx1"/>
          </a:solidFill>
          <a:latin typeface="+mn-lt"/>
          <a:ea typeface="+mn-ea"/>
          <a:cs typeface="+mn-cs"/>
        </a:defRPr>
      </a:lvl3pPr>
      <a:lvl4pPr marL="405033" algn="l" defTabSz="270022" rtl="0" eaLnBrk="1" latinLnBrk="0" hangingPunct="1">
        <a:defRPr sz="532" kern="1200">
          <a:solidFill>
            <a:schemeClr val="tx1"/>
          </a:solidFill>
          <a:latin typeface="+mn-lt"/>
          <a:ea typeface="+mn-ea"/>
          <a:cs typeface="+mn-cs"/>
        </a:defRPr>
      </a:lvl4pPr>
      <a:lvl5pPr marL="540045" algn="l" defTabSz="270022" rtl="0" eaLnBrk="1" latinLnBrk="0" hangingPunct="1">
        <a:defRPr sz="532" kern="1200">
          <a:solidFill>
            <a:schemeClr val="tx1"/>
          </a:solidFill>
          <a:latin typeface="+mn-lt"/>
          <a:ea typeface="+mn-ea"/>
          <a:cs typeface="+mn-cs"/>
        </a:defRPr>
      </a:lvl5pPr>
      <a:lvl6pPr marL="675056" algn="l" defTabSz="270022" rtl="0" eaLnBrk="1" latinLnBrk="0" hangingPunct="1">
        <a:defRPr sz="532" kern="1200">
          <a:solidFill>
            <a:schemeClr val="tx1"/>
          </a:solidFill>
          <a:latin typeface="+mn-lt"/>
          <a:ea typeface="+mn-ea"/>
          <a:cs typeface="+mn-cs"/>
        </a:defRPr>
      </a:lvl6pPr>
      <a:lvl7pPr marL="810067" algn="l" defTabSz="270022" rtl="0" eaLnBrk="1" latinLnBrk="0" hangingPunct="1">
        <a:defRPr sz="532" kern="1200">
          <a:solidFill>
            <a:schemeClr val="tx1"/>
          </a:solidFill>
          <a:latin typeface="+mn-lt"/>
          <a:ea typeface="+mn-ea"/>
          <a:cs typeface="+mn-cs"/>
        </a:defRPr>
      </a:lvl7pPr>
      <a:lvl8pPr marL="945078" algn="l" defTabSz="270022" rtl="0" eaLnBrk="1" latinLnBrk="0" hangingPunct="1">
        <a:defRPr sz="532" kern="1200">
          <a:solidFill>
            <a:schemeClr val="tx1"/>
          </a:solidFill>
          <a:latin typeface="+mn-lt"/>
          <a:ea typeface="+mn-ea"/>
          <a:cs typeface="+mn-cs"/>
        </a:defRPr>
      </a:lvl8pPr>
      <a:lvl9pPr marL="1080089" algn="l" defTabSz="270022" rtl="0" eaLnBrk="1" latinLnBrk="0" hangingPunct="1">
        <a:defRPr sz="53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CB1A6DB-9ADC-A9E9-ECBC-E54BF6BF3148}"/>
              </a:ext>
            </a:extLst>
          </p:cNvPr>
          <p:cNvSpPr/>
          <p:nvPr/>
        </p:nvSpPr>
        <p:spPr>
          <a:xfrm>
            <a:off x="91106" y="663809"/>
            <a:ext cx="3060000" cy="55228"/>
          </a:xfrm>
          <a:custGeom>
            <a:avLst/>
            <a:gdLst>
              <a:gd name="connsiteX0" fmla="*/ 0 w 3060000"/>
              <a:gd name="connsiteY0" fmla="*/ 0 h 55228"/>
              <a:gd name="connsiteX1" fmla="*/ 581400 w 3060000"/>
              <a:gd name="connsiteY1" fmla="*/ 0 h 55228"/>
              <a:gd name="connsiteX2" fmla="*/ 1193400 w 3060000"/>
              <a:gd name="connsiteY2" fmla="*/ 0 h 55228"/>
              <a:gd name="connsiteX3" fmla="*/ 1836000 w 3060000"/>
              <a:gd name="connsiteY3" fmla="*/ 0 h 55228"/>
              <a:gd name="connsiteX4" fmla="*/ 2478600 w 3060000"/>
              <a:gd name="connsiteY4" fmla="*/ 0 h 55228"/>
              <a:gd name="connsiteX5" fmla="*/ 3060000 w 3060000"/>
              <a:gd name="connsiteY5" fmla="*/ 0 h 55228"/>
              <a:gd name="connsiteX6" fmla="*/ 3060000 w 3060000"/>
              <a:gd name="connsiteY6" fmla="*/ 55228 h 55228"/>
              <a:gd name="connsiteX7" fmla="*/ 2386800 w 3060000"/>
              <a:gd name="connsiteY7" fmla="*/ 55228 h 55228"/>
              <a:gd name="connsiteX8" fmla="*/ 1713600 w 3060000"/>
              <a:gd name="connsiteY8" fmla="*/ 55228 h 55228"/>
              <a:gd name="connsiteX9" fmla="*/ 1101600 w 3060000"/>
              <a:gd name="connsiteY9" fmla="*/ 55228 h 55228"/>
              <a:gd name="connsiteX10" fmla="*/ 0 w 3060000"/>
              <a:gd name="connsiteY10" fmla="*/ 55228 h 55228"/>
              <a:gd name="connsiteX11" fmla="*/ 0 w 3060000"/>
              <a:gd name="connsiteY11" fmla="*/ 0 h 5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60000" h="55228" fill="none" extrusionOk="0">
                <a:moveTo>
                  <a:pt x="0" y="0"/>
                </a:moveTo>
                <a:cubicBezTo>
                  <a:pt x="242626" y="-21651"/>
                  <a:pt x="299417" y="13897"/>
                  <a:pt x="581400" y="0"/>
                </a:cubicBezTo>
                <a:cubicBezTo>
                  <a:pt x="863383" y="-13897"/>
                  <a:pt x="1011594" y="29559"/>
                  <a:pt x="1193400" y="0"/>
                </a:cubicBezTo>
                <a:cubicBezTo>
                  <a:pt x="1375206" y="-29559"/>
                  <a:pt x="1622179" y="-23761"/>
                  <a:pt x="1836000" y="0"/>
                </a:cubicBezTo>
                <a:cubicBezTo>
                  <a:pt x="2049821" y="23761"/>
                  <a:pt x="2312426" y="-19821"/>
                  <a:pt x="2478600" y="0"/>
                </a:cubicBezTo>
                <a:cubicBezTo>
                  <a:pt x="2644774" y="19821"/>
                  <a:pt x="2783831" y="-25806"/>
                  <a:pt x="3060000" y="0"/>
                </a:cubicBezTo>
                <a:cubicBezTo>
                  <a:pt x="3058121" y="14278"/>
                  <a:pt x="3062305" y="38716"/>
                  <a:pt x="3060000" y="55228"/>
                </a:cubicBezTo>
                <a:cubicBezTo>
                  <a:pt x="2805314" y="23600"/>
                  <a:pt x="2596668" y="62696"/>
                  <a:pt x="2386800" y="55228"/>
                </a:cubicBezTo>
                <a:cubicBezTo>
                  <a:pt x="2176932" y="47760"/>
                  <a:pt x="2011214" y="85479"/>
                  <a:pt x="1713600" y="55228"/>
                </a:cubicBezTo>
                <a:cubicBezTo>
                  <a:pt x="1415986" y="24977"/>
                  <a:pt x="1269852" y="49344"/>
                  <a:pt x="1101600" y="55228"/>
                </a:cubicBezTo>
                <a:cubicBezTo>
                  <a:pt x="933348" y="61112"/>
                  <a:pt x="249986" y="34321"/>
                  <a:pt x="0" y="55228"/>
                </a:cubicBezTo>
                <a:cubicBezTo>
                  <a:pt x="877" y="39076"/>
                  <a:pt x="1350" y="15690"/>
                  <a:pt x="0" y="0"/>
                </a:cubicBezTo>
                <a:close/>
              </a:path>
              <a:path w="3060000" h="55228" stroke="0" extrusionOk="0">
                <a:moveTo>
                  <a:pt x="0" y="0"/>
                </a:moveTo>
                <a:cubicBezTo>
                  <a:pt x="231512" y="-8923"/>
                  <a:pt x="358674" y="20777"/>
                  <a:pt x="581400" y="0"/>
                </a:cubicBezTo>
                <a:cubicBezTo>
                  <a:pt x="804126" y="-20777"/>
                  <a:pt x="893933" y="-6241"/>
                  <a:pt x="1101600" y="0"/>
                </a:cubicBezTo>
                <a:cubicBezTo>
                  <a:pt x="1309267" y="6241"/>
                  <a:pt x="1491181" y="-20839"/>
                  <a:pt x="1774800" y="0"/>
                </a:cubicBezTo>
                <a:cubicBezTo>
                  <a:pt x="2058419" y="20839"/>
                  <a:pt x="2089250" y="21123"/>
                  <a:pt x="2356200" y="0"/>
                </a:cubicBezTo>
                <a:cubicBezTo>
                  <a:pt x="2623150" y="-21123"/>
                  <a:pt x="2796603" y="22903"/>
                  <a:pt x="3060000" y="0"/>
                </a:cubicBezTo>
                <a:cubicBezTo>
                  <a:pt x="3061008" y="19903"/>
                  <a:pt x="3061328" y="30345"/>
                  <a:pt x="3060000" y="55228"/>
                </a:cubicBezTo>
                <a:cubicBezTo>
                  <a:pt x="2887809" y="65859"/>
                  <a:pt x="2746772" y="45533"/>
                  <a:pt x="2448000" y="55228"/>
                </a:cubicBezTo>
                <a:cubicBezTo>
                  <a:pt x="2149228" y="64923"/>
                  <a:pt x="1986223" y="32269"/>
                  <a:pt x="1774800" y="55228"/>
                </a:cubicBezTo>
                <a:cubicBezTo>
                  <a:pt x="1563377" y="78187"/>
                  <a:pt x="1432658" y="36971"/>
                  <a:pt x="1254600" y="55228"/>
                </a:cubicBezTo>
                <a:cubicBezTo>
                  <a:pt x="1076542" y="73485"/>
                  <a:pt x="886827" y="49190"/>
                  <a:pt x="642600" y="55228"/>
                </a:cubicBezTo>
                <a:cubicBezTo>
                  <a:pt x="398373" y="61266"/>
                  <a:pt x="139209" y="76184"/>
                  <a:pt x="0" y="55228"/>
                </a:cubicBezTo>
                <a:cubicBezTo>
                  <a:pt x="1343" y="35997"/>
                  <a:pt x="-879" y="20725"/>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Rectangle 23">
            <a:extLst>
              <a:ext uri="{FF2B5EF4-FFF2-40B4-BE49-F238E27FC236}">
                <a16:creationId xmlns:a16="http://schemas.microsoft.com/office/drawing/2014/main" id="{F716896F-4C8B-CE89-7908-34C3A419BE61}"/>
              </a:ext>
            </a:extLst>
          </p:cNvPr>
          <p:cNvSpPr/>
          <p:nvPr/>
        </p:nvSpPr>
        <p:spPr>
          <a:xfrm>
            <a:off x="97523" y="753058"/>
            <a:ext cx="3131999" cy="55228"/>
          </a:xfrm>
          <a:custGeom>
            <a:avLst/>
            <a:gdLst>
              <a:gd name="connsiteX0" fmla="*/ 0 w 3131999"/>
              <a:gd name="connsiteY0" fmla="*/ 0 h 55228"/>
              <a:gd name="connsiteX1" fmla="*/ 595080 w 3131999"/>
              <a:gd name="connsiteY1" fmla="*/ 0 h 55228"/>
              <a:gd name="connsiteX2" fmla="*/ 1221480 w 3131999"/>
              <a:gd name="connsiteY2" fmla="*/ 0 h 55228"/>
              <a:gd name="connsiteX3" fmla="*/ 1879199 w 3131999"/>
              <a:gd name="connsiteY3" fmla="*/ 0 h 55228"/>
              <a:gd name="connsiteX4" fmla="*/ 2536919 w 3131999"/>
              <a:gd name="connsiteY4" fmla="*/ 0 h 55228"/>
              <a:gd name="connsiteX5" fmla="*/ 3131999 w 3131999"/>
              <a:gd name="connsiteY5" fmla="*/ 0 h 55228"/>
              <a:gd name="connsiteX6" fmla="*/ 3131999 w 3131999"/>
              <a:gd name="connsiteY6" fmla="*/ 55228 h 55228"/>
              <a:gd name="connsiteX7" fmla="*/ 2442959 w 3131999"/>
              <a:gd name="connsiteY7" fmla="*/ 55228 h 55228"/>
              <a:gd name="connsiteX8" fmla="*/ 1753919 w 3131999"/>
              <a:gd name="connsiteY8" fmla="*/ 55228 h 55228"/>
              <a:gd name="connsiteX9" fmla="*/ 1127520 w 3131999"/>
              <a:gd name="connsiteY9" fmla="*/ 55228 h 55228"/>
              <a:gd name="connsiteX10" fmla="*/ 0 w 3131999"/>
              <a:gd name="connsiteY10" fmla="*/ 55228 h 55228"/>
              <a:gd name="connsiteX11" fmla="*/ 0 w 3131999"/>
              <a:gd name="connsiteY11" fmla="*/ 0 h 5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1999" h="55228" fill="none" extrusionOk="0">
                <a:moveTo>
                  <a:pt x="0" y="0"/>
                </a:moveTo>
                <a:cubicBezTo>
                  <a:pt x="210805" y="18705"/>
                  <a:pt x="410986" y="-14831"/>
                  <a:pt x="595080" y="0"/>
                </a:cubicBezTo>
                <a:cubicBezTo>
                  <a:pt x="779174" y="14831"/>
                  <a:pt x="1023884" y="-7881"/>
                  <a:pt x="1221480" y="0"/>
                </a:cubicBezTo>
                <a:cubicBezTo>
                  <a:pt x="1419076" y="7881"/>
                  <a:pt x="1573485" y="27122"/>
                  <a:pt x="1879199" y="0"/>
                </a:cubicBezTo>
                <a:cubicBezTo>
                  <a:pt x="2184913" y="-27122"/>
                  <a:pt x="2240875" y="24027"/>
                  <a:pt x="2536919" y="0"/>
                </a:cubicBezTo>
                <a:cubicBezTo>
                  <a:pt x="2832963" y="-24027"/>
                  <a:pt x="2869654" y="-27174"/>
                  <a:pt x="3131999" y="0"/>
                </a:cubicBezTo>
                <a:cubicBezTo>
                  <a:pt x="3130120" y="14278"/>
                  <a:pt x="3134304" y="38716"/>
                  <a:pt x="3131999" y="55228"/>
                </a:cubicBezTo>
                <a:cubicBezTo>
                  <a:pt x="2987857" y="56864"/>
                  <a:pt x="2767212" y="24680"/>
                  <a:pt x="2442959" y="55228"/>
                </a:cubicBezTo>
                <a:cubicBezTo>
                  <a:pt x="2118706" y="85776"/>
                  <a:pt x="2009528" y="59343"/>
                  <a:pt x="1753919" y="55228"/>
                </a:cubicBezTo>
                <a:cubicBezTo>
                  <a:pt x="1498310" y="51113"/>
                  <a:pt x="1392365" y="38735"/>
                  <a:pt x="1127520" y="55228"/>
                </a:cubicBezTo>
                <a:cubicBezTo>
                  <a:pt x="862675" y="71721"/>
                  <a:pt x="266645" y="17473"/>
                  <a:pt x="0" y="55228"/>
                </a:cubicBezTo>
                <a:cubicBezTo>
                  <a:pt x="877" y="39076"/>
                  <a:pt x="1350" y="15690"/>
                  <a:pt x="0" y="0"/>
                </a:cubicBezTo>
                <a:close/>
              </a:path>
              <a:path w="3131999" h="55228" stroke="0" extrusionOk="0">
                <a:moveTo>
                  <a:pt x="0" y="0"/>
                </a:moveTo>
                <a:cubicBezTo>
                  <a:pt x="156436" y="6125"/>
                  <a:pt x="314427" y="-7267"/>
                  <a:pt x="595080" y="0"/>
                </a:cubicBezTo>
                <a:cubicBezTo>
                  <a:pt x="875733" y="7267"/>
                  <a:pt x="994989" y="-19093"/>
                  <a:pt x="1127520" y="0"/>
                </a:cubicBezTo>
                <a:cubicBezTo>
                  <a:pt x="1260051" y="19093"/>
                  <a:pt x="1479896" y="30816"/>
                  <a:pt x="1816559" y="0"/>
                </a:cubicBezTo>
                <a:cubicBezTo>
                  <a:pt x="2153222" y="-30816"/>
                  <a:pt x="2277575" y="8127"/>
                  <a:pt x="2411639" y="0"/>
                </a:cubicBezTo>
                <a:cubicBezTo>
                  <a:pt x="2545703" y="-8127"/>
                  <a:pt x="2818205" y="-23465"/>
                  <a:pt x="3131999" y="0"/>
                </a:cubicBezTo>
                <a:cubicBezTo>
                  <a:pt x="3133007" y="19903"/>
                  <a:pt x="3133327" y="30345"/>
                  <a:pt x="3131999" y="55228"/>
                </a:cubicBezTo>
                <a:cubicBezTo>
                  <a:pt x="2926318" y="45699"/>
                  <a:pt x="2748926" y="40493"/>
                  <a:pt x="2505599" y="55228"/>
                </a:cubicBezTo>
                <a:cubicBezTo>
                  <a:pt x="2262272" y="69963"/>
                  <a:pt x="1974032" y="52069"/>
                  <a:pt x="1816559" y="55228"/>
                </a:cubicBezTo>
                <a:cubicBezTo>
                  <a:pt x="1659086" y="58387"/>
                  <a:pt x="1494468" y="80415"/>
                  <a:pt x="1284120" y="55228"/>
                </a:cubicBezTo>
                <a:cubicBezTo>
                  <a:pt x="1073772" y="30041"/>
                  <a:pt x="870157" y="82310"/>
                  <a:pt x="657720" y="55228"/>
                </a:cubicBezTo>
                <a:cubicBezTo>
                  <a:pt x="445283" y="28146"/>
                  <a:pt x="185258" y="53504"/>
                  <a:pt x="0" y="55228"/>
                </a:cubicBezTo>
                <a:cubicBezTo>
                  <a:pt x="1343" y="35997"/>
                  <a:pt x="-879" y="20725"/>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4">
            <a:extLst>
              <a:ext uri="{FF2B5EF4-FFF2-40B4-BE49-F238E27FC236}">
                <a16:creationId xmlns:a16="http://schemas.microsoft.com/office/drawing/2014/main" id="{F311F4A9-2E9A-3A32-9C3E-DEB98BF078A0}"/>
              </a:ext>
            </a:extLst>
          </p:cNvPr>
          <p:cNvSpPr/>
          <p:nvPr/>
        </p:nvSpPr>
        <p:spPr>
          <a:xfrm>
            <a:off x="92760" y="838842"/>
            <a:ext cx="2592000" cy="55229"/>
          </a:xfrm>
          <a:custGeom>
            <a:avLst/>
            <a:gdLst>
              <a:gd name="connsiteX0" fmla="*/ 0 w 2592000"/>
              <a:gd name="connsiteY0" fmla="*/ 0 h 55229"/>
              <a:gd name="connsiteX1" fmla="*/ 622080 w 2592000"/>
              <a:gd name="connsiteY1" fmla="*/ 0 h 55229"/>
              <a:gd name="connsiteX2" fmla="*/ 1270080 w 2592000"/>
              <a:gd name="connsiteY2" fmla="*/ 0 h 55229"/>
              <a:gd name="connsiteX3" fmla="*/ 1918080 w 2592000"/>
              <a:gd name="connsiteY3" fmla="*/ 0 h 55229"/>
              <a:gd name="connsiteX4" fmla="*/ 2592000 w 2592000"/>
              <a:gd name="connsiteY4" fmla="*/ 0 h 55229"/>
              <a:gd name="connsiteX5" fmla="*/ 2592000 w 2592000"/>
              <a:gd name="connsiteY5" fmla="*/ 55229 h 55229"/>
              <a:gd name="connsiteX6" fmla="*/ 1944000 w 2592000"/>
              <a:gd name="connsiteY6" fmla="*/ 55229 h 55229"/>
              <a:gd name="connsiteX7" fmla="*/ 1347840 w 2592000"/>
              <a:gd name="connsiteY7" fmla="*/ 55229 h 55229"/>
              <a:gd name="connsiteX8" fmla="*/ 751680 w 2592000"/>
              <a:gd name="connsiteY8" fmla="*/ 55229 h 55229"/>
              <a:gd name="connsiteX9" fmla="*/ 0 w 2592000"/>
              <a:gd name="connsiteY9" fmla="*/ 55229 h 55229"/>
              <a:gd name="connsiteX10" fmla="*/ 0 w 2592000"/>
              <a:gd name="connsiteY10" fmla="*/ 0 h 5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2000" h="55229" fill="none" extrusionOk="0">
                <a:moveTo>
                  <a:pt x="0" y="0"/>
                </a:moveTo>
                <a:cubicBezTo>
                  <a:pt x="268990" y="24426"/>
                  <a:pt x="388933" y="16745"/>
                  <a:pt x="622080" y="0"/>
                </a:cubicBezTo>
                <a:cubicBezTo>
                  <a:pt x="855227" y="-16745"/>
                  <a:pt x="1082777" y="10439"/>
                  <a:pt x="1270080" y="0"/>
                </a:cubicBezTo>
                <a:cubicBezTo>
                  <a:pt x="1457383" y="-10439"/>
                  <a:pt x="1674419" y="4987"/>
                  <a:pt x="1918080" y="0"/>
                </a:cubicBezTo>
                <a:cubicBezTo>
                  <a:pt x="2161741" y="-4987"/>
                  <a:pt x="2374682" y="25599"/>
                  <a:pt x="2592000" y="0"/>
                </a:cubicBezTo>
                <a:cubicBezTo>
                  <a:pt x="2593538" y="26470"/>
                  <a:pt x="2592519" y="36888"/>
                  <a:pt x="2592000" y="55229"/>
                </a:cubicBezTo>
                <a:cubicBezTo>
                  <a:pt x="2268109" y="57659"/>
                  <a:pt x="2079313" y="55373"/>
                  <a:pt x="1944000" y="55229"/>
                </a:cubicBezTo>
                <a:cubicBezTo>
                  <a:pt x="1808687" y="55085"/>
                  <a:pt x="1483045" y="37228"/>
                  <a:pt x="1347840" y="55229"/>
                </a:cubicBezTo>
                <a:cubicBezTo>
                  <a:pt x="1212635" y="73230"/>
                  <a:pt x="1041682" y="30703"/>
                  <a:pt x="751680" y="55229"/>
                </a:cubicBezTo>
                <a:cubicBezTo>
                  <a:pt x="461678" y="79755"/>
                  <a:pt x="203623" y="90453"/>
                  <a:pt x="0" y="55229"/>
                </a:cubicBezTo>
                <a:cubicBezTo>
                  <a:pt x="-1702" y="39911"/>
                  <a:pt x="-1266" y="24595"/>
                  <a:pt x="0" y="0"/>
                </a:cubicBezTo>
                <a:close/>
              </a:path>
              <a:path w="2592000" h="55229" stroke="0" extrusionOk="0">
                <a:moveTo>
                  <a:pt x="0" y="0"/>
                </a:moveTo>
                <a:cubicBezTo>
                  <a:pt x="284936" y="29507"/>
                  <a:pt x="431677" y="-14557"/>
                  <a:pt x="622080" y="0"/>
                </a:cubicBezTo>
                <a:cubicBezTo>
                  <a:pt x="812483" y="14557"/>
                  <a:pt x="994913" y="-20551"/>
                  <a:pt x="1192320" y="0"/>
                </a:cubicBezTo>
                <a:cubicBezTo>
                  <a:pt x="1389727" y="20551"/>
                  <a:pt x="1700270" y="1589"/>
                  <a:pt x="1892160" y="0"/>
                </a:cubicBezTo>
                <a:cubicBezTo>
                  <a:pt x="2084050" y="-1589"/>
                  <a:pt x="2266467" y="17253"/>
                  <a:pt x="2592000" y="0"/>
                </a:cubicBezTo>
                <a:cubicBezTo>
                  <a:pt x="2591040" y="15688"/>
                  <a:pt x="2589628" y="32196"/>
                  <a:pt x="2592000" y="55229"/>
                </a:cubicBezTo>
                <a:cubicBezTo>
                  <a:pt x="2340961" y="26388"/>
                  <a:pt x="2116943" y="56310"/>
                  <a:pt x="1995840" y="55229"/>
                </a:cubicBezTo>
                <a:cubicBezTo>
                  <a:pt x="1874737" y="54148"/>
                  <a:pt x="1620121" y="38982"/>
                  <a:pt x="1399680" y="55229"/>
                </a:cubicBezTo>
                <a:cubicBezTo>
                  <a:pt x="1179239" y="71476"/>
                  <a:pt x="957260" y="28850"/>
                  <a:pt x="699840" y="55229"/>
                </a:cubicBezTo>
                <a:cubicBezTo>
                  <a:pt x="442420" y="81608"/>
                  <a:pt x="316401" y="60066"/>
                  <a:pt x="0" y="55229"/>
                </a:cubicBezTo>
                <a:cubicBezTo>
                  <a:pt x="486" y="38837"/>
                  <a:pt x="-27" y="27158"/>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6" name="Rectangle 25">
            <a:extLst>
              <a:ext uri="{FF2B5EF4-FFF2-40B4-BE49-F238E27FC236}">
                <a16:creationId xmlns:a16="http://schemas.microsoft.com/office/drawing/2014/main" id="{5A98910B-3395-3E6D-E70F-F0B4141EF98E}"/>
              </a:ext>
            </a:extLst>
          </p:cNvPr>
          <p:cNvSpPr/>
          <p:nvPr/>
        </p:nvSpPr>
        <p:spPr>
          <a:xfrm>
            <a:off x="92759" y="559454"/>
            <a:ext cx="1655319" cy="66087"/>
          </a:xfrm>
          <a:custGeom>
            <a:avLst/>
            <a:gdLst>
              <a:gd name="connsiteX0" fmla="*/ 0 w 1655319"/>
              <a:gd name="connsiteY0" fmla="*/ 0 h 66087"/>
              <a:gd name="connsiteX1" fmla="*/ 584879 w 1655319"/>
              <a:gd name="connsiteY1" fmla="*/ 0 h 66087"/>
              <a:gd name="connsiteX2" fmla="*/ 1153206 w 1655319"/>
              <a:gd name="connsiteY2" fmla="*/ 0 h 66087"/>
              <a:gd name="connsiteX3" fmla="*/ 1655319 w 1655319"/>
              <a:gd name="connsiteY3" fmla="*/ 0 h 66087"/>
              <a:gd name="connsiteX4" fmla="*/ 1655319 w 1655319"/>
              <a:gd name="connsiteY4" fmla="*/ 66087 h 66087"/>
              <a:gd name="connsiteX5" fmla="*/ 1136652 w 1655319"/>
              <a:gd name="connsiteY5" fmla="*/ 66087 h 66087"/>
              <a:gd name="connsiteX6" fmla="*/ 584879 w 1655319"/>
              <a:gd name="connsiteY6" fmla="*/ 66087 h 66087"/>
              <a:gd name="connsiteX7" fmla="*/ 0 w 1655319"/>
              <a:gd name="connsiteY7" fmla="*/ 66087 h 66087"/>
              <a:gd name="connsiteX8" fmla="*/ 0 w 1655319"/>
              <a:gd name="connsiteY8" fmla="*/ 0 h 6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5319" h="66087" fill="none" extrusionOk="0">
                <a:moveTo>
                  <a:pt x="0" y="0"/>
                </a:moveTo>
                <a:cubicBezTo>
                  <a:pt x="207965" y="1820"/>
                  <a:pt x="373577" y="23048"/>
                  <a:pt x="584879" y="0"/>
                </a:cubicBezTo>
                <a:cubicBezTo>
                  <a:pt x="796181" y="-23048"/>
                  <a:pt x="1014214" y="-26020"/>
                  <a:pt x="1153206" y="0"/>
                </a:cubicBezTo>
                <a:cubicBezTo>
                  <a:pt x="1292198" y="26020"/>
                  <a:pt x="1539051" y="18080"/>
                  <a:pt x="1655319" y="0"/>
                </a:cubicBezTo>
                <a:cubicBezTo>
                  <a:pt x="1655470" y="26205"/>
                  <a:pt x="1655753" y="46171"/>
                  <a:pt x="1655319" y="66087"/>
                </a:cubicBezTo>
                <a:cubicBezTo>
                  <a:pt x="1403971" y="56973"/>
                  <a:pt x="1270591" y="85841"/>
                  <a:pt x="1136652" y="66087"/>
                </a:cubicBezTo>
                <a:cubicBezTo>
                  <a:pt x="1002713" y="46333"/>
                  <a:pt x="752377" y="86164"/>
                  <a:pt x="584879" y="66087"/>
                </a:cubicBezTo>
                <a:cubicBezTo>
                  <a:pt x="417381" y="46010"/>
                  <a:pt x="141670" y="57478"/>
                  <a:pt x="0" y="66087"/>
                </a:cubicBezTo>
                <a:cubicBezTo>
                  <a:pt x="3295" y="49425"/>
                  <a:pt x="-1709" y="15210"/>
                  <a:pt x="0" y="0"/>
                </a:cubicBezTo>
                <a:close/>
              </a:path>
              <a:path w="1655319" h="66087" stroke="0" extrusionOk="0">
                <a:moveTo>
                  <a:pt x="0" y="0"/>
                </a:moveTo>
                <a:cubicBezTo>
                  <a:pt x="250099" y="-23956"/>
                  <a:pt x="419396" y="6052"/>
                  <a:pt x="535220" y="0"/>
                </a:cubicBezTo>
                <a:cubicBezTo>
                  <a:pt x="651044" y="-6052"/>
                  <a:pt x="808829" y="10745"/>
                  <a:pt x="1037333" y="0"/>
                </a:cubicBezTo>
                <a:cubicBezTo>
                  <a:pt x="1265837" y="-10745"/>
                  <a:pt x="1425745" y="23431"/>
                  <a:pt x="1655319" y="0"/>
                </a:cubicBezTo>
                <a:cubicBezTo>
                  <a:pt x="1655078" y="15907"/>
                  <a:pt x="1655688" y="44656"/>
                  <a:pt x="1655319" y="66087"/>
                </a:cubicBezTo>
                <a:cubicBezTo>
                  <a:pt x="1452070" y="58993"/>
                  <a:pt x="1319890" y="47318"/>
                  <a:pt x="1136652" y="66087"/>
                </a:cubicBezTo>
                <a:cubicBezTo>
                  <a:pt x="953414" y="84856"/>
                  <a:pt x="796587" y="87066"/>
                  <a:pt x="551773" y="66087"/>
                </a:cubicBezTo>
                <a:cubicBezTo>
                  <a:pt x="306959" y="45108"/>
                  <a:pt x="242558" y="62090"/>
                  <a:pt x="0" y="66087"/>
                </a:cubicBezTo>
                <a:cubicBezTo>
                  <a:pt x="1801" y="35157"/>
                  <a:pt x="2237" y="25688"/>
                  <a:pt x="0" y="0"/>
                </a:cubicBezTo>
                <a:close/>
              </a:path>
            </a:pathLst>
          </a:custGeom>
          <a:solidFill>
            <a:schemeClr val="accent6">
              <a:lumMod val="40000"/>
              <a:lumOff val="60000"/>
            </a:schemeClr>
          </a:solidFill>
          <a:ln w="0">
            <a:solidFill>
              <a:schemeClr val="accent6">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22">
            <a:extLst>
              <a:ext uri="{FF2B5EF4-FFF2-40B4-BE49-F238E27FC236}">
                <a16:creationId xmlns:a16="http://schemas.microsoft.com/office/drawing/2014/main" id="{F5898BC0-DC30-7D9C-91D5-CA306FDB06B8}"/>
              </a:ext>
            </a:extLst>
          </p:cNvPr>
          <p:cNvSpPr/>
          <p:nvPr/>
        </p:nvSpPr>
        <p:spPr>
          <a:xfrm>
            <a:off x="1777681" y="558486"/>
            <a:ext cx="1332000" cy="66087"/>
          </a:xfrm>
          <a:custGeom>
            <a:avLst/>
            <a:gdLst>
              <a:gd name="connsiteX0" fmla="*/ 0 w 1332000"/>
              <a:gd name="connsiteY0" fmla="*/ 0 h 66087"/>
              <a:gd name="connsiteX1" fmla="*/ 692640 w 1332000"/>
              <a:gd name="connsiteY1" fmla="*/ 0 h 66087"/>
              <a:gd name="connsiteX2" fmla="*/ 1332000 w 1332000"/>
              <a:gd name="connsiteY2" fmla="*/ 0 h 66087"/>
              <a:gd name="connsiteX3" fmla="*/ 1332000 w 1332000"/>
              <a:gd name="connsiteY3" fmla="*/ 66087 h 66087"/>
              <a:gd name="connsiteX4" fmla="*/ 679320 w 1332000"/>
              <a:gd name="connsiteY4" fmla="*/ 66087 h 66087"/>
              <a:gd name="connsiteX5" fmla="*/ 0 w 1332000"/>
              <a:gd name="connsiteY5" fmla="*/ 66087 h 66087"/>
              <a:gd name="connsiteX6" fmla="*/ 0 w 1332000"/>
              <a:gd name="connsiteY6" fmla="*/ 0 h 6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2000" h="66087" fill="none" extrusionOk="0">
                <a:moveTo>
                  <a:pt x="0" y="0"/>
                </a:moveTo>
                <a:cubicBezTo>
                  <a:pt x="146590" y="11677"/>
                  <a:pt x="394443" y="-30492"/>
                  <a:pt x="692640" y="0"/>
                </a:cubicBezTo>
                <a:cubicBezTo>
                  <a:pt x="990837" y="30492"/>
                  <a:pt x="1099565" y="26715"/>
                  <a:pt x="1332000" y="0"/>
                </a:cubicBezTo>
                <a:cubicBezTo>
                  <a:pt x="1335238" y="15689"/>
                  <a:pt x="1334821" y="49372"/>
                  <a:pt x="1332000" y="66087"/>
                </a:cubicBezTo>
                <a:cubicBezTo>
                  <a:pt x="1015576" y="93083"/>
                  <a:pt x="921153" y="72732"/>
                  <a:pt x="679320" y="66087"/>
                </a:cubicBezTo>
                <a:cubicBezTo>
                  <a:pt x="437487" y="59442"/>
                  <a:pt x="334275" y="48570"/>
                  <a:pt x="0" y="66087"/>
                </a:cubicBezTo>
                <a:cubicBezTo>
                  <a:pt x="1277" y="35848"/>
                  <a:pt x="-1001" y="22944"/>
                  <a:pt x="0" y="0"/>
                </a:cubicBezTo>
                <a:close/>
              </a:path>
              <a:path w="1332000" h="66087" stroke="0" extrusionOk="0">
                <a:moveTo>
                  <a:pt x="0" y="0"/>
                </a:moveTo>
                <a:cubicBezTo>
                  <a:pt x="209721" y="-5791"/>
                  <a:pt x="344027" y="-9607"/>
                  <a:pt x="652680" y="0"/>
                </a:cubicBezTo>
                <a:cubicBezTo>
                  <a:pt x="961333" y="9607"/>
                  <a:pt x="1020201" y="-31945"/>
                  <a:pt x="1332000" y="0"/>
                </a:cubicBezTo>
                <a:cubicBezTo>
                  <a:pt x="1330160" y="17016"/>
                  <a:pt x="1332900" y="42819"/>
                  <a:pt x="1332000" y="66087"/>
                </a:cubicBezTo>
                <a:cubicBezTo>
                  <a:pt x="1001930" y="32867"/>
                  <a:pt x="942471" y="47920"/>
                  <a:pt x="666000" y="66087"/>
                </a:cubicBezTo>
                <a:cubicBezTo>
                  <a:pt x="389529" y="84254"/>
                  <a:pt x="262061" y="78284"/>
                  <a:pt x="0" y="66087"/>
                </a:cubicBezTo>
                <a:cubicBezTo>
                  <a:pt x="1431" y="37080"/>
                  <a:pt x="1859" y="20728"/>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文本框 4">
            <a:extLst>
              <a:ext uri="{FF2B5EF4-FFF2-40B4-BE49-F238E27FC236}">
                <a16:creationId xmlns:a16="http://schemas.microsoft.com/office/drawing/2014/main" id="{A862CEAD-8DCA-2510-9C1F-218218152F38}"/>
              </a:ext>
            </a:extLst>
          </p:cNvPr>
          <p:cNvSpPr txBox="1"/>
          <p:nvPr/>
        </p:nvSpPr>
        <p:spPr>
          <a:xfrm>
            <a:off x="62763" y="523360"/>
            <a:ext cx="3204000" cy="396000"/>
          </a:xfrm>
          <a:prstGeom prst="rect">
            <a:avLst/>
          </a:prstGeom>
          <a:noFill/>
          <a:ln w="6350" cap="sq" cmpd="sng">
            <a:solidFill>
              <a:schemeClr val="tx1"/>
            </a:solid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square" lIns="36000" tIns="18000" rIns="36000" bIns="36000" rtlCol="0">
            <a:noAutofit/>
          </a:bodyPr>
          <a:lstStyle/>
          <a:p>
            <a:r>
              <a:rPr kumimoji="1" lang="en" altLang="zh-CN" sz="600" dirty="0">
                <a:latin typeface="Times New Roman" panose="02020603050405020304" pitchFamily="18" charset="0"/>
                <a:cs typeface="Times New Roman" panose="02020603050405020304" pitchFamily="18" charset="0"/>
              </a:rPr>
              <a:t>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init</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py</a:t>
            </a:r>
            <a:r>
              <a:rPr kumimoji="1" lang="en" altLang="zh-CN" sz="600" dirty="0">
                <a:latin typeface="Times New Roman" panose="02020603050405020304" pitchFamily="18" charset="0"/>
                <a:cs typeface="Times New Roman" panose="02020603050405020304" pitchFamily="18" charset="0"/>
              </a:rPr>
              <a:t>, ... , end of entry</a:t>
            </a:r>
            <a:r>
              <a:rPr kumimoji="1" lang="en-US" altLang="zh-CN" sz="600" dirty="0">
                <a:latin typeface="Times New Roman" panose="02020603050405020304" pitchFamily="18" charset="0"/>
                <a:cs typeface="Times New Roman" panose="02020603050405020304" pitchFamily="18" charset="0"/>
              </a:rPr>
              <a:t>,</a:t>
            </a:r>
            <a:r>
              <a:rPr kumimoji="1" lang="en" altLang="zh-CN" sz="600" dirty="0">
                <a:latin typeface="Times New Roman" panose="02020603050405020304" pitchFamily="18" charset="0"/>
                <a:cs typeface="Times New Roman" panose="02020603050405020304" pitchFamily="18" charset="0"/>
              </a:rPr>
              <a:t> 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a:t>
            </a:r>
            <a:r>
              <a:rPr kumimoji="1" lang="en" altLang="zh-CN" sz="600" dirty="0" err="1">
                <a:latin typeface="Times New Roman" panose="02020603050405020304" pitchFamily="18" charset="0"/>
                <a:cs typeface="Times New Roman" panose="02020603050405020304" pitchFamily="18" charset="0"/>
              </a:rPr>
              <a:t>debug.py</a:t>
            </a:r>
            <a:r>
              <a:rPr kumimoji="1" lang="en" altLang="zh-CN" sz="600" dirty="0">
                <a:latin typeface="Times New Roman" panose="02020603050405020304" pitchFamily="18" charset="0"/>
                <a:cs typeface="Times New Roman" panose="02020603050405020304" pitchFamily="18" charset="0"/>
              </a:rPr>
              <a:t>, import operating system module, import network module, use URL, use network module call, use operating system module call, use sensitive information, use sensitive information, use sensitive information, use sensitive information, import network module, use network module call, end of entry, start entry …</a:t>
            </a:r>
          </a:p>
        </p:txBody>
      </p:sp>
    </p:spTree>
    <p:extLst>
      <p:ext uri="{BB962C8B-B14F-4D97-AF65-F5344CB8AC3E}">
        <p14:creationId xmlns:p14="http://schemas.microsoft.com/office/powerpoint/2010/main" val="1474942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Rectangle 22">
            <a:extLst>
              <a:ext uri="{FF2B5EF4-FFF2-40B4-BE49-F238E27FC236}">
                <a16:creationId xmlns:a16="http://schemas.microsoft.com/office/drawing/2014/main" id="{9215AA1D-070E-2145-CFF5-F4B93DB2B7AC}"/>
              </a:ext>
            </a:extLst>
          </p:cNvPr>
          <p:cNvSpPr/>
          <p:nvPr/>
        </p:nvSpPr>
        <p:spPr>
          <a:xfrm>
            <a:off x="522032" y="1021898"/>
            <a:ext cx="1443807" cy="66086"/>
          </a:xfrm>
          <a:custGeom>
            <a:avLst/>
            <a:gdLst>
              <a:gd name="connsiteX0" fmla="*/ 0 w 1443807"/>
              <a:gd name="connsiteY0" fmla="*/ 0 h 66086"/>
              <a:gd name="connsiteX1" fmla="*/ 510145 w 1443807"/>
              <a:gd name="connsiteY1" fmla="*/ 0 h 66086"/>
              <a:gd name="connsiteX2" fmla="*/ 1005852 w 1443807"/>
              <a:gd name="connsiteY2" fmla="*/ 0 h 66086"/>
              <a:gd name="connsiteX3" fmla="*/ 1443807 w 1443807"/>
              <a:gd name="connsiteY3" fmla="*/ 0 h 66086"/>
              <a:gd name="connsiteX4" fmla="*/ 1443807 w 1443807"/>
              <a:gd name="connsiteY4" fmla="*/ 66086 h 66086"/>
              <a:gd name="connsiteX5" fmla="*/ 991414 w 1443807"/>
              <a:gd name="connsiteY5" fmla="*/ 66086 h 66086"/>
              <a:gd name="connsiteX6" fmla="*/ 510145 w 1443807"/>
              <a:gd name="connsiteY6" fmla="*/ 66086 h 66086"/>
              <a:gd name="connsiteX7" fmla="*/ 0 w 1443807"/>
              <a:gd name="connsiteY7" fmla="*/ 66086 h 66086"/>
              <a:gd name="connsiteX8" fmla="*/ 0 w 1443807"/>
              <a:gd name="connsiteY8" fmla="*/ 0 h 66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3807" h="66086" fill="none" extrusionOk="0">
                <a:moveTo>
                  <a:pt x="0" y="0"/>
                </a:moveTo>
                <a:cubicBezTo>
                  <a:pt x="230078" y="-24613"/>
                  <a:pt x="257503" y="25085"/>
                  <a:pt x="510145" y="0"/>
                </a:cubicBezTo>
                <a:cubicBezTo>
                  <a:pt x="762787" y="-25085"/>
                  <a:pt x="853957" y="-11965"/>
                  <a:pt x="1005852" y="0"/>
                </a:cubicBezTo>
                <a:cubicBezTo>
                  <a:pt x="1157747" y="11965"/>
                  <a:pt x="1243510" y="18774"/>
                  <a:pt x="1443807" y="0"/>
                </a:cubicBezTo>
                <a:cubicBezTo>
                  <a:pt x="1446043" y="24814"/>
                  <a:pt x="1442077" y="48350"/>
                  <a:pt x="1443807" y="66086"/>
                </a:cubicBezTo>
                <a:cubicBezTo>
                  <a:pt x="1252018" y="44829"/>
                  <a:pt x="1150860" y="51498"/>
                  <a:pt x="991414" y="66086"/>
                </a:cubicBezTo>
                <a:cubicBezTo>
                  <a:pt x="831968" y="80674"/>
                  <a:pt x="728014" y="84666"/>
                  <a:pt x="510145" y="66086"/>
                </a:cubicBezTo>
                <a:cubicBezTo>
                  <a:pt x="292276" y="47506"/>
                  <a:pt x="211411" y="65619"/>
                  <a:pt x="0" y="66086"/>
                </a:cubicBezTo>
                <a:cubicBezTo>
                  <a:pt x="764" y="46257"/>
                  <a:pt x="2034" y="21340"/>
                  <a:pt x="0" y="0"/>
                </a:cubicBezTo>
                <a:close/>
              </a:path>
              <a:path w="1443807" h="66086" stroke="0" extrusionOk="0">
                <a:moveTo>
                  <a:pt x="0" y="0"/>
                </a:moveTo>
                <a:cubicBezTo>
                  <a:pt x="133889" y="18604"/>
                  <a:pt x="298211" y="-15288"/>
                  <a:pt x="466831" y="0"/>
                </a:cubicBezTo>
                <a:cubicBezTo>
                  <a:pt x="635451" y="15288"/>
                  <a:pt x="687077" y="-7251"/>
                  <a:pt x="904786" y="0"/>
                </a:cubicBezTo>
                <a:cubicBezTo>
                  <a:pt x="1122496" y="7251"/>
                  <a:pt x="1330102" y="17506"/>
                  <a:pt x="1443807" y="0"/>
                </a:cubicBezTo>
                <a:cubicBezTo>
                  <a:pt x="1443405" y="17803"/>
                  <a:pt x="1441939" y="36959"/>
                  <a:pt x="1443807" y="66086"/>
                </a:cubicBezTo>
                <a:cubicBezTo>
                  <a:pt x="1341573" y="86788"/>
                  <a:pt x="1119092" y="88183"/>
                  <a:pt x="991414" y="66086"/>
                </a:cubicBezTo>
                <a:cubicBezTo>
                  <a:pt x="863736" y="43989"/>
                  <a:pt x="675369" y="59479"/>
                  <a:pt x="481269" y="66086"/>
                </a:cubicBezTo>
                <a:cubicBezTo>
                  <a:pt x="287170" y="72693"/>
                  <a:pt x="212882" y="45458"/>
                  <a:pt x="0" y="66086"/>
                </a:cubicBezTo>
                <a:cubicBezTo>
                  <a:pt x="-819" y="42526"/>
                  <a:pt x="752" y="27413"/>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4C2A3368-D2A7-672E-B0A5-4E00B73AE612}"/>
              </a:ext>
            </a:extLst>
          </p:cNvPr>
          <p:cNvSpPr/>
          <p:nvPr/>
        </p:nvSpPr>
        <p:spPr>
          <a:xfrm>
            <a:off x="528373" y="930367"/>
            <a:ext cx="2229751" cy="66086"/>
          </a:xfrm>
          <a:custGeom>
            <a:avLst/>
            <a:gdLst>
              <a:gd name="connsiteX0" fmla="*/ 0 w 2229751"/>
              <a:gd name="connsiteY0" fmla="*/ 0 h 66086"/>
              <a:gd name="connsiteX1" fmla="*/ 535140 w 2229751"/>
              <a:gd name="connsiteY1" fmla="*/ 0 h 66086"/>
              <a:gd name="connsiteX2" fmla="*/ 1092578 w 2229751"/>
              <a:gd name="connsiteY2" fmla="*/ 0 h 66086"/>
              <a:gd name="connsiteX3" fmla="*/ 1650016 w 2229751"/>
              <a:gd name="connsiteY3" fmla="*/ 0 h 66086"/>
              <a:gd name="connsiteX4" fmla="*/ 2229751 w 2229751"/>
              <a:gd name="connsiteY4" fmla="*/ 0 h 66086"/>
              <a:gd name="connsiteX5" fmla="*/ 2229751 w 2229751"/>
              <a:gd name="connsiteY5" fmla="*/ 66086 h 66086"/>
              <a:gd name="connsiteX6" fmla="*/ 1672313 w 2229751"/>
              <a:gd name="connsiteY6" fmla="*/ 66086 h 66086"/>
              <a:gd name="connsiteX7" fmla="*/ 1159471 w 2229751"/>
              <a:gd name="connsiteY7" fmla="*/ 66086 h 66086"/>
              <a:gd name="connsiteX8" fmla="*/ 646628 w 2229751"/>
              <a:gd name="connsiteY8" fmla="*/ 66086 h 66086"/>
              <a:gd name="connsiteX9" fmla="*/ 0 w 2229751"/>
              <a:gd name="connsiteY9" fmla="*/ 66086 h 66086"/>
              <a:gd name="connsiteX10" fmla="*/ 0 w 2229751"/>
              <a:gd name="connsiteY10" fmla="*/ 0 h 66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29751" h="66086" fill="none" extrusionOk="0">
                <a:moveTo>
                  <a:pt x="0" y="0"/>
                </a:moveTo>
                <a:cubicBezTo>
                  <a:pt x="128113" y="-10215"/>
                  <a:pt x="352647" y="-4234"/>
                  <a:pt x="535140" y="0"/>
                </a:cubicBezTo>
                <a:cubicBezTo>
                  <a:pt x="717633" y="4234"/>
                  <a:pt x="973589" y="26690"/>
                  <a:pt x="1092578" y="0"/>
                </a:cubicBezTo>
                <a:cubicBezTo>
                  <a:pt x="1211567" y="-26690"/>
                  <a:pt x="1527920" y="16979"/>
                  <a:pt x="1650016" y="0"/>
                </a:cubicBezTo>
                <a:cubicBezTo>
                  <a:pt x="1772112" y="-16979"/>
                  <a:pt x="2091848" y="20656"/>
                  <a:pt x="2229751" y="0"/>
                </a:cubicBezTo>
                <a:cubicBezTo>
                  <a:pt x="2232944" y="13853"/>
                  <a:pt x="2228003" y="48449"/>
                  <a:pt x="2229751" y="66086"/>
                </a:cubicBezTo>
                <a:cubicBezTo>
                  <a:pt x="2112472" y="64967"/>
                  <a:pt x="1940893" y="90177"/>
                  <a:pt x="1672313" y="66086"/>
                </a:cubicBezTo>
                <a:cubicBezTo>
                  <a:pt x="1403733" y="41995"/>
                  <a:pt x="1326434" y="42001"/>
                  <a:pt x="1159471" y="66086"/>
                </a:cubicBezTo>
                <a:cubicBezTo>
                  <a:pt x="992508" y="90171"/>
                  <a:pt x="839578" y="58959"/>
                  <a:pt x="646628" y="66086"/>
                </a:cubicBezTo>
                <a:cubicBezTo>
                  <a:pt x="453678" y="73213"/>
                  <a:pt x="146700" y="86126"/>
                  <a:pt x="0" y="66086"/>
                </a:cubicBezTo>
                <a:cubicBezTo>
                  <a:pt x="932" y="33411"/>
                  <a:pt x="-309" y="27987"/>
                  <a:pt x="0" y="0"/>
                </a:cubicBezTo>
                <a:close/>
              </a:path>
              <a:path w="2229751" h="66086" stroke="0" extrusionOk="0">
                <a:moveTo>
                  <a:pt x="0" y="0"/>
                </a:moveTo>
                <a:cubicBezTo>
                  <a:pt x="115477" y="-16960"/>
                  <a:pt x="340142" y="-23440"/>
                  <a:pt x="535140" y="0"/>
                </a:cubicBezTo>
                <a:cubicBezTo>
                  <a:pt x="730138" y="23440"/>
                  <a:pt x="816081" y="2887"/>
                  <a:pt x="1025685" y="0"/>
                </a:cubicBezTo>
                <a:cubicBezTo>
                  <a:pt x="1235290" y="-2887"/>
                  <a:pt x="1364724" y="6029"/>
                  <a:pt x="1627718" y="0"/>
                </a:cubicBezTo>
                <a:cubicBezTo>
                  <a:pt x="1890712" y="-6029"/>
                  <a:pt x="1935691" y="3727"/>
                  <a:pt x="2229751" y="0"/>
                </a:cubicBezTo>
                <a:cubicBezTo>
                  <a:pt x="2229877" y="32962"/>
                  <a:pt x="2228873" y="33202"/>
                  <a:pt x="2229751" y="66086"/>
                </a:cubicBezTo>
                <a:cubicBezTo>
                  <a:pt x="2100087" y="47256"/>
                  <a:pt x="1895003" y="90876"/>
                  <a:pt x="1716908" y="66086"/>
                </a:cubicBezTo>
                <a:cubicBezTo>
                  <a:pt x="1538813" y="41296"/>
                  <a:pt x="1414827" y="87226"/>
                  <a:pt x="1204066" y="66086"/>
                </a:cubicBezTo>
                <a:cubicBezTo>
                  <a:pt x="993305" y="44946"/>
                  <a:pt x="809319" y="64496"/>
                  <a:pt x="602033" y="66086"/>
                </a:cubicBezTo>
                <a:cubicBezTo>
                  <a:pt x="394747" y="67676"/>
                  <a:pt x="153206" y="65694"/>
                  <a:pt x="0" y="66086"/>
                </a:cubicBezTo>
                <a:cubicBezTo>
                  <a:pt x="1537" y="52084"/>
                  <a:pt x="-2887" y="19452"/>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Rectangle 22">
            <a:extLst>
              <a:ext uri="{FF2B5EF4-FFF2-40B4-BE49-F238E27FC236}">
                <a16:creationId xmlns:a16="http://schemas.microsoft.com/office/drawing/2014/main" id="{ACB1A6DB-9ADC-A9E9-ECBC-E54BF6BF3148}"/>
              </a:ext>
            </a:extLst>
          </p:cNvPr>
          <p:cNvSpPr/>
          <p:nvPr/>
        </p:nvSpPr>
        <p:spPr>
          <a:xfrm>
            <a:off x="522032" y="663809"/>
            <a:ext cx="2080304" cy="55228"/>
          </a:xfrm>
          <a:custGeom>
            <a:avLst/>
            <a:gdLst>
              <a:gd name="connsiteX0" fmla="*/ 0 w 2080304"/>
              <a:gd name="connsiteY0" fmla="*/ 0 h 55228"/>
              <a:gd name="connsiteX1" fmla="*/ 735041 w 2080304"/>
              <a:gd name="connsiteY1" fmla="*/ 0 h 55228"/>
              <a:gd name="connsiteX2" fmla="*/ 1449278 w 2080304"/>
              <a:gd name="connsiteY2" fmla="*/ 0 h 55228"/>
              <a:gd name="connsiteX3" fmla="*/ 2080304 w 2080304"/>
              <a:gd name="connsiteY3" fmla="*/ 0 h 55228"/>
              <a:gd name="connsiteX4" fmla="*/ 2080304 w 2080304"/>
              <a:gd name="connsiteY4" fmla="*/ 55228 h 55228"/>
              <a:gd name="connsiteX5" fmla="*/ 1428475 w 2080304"/>
              <a:gd name="connsiteY5" fmla="*/ 55228 h 55228"/>
              <a:gd name="connsiteX6" fmla="*/ 735041 w 2080304"/>
              <a:gd name="connsiteY6" fmla="*/ 55228 h 55228"/>
              <a:gd name="connsiteX7" fmla="*/ 0 w 2080304"/>
              <a:gd name="connsiteY7" fmla="*/ 55228 h 55228"/>
              <a:gd name="connsiteX8" fmla="*/ 0 w 2080304"/>
              <a:gd name="connsiteY8" fmla="*/ 0 h 5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0304" h="55228" fill="none" extrusionOk="0">
                <a:moveTo>
                  <a:pt x="0" y="0"/>
                </a:moveTo>
                <a:cubicBezTo>
                  <a:pt x="196406" y="-516"/>
                  <a:pt x="417386" y="9680"/>
                  <a:pt x="735041" y="0"/>
                </a:cubicBezTo>
                <a:cubicBezTo>
                  <a:pt x="1052696" y="-9680"/>
                  <a:pt x="1265983" y="-28604"/>
                  <a:pt x="1449278" y="0"/>
                </a:cubicBezTo>
                <a:cubicBezTo>
                  <a:pt x="1632573" y="28604"/>
                  <a:pt x="1811236" y="-26580"/>
                  <a:pt x="2080304" y="0"/>
                </a:cubicBezTo>
                <a:cubicBezTo>
                  <a:pt x="2081388" y="11411"/>
                  <a:pt x="2082488" y="39399"/>
                  <a:pt x="2080304" y="55228"/>
                </a:cubicBezTo>
                <a:cubicBezTo>
                  <a:pt x="1872467" y="30974"/>
                  <a:pt x="1722735" y="83695"/>
                  <a:pt x="1428475" y="55228"/>
                </a:cubicBezTo>
                <a:cubicBezTo>
                  <a:pt x="1134215" y="26761"/>
                  <a:pt x="976213" y="51225"/>
                  <a:pt x="735041" y="55228"/>
                </a:cubicBezTo>
                <a:cubicBezTo>
                  <a:pt x="493869" y="59231"/>
                  <a:pt x="315304" y="63090"/>
                  <a:pt x="0" y="55228"/>
                </a:cubicBezTo>
                <a:cubicBezTo>
                  <a:pt x="821" y="30228"/>
                  <a:pt x="1879" y="24381"/>
                  <a:pt x="0" y="0"/>
                </a:cubicBezTo>
                <a:close/>
              </a:path>
              <a:path w="2080304" h="55228" stroke="0" extrusionOk="0">
                <a:moveTo>
                  <a:pt x="0" y="0"/>
                </a:moveTo>
                <a:cubicBezTo>
                  <a:pt x="211892" y="-13160"/>
                  <a:pt x="523507" y="-11478"/>
                  <a:pt x="672632" y="0"/>
                </a:cubicBezTo>
                <a:cubicBezTo>
                  <a:pt x="821757" y="11478"/>
                  <a:pt x="1023570" y="-25935"/>
                  <a:pt x="1303657" y="0"/>
                </a:cubicBezTo>
                <a:cubicBezTo>
                  <a:pt x="1583745" y="25935"/>
                  <a:pt x="1862569" y="-35442"/>
                  <a:pt x="2080304" y="0"/>
                </a:cubicBezTo>
                <a:cubicBezTo>
                  <a:pt x="2079870" y="21814"/>
                  <a:pt x="2081132" y="36205"/>
                  <a:pt x="2080304" y="55228"/>
                </a:cubicBezTo>
                <a:cubicBezTo>
                  <a:pt x="1776639" y="82771"/>
                  <a:pt x="1578208" y="79171"/>
                  <a:pt x="1428475" y="55228"/>
                </a:cubicBezTo>
                <a:cubicBezTo>
                  <a:pt x="1278742" y="31285"/>
                  <a:pt x="985250" y="27541"/>
                  <a:pt x="693435" y="55228"/>
                </a:cubicBezTo>
                <a:cubicBezTo>
                  <a:pt x="401620" y="82915"/>
                  <a:pt x="306125" y="33352"/>
                  <a:pt x="0" y="55228"/>
                </a:cubicBezTo>
                <a:cubicBezTo>
                  <a:pt x="-634" y="42886"/>
                  <a:pt x="1021" y="11285"/>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Rectangle 23">
            <a:extLst>
              <a:ext uri="{FF2B5EF4-FFF2-40B4-BE49-F238E27FC236}">
                <a16:creationId xmlns:a16="http://schemas.microsoft.com/office/drawing/2014/main" id="{F716896F-4C8B-CE89-7908-34C3A419BE61}"/>
              </a:ext>
            </a:extLst>
          </p:cNvPr>
          <p:cNvSpPr/>
          <p:nvPr/>
        </p:nvSpPr>
        <p:spPr>
          <a:xfrm>
            <a:off x="528450" y="753058"/>
            <a:ext cx="2073887" cy="55228"/>
          </a:xfrm>
          <a:custGeom>
            <a:avLst/>
            <a:gdLst>
              <a:gd name="connsiteX0" fmla="*/ 0 w 2073887"/>
              <a:gd name="connsiteY0" fmla="*/ 0 h 55228"/>
              <a:gd name="connsiteX1" fmla="*/ 732773 w 2073887"/>
              <a:gd name="connsiteY1" fmla="*/ 0 h 55228"/>
              <a:gd name="connsiteX2" fmla="*/ 1444808 w 2073887"/>
              <a:gd name="connsiteY2" fmla="*/ 0 h 55228"/>
              <a:gd name="connsiteX3" fmla="*/ 2073887 w 2073887"/>
              <a:gd name="connsiteY3" fmla="*/ 0 h 55228"/>
              <a:gd name="connsiteX4" fmla="*/ 2073887 w 2073887"/>
              <a:gd name="connsiteY4" fmla="*/ 55228 h 55228"/>
              <a:gd name="connsiteX5" fmla="*/ 1424069 w 2073887"/>
              <a:gd name="connsiteY5" fmla="*/ 55228 h 55228"/>
              <a:gd name="connsiteX6" fmla="*/ 732773 w 2073887"/>
              <a:gd name="connsiteY6" fmla="*/ 55228 h 55228"/>
              <a:gd name="connsiteX7" fmla="*/ 0 w 2073887"/>
              <a:gd name="connsiteY7" fmla="*/ 55228 h 55228"/>
              <a:gd name="connsiteX8" fmla="*/ 0 w 2073887"/>
              <a:gd name="connsiteY8" fmla="*/ 0 h 5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3887" h="55228" fill="none" extrusionOk="0">
                <a:moveTo>
                  <a:pt x="0" y="0"/>
                </a:moveTo>
                <a:cubicBezTo>
                  <a:pt x="206587" y="-5939"/>
                  <a:pt x="533391" y="-4510"/>
                  <a:pt x="732773" y="0"/>
                </a:cubicBezTo>
                <a:cubicBezTo>
                  <a:pt x="932155" y="4510"/>
                  <a:pt x="1122147" y="-15239"/>
                  <a:pt x="1444808" y="0"/>
                </a:cubicBezTo>
                <a:cubicBezTo>
                  <a:pt x="1767470" y="15239"/>
                  <a:pt x="1916450" y="5012"/>
                  <a:pt x="2073887" y="0"/>
                </a:cubicBezTo>
                <a:cubicBezTo>
                  <a:pt x="2074971" y="11411"/>
                  <a:pt x="2076071" y="39399"/>
                  <a:pt x="2073887" y="55228"/>
                </a:cubicBezTo>
                <a:cubicBezTo>
                  <a:pt x="1815696" y="32182"/>
                  <a:pt x="1561513" y="24886"/>
                  <a:pt x="1424069" y="55228"/>
                </a:cubicBezTo>
                <a:cubicBezTo>
                  <a:pt x="1286625" y="85570"/>
                  <a:pt x="1045606" y="83808"/>
                  <a:pt x="732773" y="55228"/>
                </a:cubicBezTo>
                <a:cubicBezTo>
                  <a:pt x="419940" y="26648"/>
                  <a:pt x="318482" y="73914"/>
                  <a:pt x="0" y="55228"/>
                </a:cubicBezTo>
                <a:cubicBezTo>
                  <a:pt x="821" y="30228"/>
                  <a:pt x="1879" y="24381"/>
                  <a:pt x="0" y="0"/>
                </a:cubicBezTo>
                <a:close/>
              </a:path>
              <a:path w="2073887" h="55228" stroke="0" extrusionOk="0">
                <a:moveTo>
                  <a:pt x="0" y="0"/>
                </a:moveTo>
                <a:cubicBezTo>
                  <a:pt x="238200" y="-10749"/>
                  <a:pt x="485094" y="-32266"/>
                  <a:pt x="670557" y="0"/>
                </a:cubicBezTo>
                <a:cubicBezTo>
                  <a:pt x="856020" y="32266"/>
                  <a:pt x="1077727" y="3155"/>
                  <a:pt x="1299636" y="0"/>
                </a:cubicBezTo>
                <a:cubicBezTo>
                  <a:pt x="1521545" y="-3155"/>
                  <a:pt x="1701345" y="-14076"/>
                  <a:pt x="2073887" y="0"/>
                </a:cubicBezTo>
                <a:cubicBezTo>
                  <a:pt x="2073453" y="21814"/>
                  <a:pt x="2074715" y="36205"/>
                  <a:pt x="2073887" y="55228"/>
                </a:cubicBezTo>
                <a:cubicBezTo>
                  <a:pt x="1896956" y="70341"/>
                  <a:pt x="1703876" y="68454"/>
                  <a:pt x="1424069" y="55228"/>
                </a:cubicBezTo>
                <a:cubicBezTo>
                  <a:pt x="1144262" y="42002"/>
                  <a:pt x="1050677" y="77151"/>
                  <a:pt x="691296" y="55228"/>
                </a:cubicBezTo>
                <a:cubicBezTo>
                  <a:pt x="331915" y="33305"/>
                  <a:pt x="190191" y="24346"/>
                  <a:pt x="0" y="55228"/>
                </a:cubicBezTo>
                <a:cubicBezTo>
                  <a:pt x="-634" y="42886"/>
                  <a:pt x="1021" y="11285"/>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4">
            <a:extLst>
              <a:ext uri="{FF2B5EF4-FFF2-40B4-BE49-F238E27FC236}">
                <a16:creationId xmlns:a16="http://schemas.microsoft.com/office/drawing/2014/main" id="{F311F4A9-2E9A-3A32-9C3E-DEB98BF078A0}"/>
              </a:ext>
            </a:extLst>
          </p:cNvPr>
          <p:cNvSpPr/>
          <p:nvPr/>
        </p:nvSpPr>
        <p:spPr>
          <a:xfrm>
            <a:off x="523687" y="838842"/>
            <a:ext cx="2234437" cy="55229"/>
          </a:xfrm>
          <a:custGeom>
            <a:avLst/>
            <a:gdLst>
              <a:gd name="connsiteX0" fmla="*/ 0 w 2234437"/>
              <a:gd name="connsiteY0" fmla="*/ 0 h 55229"/>
              <a:gd name="connsiteX1" fmla="*/ 536265 w 2234437"/>
              <a:gd name="connsiteY1" fmla="*/ 0 h 55229"/>
              <a:gd name="connsiteX2" fmla="*/ 1094874 w 2234437"/>
              <a:gd name="connsiteY2" fmla="*/ 0 h 55229"/>
              <a:gd name="connsiteX3" fmla="*/ 1653483 w 2234437"/>
              <a:gd name="connsiteY3" fmla="*/ 0 h 55229"/>
              <a:gd name="connsiteX4" fmla="*/ 2234437 w 2234437"/>
              <a:gd name="connsiteY4" fmla="*/ 0 h 55229"/>
              <a:gd name="connsiteX5" fmla="*/ 2234437 w 2234437"/>
              <a:gd name="connsiteY5" fmla="*/ 55229 h 55229"/>
              <a:gd name="connsiteX6" fmla="*/ 1675828 w 2234437"/>
              <a:gd name="connsiteY6" fmla="*/ 55229 h 55229"/>
              <a:gd name="connsiteX7" fmla="*/ 1161907 w 2234437"/>
              <a:gd name="connsiteY7" fmla="*/ 55229 h 55229"/>
              <a:gd name="connsiteX8" fmla="*/ 647987 w 2234437"/>
              <a:gd name="connsiteY8" fmla="*/ 55229 h 55229"/>
              <a:gd name="connsiteX9" fmla="*/ 0 w 2234437"/>
              <a:gd name="connsiteY9" fmla="*/ 55229 h 55229"/>
              <a:gd name="connsiteX10" fmla="*/ 0 w 2234437"/>
              <a:gd name="connsiteY10" fmla="*/ 0 h 5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4437" h="55229" fill="none" extrusionOk="0">
                <a:moveTo>
                  <a:pt x="0" y="0"/>
                </a:moveTo>
                <a:cubicBezTo>
                  <a:pt x="127557" y="17503"/>
                  <a:pt x="411795" y="-11805"/>
                  <a:pt x="536265" y="0"/>
                </a:cubicBezTo>
                <a:cubicBezTo>
                  <a:pt x="660735" y="11805"/>
                  <a:pt x="929834" y="6530"/>
                  <a:pt x="1094874" y="0"/>
                </a:cubicBezTo>
                <a:cubicBezTo>
                  <a:pt x="1259914" y="-6530"/>
                  <a:pt x="1486281" y="2163"/>
                  <a:pt x="1653483" y="0"/>
                </a:cubicBezTo>
                <a:cubicBezTo>
                  <a:pt x="1820685" y="-2163"/>
                  <a:pt x="1952694" y="10751"/>
                  <a:pt x="2234437" y="0"/>
                </a:cubicBezTo>
                <a:cubicBezTo>
                  <a:pt x="2235975" y="26470"/>
                  <a:pt x="2234956" y="36888"/>
                  <a:pt x="2234437" y="55229"/>
                </a:cubicBezTo>
                <a:cubicBezTo>
                  <a:pt x="2116827" y="57158"/>
                  <a:pt x="1857030" y="78378"/>
                  <a:pt x="1675828" y="55229"/>
                </a:cubicBezTo>
                <a:cubicBezTo>
                  <a:pt x="1494626" y="32080"/>
                  <a:pt x="1387064" y="78136"/>
                  <a:pt x="1161907" y="55229"/>
                </a:cubicBezTo>
                <a:cubicBezTo>
                  <a:pt x="936750" y="32322"/>
                  <a:pt x="797242" y="39167"/>
                  <a:pt x="647987" y="55229"/>
                </a:cubicBezTo>
                <a:cubicBezTo>
                  <a:pt x="498732" y="71291"/>
                  <a:pt x="198747" y="52031"/>
                  <a:pt x="0" y="55229"/>
                </a:cubicBezTo>
                <a:cubicBezTo>
                  <a:pt x="-1702" y="39911"/>
                  <a:pt x="-1266" y="24595"/>
                  <a:pt x="0" y="0"/>
                </a:cubicBezTo>
                <a:close/>
              </a:path>
              <a:path w="2234437" h="55229" stroke="0" extrusionOk="0">
                <a:moveTo>
                  <a:pt x="0" y="0"/>
                </a:moveTo>
                <a:cubicBezTo>
                  <a:pt x="227621" y="-15617"/>
                  <a:pt x="317195" y="849"/>
                  <a:pt x="536265" y="0"/>
                </a:cubicBezTo>
                <a:cubicBezTo>
                  <a:pt x="755335" y="-849"/>
                  <a:pt x="874241" y="-9369"/>
                  <a:pt x="1027841" y="0"/>
                </a:cubicBezTo>
                <a:cubicBezTo>
                  <a:pt x="1181441" y="9369"/>
                  <a:pt x="1409077" y="-8579"/>
                  <a:pt x="1631139" y="0"/>
                </a:cubicBezTo>
                <a:cubicBezTo>
                  <a:pt x="1853201" y="8579"/>
                  <a:pt x="1999936" y="-18727"/>
                  <a:pt x="2234437" y="0"/>
                </a:cubicBezTo>
                <a:cubicBezTo>
                  <a:pt x="2233477" y="15688"/>
                  <a:pt x="2232065" y="32196"/>
                  <a:pt x="2234437" y="55229"/>
                </a:cubicBezTo>
                <a:cubicBezTo>
                  <a:pt x="2007022" y="36472"/>
                  <a:pt x="1932519" y="70586"/>
                  <a:pt x="1720516" y="55229"/>
                </a:cubicBezTo>
                <a:cubicBezTo>
                  <a:pt x="1508513" y="39872"/>
                  <a:pt x="1341982" y="43990"/>
                  <a:pt x="1206596" y="55229"/>
                </a:cubicBezTo>
                <a:cubicBezTo>
                  <a:pt x="1071210" y="66468"/>
                  <a:pt x="731073" y="29716"/>
                  <a:pt x="603298" y="55229"/>
                </a:cubicBezTo>
                <a:cubicBezTo>
                  <a:pt x="475523" y="80742"/>
                  <a:pt x="230193" y="66522"/>
                  <a:pt x="0" y="55229"/>
                </a:cubicBezTo>
                <a:cubicBezTo>
                  <a:pt x="486" y="38837"/>
                  <a:pt x="-27" y="27158"/>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6" name="Rectangle 25">
            <a:extLst>
              <a:ext uri="{FF2B5EF4-FFF2-40B4-BE49-F238E27FC236}">
                <a16:creationId xmlns:a16="http://schemas.microsoft.com/office/drawing/2014/main" id="{5A98910B-3395-3E6D-E70F-F0B4141EF98E}"/>
              </a:ext>
            </a:extLst>
          </p:cNvPr>
          <p:cNvSpPr/>
          <p:nvPr/>
        </p:nvSpPr>
        <p:spPr>
          <a:xfrm>
            <a:off x="523684" y="559454"/>
            <a:ext cx="1655319" cy="66087"/>
          </a:xfrm>
          <a:custGeom>
            <a:avLst/>
            <a:gdLst>
              <a:gd name="connsiteX0" fmla="*/ 0 w 1655319"/>
              <a:gd name="connsiteY0" fmla="*/ 0 h 66087"/>
              <a:gd name="connsiteX1" fmla="*/ 584879 w 1655319"/>
              <a:gd name="connsiteY1" fmla="*/ 0 h 66087"/>
              <a:gd name="connsiteX2" fmla="*/ 1153206 w 1655319"/>
              <a:gd name="connsiteY2" fmla="*/ 0 h 66087"/>
              <a:gd name="connsiteX3" fmla="*/ 1655319 w 1655319"/>
              <a:gd name="connsiteY3" fmla="*/ 0 h 66087"/>
              <a:gd name="connsiteX4" fmla="*/ 1655319 w 1655319"/>
              <a:gd name="connsiteY4" fmla="*/ 66087 h 66087"/>
              <a:gd name="connsiteX5" fmla="*/ 1136652 w 1655319"/>
              <a:gd name="connsiteY5" fmla="*/ 66087 h 66087"/>
              <a:gd name="connsiteX6" fmla="*/ 584879 w 1655319"/>
              <a:gd name="connsiteY6" fmla="*/ 66087 h 66087"/>
              <a:gd name="connsiteX7" fmla="*/ 0 w 1655319"/>
              <a:gd name="connsiteY7" fmla="*/ 66087 h 66087"/>
              <a:gd name="connsiteX8" fmla="*/ 0 w 1655319"/>
              <a:gd name="connsiteY8" fmla="*/ 0 h 6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5319" h="66087" fill="none" extrusionOk="0">
                <a:moveTo>
                  <a:pt x="0" y="0"/>
                </a:moveTo>
                <a:cubicBezTo>
                  <a:pt x="207965" y="1820"/>
                  <a:pt x="373577" y="23048"/>
                  <a:pt x="584879" y="0"/>
                </a:cubicBezTo>
                <a:cubicBezTo>
                  <a:pt x="796181" y="-23048"/>
                  <a:pt x="1014214" y="-26020"/>
                  <a:pt x="1153206" y="0"/>
                </a:cubicBezTo>
                <a:cubicBezTo>
                  <a:pt x="1292198" y="26020"/>
                  <a:pt x="1539051" y="18080"/>
                  <a:pt x="1655319" y="0"/>
                </a:cubicBezTo>
                <a:cubicBezTo>
                  <a:pt x="1655470" y="26205"/>
                  <a:pt x="1655753" y="46171"/>
                  <a:pt x="1655319" y="66087"/>
                </a:cubicBezTo>
                <a:cubicBezTo>
                  <a:pt x="1403971" y="56973"/>
                  <a:pt x="1270591" y="85841"/>
                  <a:pt x="1136652" y="66087"/>
                </a:cubicBezTo>
                <a:cubicBezTo>
                  <a:pt x="1002713" y="46333"/>
                  <a:pt x="752377" y="86164"/>
                  <a:pt x="584879" y="66087"/>
                </a:cubicBezTo>
                <a:cubicBezTo>
                  <a:pt x="417381" y="46010"/>
                  <a:pt x="141670" y="57478"/>
                  <a:pt x="0" y="66087"/>
                </a:cubicBezTo>
                <a:cubicBezTo>
                  <a:pt x="3295" y="49425"/>
                  <a:pt x="-1709" y="15210"/>
                  <a:pt x="0" y="0"/>
                </a:cubicBezTo>
                <a:close/>
              </a:path>
              <a:path w="1655319" h="66087" stroke="0" extrusionOk="0">
                <a:moveTo>
                  <a:pt x="0" y="0"/>
                </a:moveTo>
                <a:cubicBezTo>
                  <a:pt x="250099" y="-23956"/>
                  <a:pt x="419396" y="6052"/>
                  <a:pt x="535220" y="0"/>
                </a:cubicBezTo>
                <a:cubicBezTo>
                  <a:pt x="651044" y="-6052"/>
                  <a:pt x="808829" y="10745"/>
                  <a:pt x="1037333" y="0"/>
                </a:cubicBezTo>
                <a:cubicBezTo>
                  <a:pt x="1265837" y="-10745"/>
                  <a:pt x="1425745" y="23431"/>
                  <a:pt x="1655319" y="0"/>
                </a:cubicBezTo>
                <a:cubicBezTo>
                  <a:pt x="1655078" y="15907"/>
                  <a:pt x="1655688" y="44656"/>
                  <a:pt x="1655319" y="66087"/>
                </a:cubicBezTo>
                <a:cubicBezTo>
                  <a:pt x="1452070" y="58993"/>
                  <a:pt x="1319890" y="47318"/>
                  <a:pt x="1136652" y="66087"/>
                </a:cubicBezTo>
                <a:cubicBezTo>
                  <a:pt x="953414" y="84856"/>
                  <a:pt x="796587" y="87066"/>
                  <a:pt x="551773" y="66087"/>
                </a:cubicBezTo>
                <a:cubicBezTo>
                  <a:pt x="306959" y="45108"/>
                  <a:pt x="242558" y="62090"/>
                  <a:pt x="0" y="66087"/>
                </a:cubicBezTo>
                <a:cubicBezTo>
                  <a:pt x="1801" y="35157"/>
                  <a:pt x="2237" y="25688"/>
                  <a:pt x="0" y="0"/>
                </a:cubicBezTo>
                <a:close/>
              </a:path>
            </a:pathLst>
          </a:custGeom>
          <a:solidFill>
            <a:schemeClr val="accent6">
              <a:lumMod val="40000"/>
              <a:lumOff val="60000"/>
            </a:schemeClr>
          </a:solidFill>
          <a:ln w="0">
            <a:solidFill>
              <a:schemeClr val="accent6">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22">
            <a:extLst>
              <a:ext uri="{FF2B5EF4-FFF2-40B4-BE49-F238E27FC236}">
                <a16:creationId xmlns:a16="http://schemas.microsoft.com/office/drawing/2014/main" id="{F5898BC0-DC30-7D9C-91D5-CA306FDB06B8}"/>
              </a:ext>
            </a:extLst>
          </p:cNvPr>
          <p:cNvSpPr/>
          <p:nvPr/>
        </p:nvSpPr>
        <p:spPr>
          <a:xfrm>
            <a:off x="2208606" y="558486"/>
            <a:ext cx="321700" cy="66087"/>
          </a:xfrm>
          <a:custGeom>
            <a:avLst/>
            <a:gdLst>
              <a:gd name="connsiteX0" fmla="*/ 0 w 321700"/>
              <a:gd name="connsiteY0" fmla="*/ 0 h 66087"/>
              <a:gd name="connsiteX1" fmla="*/ 321700 w 321700"/>
              <a:gd name="connsiteY1" fmla="*/ 0 h 66087"/>
              <a:gd name="connsiteX2" fmla="*/ 321700 w 321700"/>
              <a:gd name="connsiteY2" fmla="*/ 66087 h 66087"/>
              <a:gd name="connsiteX3" fmla="*/ 0 w 321700"/>
              <a:gd name="connsiteY3" fmla="*/ 66087 h 66087"/>
              <a:gd name="connsiteX4" fmla="*/ 0 w 321700"/>
              <a:gd name="connsiteY4" fmla="*/ 0 h 66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00" h="66087" fill="none" extrusionOk="0">
                <a:moveTo>
                  <a:pt x="0" y="0"/>
                </a:moveTo>
                <a:cubicBezTo>
                  <a:pt x="156575" y="-11178"/>
                  <a:pt x="167863" y="-10536"/>
                  <a:pt x="321700" y="0"/>
                </a:cubicBezTo>
                <a:cubicBezTo>
                  <a:pt x="320499" y="24687"/>
                  <a:pt x="319899" y="50756"/>
                  <a:pt x="321700" y="66087"/>
                </a:cubicBezTo>
                <a:cubicBezTo>
                  <a:pt x="183554" y="80525"/>
                  <a:pt x="143779" y="64053"/>
                  <a:pt x="0" y="66087"/>
                </a:cubicBezTo>
                <a:cubicBezTo>
                  <a:pt x="1801" y="39145"/>
                  <a:pt x="-541" y="28227"/>
                  <a:pt x="0" y="0"/>
                </a:cubicBezTo>
                <a:close/>
              </a:path>
              <a:path w="321700" h="66087" stroke="0" extrusionOk="0">
                <a:moveTo>
                  <a:pt x="0" y="0"/>
                </a:moveTo>
                <a:cubicBezTo>
                  <a:pt x="118777" y="-1798"/>
                  <a:pt x="210414" y="-3408"/>
                  <a:pt x="321700" y="0"/>
                </a:cubicBezTo>
                <a:cubicBezTo>
                  <a:pt x="323432" y="29391"/>
                  <a:pt x="323307" y="43559"/>
                  <a:pt x="321700" y="66087"/>
                </a:cubicBezTo>
                <a:cubicBezTo>
                  <a:pt x="241623" y="81931"/>
                  <a:pt x="87247" y="77912"/>
                  <a:pt x="0" y="66087"/>
                </a:cubicBezTo>
                <a:cubicBezTo>
                  <a:pt x="2528" y="45025"/>
                  <a:pt x="-3083" y="21249"/>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文本框 4">
            <a:extLst>
              <a:ext uri="{FF2B5EF4-FFF2-40B4-BE49-F238E27FC236}">
                <a16:creationId xmlns:a16="http://schemas.microsoft.com/office/drawing/2014/main" id="{A862CEAD-8DCA-2510-9C1F-218218152F38}"/>
              </a:ext>
            </a:extLst>
          </p:cNvPr>
          <p:cNvSpPr txBox="1"/>
          <p:nvPr/>
        </p:nvSpPr>
        <p:spPr>
          <a:xfrm>
            <a:off x="493691" y="523361"/>
            <a:ext cx="2264433" cy="601013"/>
          </a:xfrm>
          <a:prstGeom prst="rect">
            <a:avLst/>
          </a:prstGeom>
          <a:noFill/>
          <a:ln w="6350" cap="sq" cmpd="sng">
            <a:solidFill>
              <a:schemeClr val="tx1"/>
            </a:solid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square" lIns="36000" tIns="18000" rIns="36000" bIns="36000" rtlCol="0">
            <a:noAutofit/>
          </a:bodyPr>
          <a:lstStyle/>
          <a:p>
            <a:r>
              <a:rPr kumimoji="1" lang="en" altLang="zh-CN" sz="600" dirty="0">
                <a:latin typeface="Times New Roman" panose="02020603050405020304" pitchFamily="18" charset="0"/>
                <a:cs typeface="Times New Roman" panose="02020603050405020304" pitchFamily="18" charset="0"/>
              </a:rPr>
              <a:t>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init</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py</a:t>
            </a:r>
            <a:r>
              <a:rPr kumimoji="1" lang="en" altLang="zh-CN" sz="600" dirty="0">
                <a:latin typeface="Times New Roman" panose="02020603050405020304" pitchFamily="18" charset="0"/>
                <a:cs typeface="Times New Roman" panose="02020603050405020304" pitchFamily="18" charset="0"/>
              </a:rPr>
              <a:t>, ... , end of entry</a:t>
            </a:r>
            <a:r>
              <a:rPr kumimoji="1" lang="en-US" altLang="zh-CN" sz="600" dirty="0">
                <a:latin typeface="Times New Roman" panose="02020603050405020304" pitchFamily="18" charset="0"/>
                <a:cs typeface="Times New Roman" panose="02020603050405020304" pitchFamily="18" charset="0"/>
              </a:rPr>
              <a:t>,</a:t>
            </a:r>
            <a:r>
              <a:rPr kumimoji="1" lang="en" altLang="zh-CN" sz="600" dirty="0">
                <a:latin typeface="Times New Roman" panose="02020603050405020304" pitchFamily="18" charset="0"/>
                <a:cs typeface="Times New Roman" panose="02020603050405020304" pitchFamily="18" charset="0"/>
              </a:rPr>
              <a:t> 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a:t>
            </a:r>
            <a:r>
              <a:rPr kumimoji="1" lang="en" altLang="zh-CN" sz="600" dirty="0" err="1">
                <a:latin typeface="Times New Roman" panose="02020603050405020304" pitchFamily="18" charset="0"/>
                <a:cs typeface="Times New Roman" panose="02020603050405020304" pitchFamily="18" charset="0"/>
              </a:rPr>
              <a:t>debug.py</a:t>
            </a:r>
            <a:r>
              <a:rPr kumimoji="1" lang="en" altLang="zh-CN" sz="600" dirty="0">
                <a:latin typeface="Times New Roman" panose="02020603050405020304" pitchFamily="18" charset="0"/>
                <a:cs typeface="Times New Roman" panose="02020603050405020304" pitchFamily="18" charset="0"/>
              </a:rPr>
              <a:t>, import operating system module, import network module, use URL, use network module call, use operating system module call, use sensitive information, use sensitive information, use sensitive information, use sensitive information, import network module, use network module call, end of entry, start entry …</a:t>
            </a:r>
          </a:p>
        </p:txBody>
      </p:sp>
    </p:spTree>
    <p:extLst>
      <p:ext uri="{BB962C8B-B14F-4D97-AF65-F5344CB8AC3E}">
        <p14:creationId xmlns:p14="http://schemas.microsoft.com/office/powerpoint/2010/main" val="613225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4">
            <a:extLst>
              <a:ext uri="{FF2B5EF4-FFF2-40B4-BE49-F238E27FC236}">
                <a16:creationId xmlns:a16="http://schemas.microsoft.com/office/drawing/2014/main" id="{A862CEAD-8DCA-2510-9C1F-218218152F38}"/>
              </a:ext>
            </a:extLst>
          </p:cNvPr>
          <p:cNvSpPr txBox="1"/>
          <p:nvPr/>
        </p:nvSpPr>
        <p:spPr>
          <a:xfrm>
            <a:off x="493691" y="523361"/>
            <a:ext cx="2264433" cy="601013"/>
          </a:xfrm>
          <a:prstGeom prst="rect">
            <a:avLst/>
          </a:prstGeom>
          <a:noFill/>
          <a:ln w="6350" cap="sq" cmpd="sng">
            <a:solidFill>
              <a:schemeClr val="tx1"/>
            </a:solid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square" lIns="36000" tIns="18000" rIns="36000" bIns="36000" rtlCol="0">
            <a:noAutofit/>
          </a:bodyPr>
          <a:lstStyle/>
          <a:p>
            <a:r>
              <a:rPr kumimoji="1" lang="en" altLang="zh-CN" sz="600" dirty="0">
                <a:latin typeface="Times New Roman" panose="02020603050405020304" pitchFamily="18" charset="0"/>
                <a:cs typeface="Times New Roman" panose="02020603050405020304" pitchFamily="18" charset="0"/>
              </a:rPr>
              <a:t>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init</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py</a:t>
            </a:r>
            <a:r>
              <a:rPr kumimoji="1" lang="en" altLang="zh-CN" sz="600" dirty="0">
                <a:latin typeface="Times New Roman" panose="02020603050405020304" pitchFamily="18" charset="0"/>
                <a:cs typeface="Times New Roman" panose="02020603050405020304" pitchFamily="18" charset="0"/>
              </a:rPr>
              <a:t>, ... , end of entry</a:t>
            </a:r>
            <a:r>
              <a:rPr kumimoji="1" lang="en-US" altLang="zh-CN" sz="600" dirty="0">
                <a:latin typeface="Times New Roman" panose="02020603050405020304" pitchFamily="18" charset="0"/>
                <a:cs typeface="Times New Roman" panose="02020603050405020304" pitchFamily="18" charset="0"/>
              </a:rPr>
              <a:t>,</a:t>
            </a:r>
            <a:r>
              <a:rPr kumimoji="1" lang="en" altLang="zh-CN" sz="600" dirty="0">
                <a:latin typeface="Times New Roman" panose="02020603050405020304" pitchFamily="18" charset="0"/>
                <a:cs typeface="Times New Roman" panose="02020603050405020304" pitchFamily="18" charset="0"/>
              </a:rPr>
              <a:t> 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a:t>
            </a:r>
            <a:r>
              <a:rPr kumimoji="1" lang="en" altLang="zh-CN" sz="600" dirty="0" err="1">
                <a:latin typeface="Times New Roman" panose="02020603050405020304" pitchFamily="18" charset="0"/>
                <a:cs typeface="Times New Roman" panose="02020603050405020304" pitchFamily="18" charset="0"/>
              </a:rPr>
              <a:t>debug.py</a:t>
            </a:r>
            <a:r>
              <a:rPr kumimoji="1" lang="en" altLang="zh-CN" sz="600" dirty="0">
                <a:latin typeface="Times New Roman" panose="02020603050405020304" pitchFamily="18" charset="0"/>
                <a:cs typeface="Times New Roman" panose="02020603050405020304" pitchFamily="18" charset="0"/>
              </a:rPr>
              <a:t>, import operating system module, import network module, use URL, use network module call, use operating system module call, use sensitive information, use sensitive information, use sensitive information, use sensitive information, import network module, use network module call, end of entry, start entry …</a:t>
            </a:r>
          </a:p>
        </p:txBody>
      </p:sp>
    </p:spTree>
    <p:extLst>
      <p:ext uri="{BB962C8B-B14F-4D97-AF65-F5344CB8AC3E}">
        <p14:creationId xmlns:p14="http://schemas.microsoft.com/office/powerpoint/2010/main" val="3994220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116624-39FC-FCD2-28CA-D1543C290898}"/>
              </a:ext>
            </a:extLst>
          </p:cNvPr>
          <p:cNvSpPr/>
          <p:nvPr/>
        </p:nvSpPr>
        <p:spPr>
          <a:xfrm>
            <a:off x="495461" y="326182"/>
            <a:ext cx="2425222" cy="45719"/>
          </a:xfrm>
          <a:custGeom>
            <a:avLst/>
            <a:gdLst>
              <a:gd name="connsiteX0" fmla="*/ 0 w 2425222"/>
              <a:gd name="connsiteY0" fmla="*/ 0 h 45719"/>
              <a:gd name="connsiteX1" fmla="*/ 582053 w 2425222"/>
              <a:gd name="connsiteY1" fmla="*/ 0 h 45719"/>
              <a:gd name="connsiteX2" fmla="*/ 1188359 w 2425222"/>
              <a:gd name="connsiteY2" fmla="*/ 0 h 45719"/>
              <a:gd name="connsiteX3" fmla="*/ 1794664 w 2425222"/>
              <a:gd name="connsiteY3" fmla="*/ 0 h 45719"/>
              <a:gd name="connsiteX4" fmla="*/ 2425222 w 2425222"/>
              <a:gd name="connsiteY4" fmla="*/ 0 h 45719"/>
              <a:gd name="connsiteX5" fmla="*/ 2425222 w 2425222"/>
              <a:gd name="connsiteY5" fmla="*/ 45719 h 45719"/>
              <a:gd name="connsiteX6" fmla="*/ 1818917 w 2425222"/>
              <a:gd name="connsiteY6" fmla="*/ 45719 h 45719"/>
              <a:gd name="connsiteX7" fmla="*/ 1261115 w 2425222"/>
              <a:gd name="connsiteY7" fmla="*/ 45719 h 45719"/>
              <a:gd name="connsiteX8" fmla="*/ 703314 w 2425222"/>
              <a:gd name="connsiteY8" fmla="*/ 45719 h 45719"/>
              <a:gd name="connsiteX9" fmla="*/ 0 w 2425222"/>
              <a:gd name="connsiteY9" fmla="*/ 45719 h 45719"/>
              <a:gd name="connsiteX10" fmla="*/ 0 w 2425222"/>
              <a:gd name="connsiteY10"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25222" h="45719" fill="none" extrusionOk="0">
                <a:moveTo>
                  <a:pt x="0" y="0"/>
                </a:moveTo>
                <a:cubicBezTo>
                  <a:pt x="167473" y="-2264"/>
                  <a:pt x="353300" y="11730"/>
                  <a:pt x="582053" y="0"/>
                </a:cubicBezTo>
                <a:cubicBezTo>
                  <a:pt x="810806" y="-11730"/>
                  <a:pt x="1014996" y="-11055"/>
                  <a:pt x="1188359" y="0"/>
                </a:cubicBezTo>
                <a:cubicBezTo>
                  <a:pt x="1361722" y="11055"/>
                  <a:pt x="1584235" y="-6958"/>
                  <a:pt x="1794664" y="0"/>
                </a:cubicBezTo>
                <a:cubicBezTo>
                  <a:pt x="2005093" y="6958"/>
                  <a:pt x="2220685" y="-30143"/>
                  <a:pt x="2425222" y="0"/>
                </a:cubicBezTo>
                <a:cubicBezTo>
                  <a:pt x="2424128" y="14948"/>
                  <a:pt x="2424224" y="32827"/>
                  <a:pt x="2425222" y="45719"/>
                </a:cubicBezTo>
                <a:cubicBezTo>
                  <a:pt x="2255882" y="73247"/>
                  <a:pt x="2103433" y="46934"/>
                  <a:pt x="1818917" y="45719"/>
                </a:cubicBezTo>
                <a:cubicBezTo>
                  <a:pt x="1534401" y="44504"/>
                  <a:pt x="1538708" y="42398"/>
                  <a:pt x="1261115" y="45719"/>
                </a:cubicBezTo>
                <a:cubicBezTo>
                  <a:pt x="983522" y="49040"/>
                  <a:pt x="963130" y="36064"/>
                  <a:pt x="703314" y="45719"/>
                </a:cubicBezTo>
                <a:cubicBezTo>
                  <a:pt x="443498" y="55374"/>
                  <a:pt x="313668" y="41871"/>
                  <a:pt x="0" y="45719"/>
                </a:cubicBezTo>
                <a:cubicBezTo>
                  <a:pt x="-1934" y="33426"/>
                  <a:pt x="817" y="15270"/>
                  <a:pt x="0" y="0"/>
                </a:cubicBezTo>
                <a:close/>
              </a:path>
              <a:path w="2425222" h="45719" stroke="0" extrusionOk="0">
                <a:moveTo>
                  <a:pt x="0" y="0"/>
                </a:moveTo>
                <a:cubicBezTo>
                  <a:pt x="227305" y="18027"/>
                  <a:pt x="462226" y="-6031"/>
                  <a:pt x="582053" y="0"/>
                </a:cubicBezTo>
                <a:cubicBezTo>
                  <a:pt x="701880" y="6031"/>
                  <a:pt x="878568" y="10388"/>
                  <a:pt x="1115602" y="0"/>
                </a:cubicBezTo>
                <a:cubicBezTo>
                  <a:pt x="1352636" y="-10388"/>
                  <a:pt x="1466759" y="-246"/>
                  <a:pt x="1770412" y="0"/>
                </a:cubicBezTo>
                <a:cubicBezTo>
                  <a:pt x="2074065" y="246"/>
                  <a:pt x="2168066" y="-16331"/>
                  <a:pt x="2425222" y="0"/>
                </a:cubicBezTo>
                <a:cubicBezTo>
                  <a:pt x="2426647" y="13748"/>
                  <a:pt x="2424815" y="34312"/>
                  <a:pt x="2425222" y="45719"/>
                </a:cubicBezTo>
                <a:cubicBezTo>
                  <a:pt x="2280791" y="62077"/>
                  <a:pt x="2085455" y="30345"/>
                  <a:pt x="1867421" y="45719"/>
                </a:cubicBezTo>
                <a:cubicBezTo>
                  <a:pt x="1649387" y="61093"/>
                  <a:pt x="1460058" y="46887"/>
                  <a:pt x="1309620" y="45719"/>
                </a:cubicBezTo>
                <a:cubicBezTo>
                  <a:pt x="1159182" y="44551"/>
                  <a:pt x="960806" y="64606"/>
                  <a:pt x="654810" y="45719"/>
                </a:cubicBezTo>
                <a:cubicBezTo>
                  <a:pt x="348814" y="26833"/>
                  <a:pt x="245048" y="69386"/>
                  <a:pt x="0" y="45719"/>
                </a:cubicBezTo>
                <a:cubicBezTo>
                  <a:pt x="-1004" y="32491"/>
                  <a:pt x="-27" y="16991"/>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Rectangle 14">
            <a:extLst>
              <a:ext uri="{FF2B5EF4-FFF2-40B4-BE49-F238E27FC236}">
                <a16:creationId xmlns:a16="http://schemas.microsoft.com/office/drawing/2014/main" id="{E58966E9-C5B4-16D3-D88C-CC8787EB3D69}"/>
              </a:ext>
            </a:extLst>
          </p:cNvPr>
          <p:cNvSpPr/>
          <p:nvPr/>
        </p:nvSpPr>
        <p:spPr>
          <a:xfrm>
            <a:off x="493810" y="414377"/>
            <a:ext cx="2599619" cy="60391"/>
          </a:xfrm>
          <a:custGeom>
            <a:avLst/>
            <a:gdLst>
              <a:gd name="connsiteX0" fmla="*/ 0 w 2599619"/>
              <a:gd name="connsiteY0" fmla="*/ 0 h 60391"/>
              <a:gd name="connsiteX1" fmla="*/ 623909 w 2599619"/>
              <a:gd name="connsiteY1" fmla="*/ 0 h 60391"/>
              <a:gd name="connsiteX2" fmla="*/ 1273813 w 2599619"/>
              <a:gd name="connsiteY2" fmla="*/ 0 h 60391"/>
              <a:gd name="connsiteX3" fmla="*/ 1923718 w 2599619"/>
              <a:gd name="connsiteY3" fmla="*/ 0 h 60391"/>
              <a:gd name="connsiteX4" fmla="*/ 2599619 w 2599619"/>
              <a:gd name="connsiteY4" fmla="*/ 0 h 60391"/>
              <a:gd name="connsiteX5" fmla="*/ 2599619 w 2599619"/>
              <a:gd name="connsiteY5" fmla="*/ 60391 h 60391"/>
              <a:gd name="connsiteX6" fmla="*/ 1949714 w 2599619"/>
              <a:gd name="connsiteY6" fmla="*/ 60391 h 60391"/>
              <a:gd name="connsiteX7" fmla="*/ 1351802 w 2599619"/>
              <a:gd name="connsiteY7" fmla="*/ 60391 h 60391"/>
              <a:gd name="connsiteX8" fmla="*/ 753890 w 2599619"/>
              <a:gd name="connsiteY8" fmla="*/ 60391 h 60391"/>
              <a:gd name="connsiteX9" fmla="*/ 0 w 2599619"/>
              <a:gd name="connsiteY9" fmla="*/ 60391 h 60391"/>
              <a:gd name="connsiteX10" fmla="*/ 0 w 2599619"/>
              <a:gd name="connsiteY10" fmla="*/ 0 h 6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9619" h="60391" fill="none" extrusionOk="0">
                <a:moveTo>
                  <a:pt x="0" y="0"/>
                </a:moveTo>
                <a:cubicBezTo>
                  <a:pt x="177232" y="-20223"/>
                  <a:pt x="420163" y="-2298"/>
                  <a:pt x="623909" y="0"/>
                </a:cubicBezTo>
                <a:cubicBezTo>
                  <a:pt x="827655" y="2298"/>
                  <a:pt x="1015347" y="-5336"/>
                  <a:pt x="1273813" y="0"/>
                </a:cubicBezTo>
                <a:cubicBezTo>
                  <a:pt x="1532279" y="5336"/>
                  <a:pt x="1729644" y="-5253"/>
                  <a:pt x="1923718" y="0"/>
                </a:cubicBezTo>
                <a:cubicBezTo>
                  <a:pt x="2117792" y="5253"/>
                  <a:pt x="2423007" y="939"/>
                  <a:pt x="2599619" y="0"/>
                </a:cubicBezTo>
                <a:cubicBezTo>
                  <a:pt x="2600726" y="12866"/>
                  <a:pt x="2597141" y="35202"/>
                  <a:pt x="2599619" y="60391"/>
                </a:cubicBezTo>
                <a:cubicBezTo>
                  <a:pt x="2410101" y="87735"/>
                  <a:pt x="2216460" y="41163"/>
                  <a:pt x="1949714" y="60391"/>
                </a:cubicBezTo>
                <a:cubicBezTo>
                  <a:pt x="1682968" y="79619"/>
                  <a:pt x="1496764" y="37483"/>
                  <a:pt x="1351802" y="60391"/>
                </a:cubicBezTo>
                <a:cubicBezTo>
                  <a:pt x="1206840" y="83299"/>
                  <a:pt x="985556" y="55623"/>
                  <a:pt x="753890" y="60391"/>
                </a:cubicBezTo>
                <a:cubicBezTo>
                  <a:pt x="522224" y="65159"/>
                  <a:pt x="209590" y="34450"/>
                  <a:pt x="0" y="60391"/>
                </a:cubicBezTo>
                <a:cubicBezTo>
                  <a:pt x="739" y="33928"/>
                  <a:pt x="-1817" y="16208"/>
                  <a:pt x="0" y="0"/>
                </a:cubicBezTo>
                <a:close/>
              </a:path>
              <a:path w="2599619" h="60391" stroke="0" extrusionOk="0">
                <a:moveTo>
                  <a:pt x="0" y="0"/>
                </a:moveTo>
                <a:cubicBezTo>
                  <a:pt x="173543" y="-13511"/>
                  <a:pt x="354156" y="5682"/>
                  <a:pt x="623909" y="0"/>
                </a:cubicBezTo>
                <a:cubicBezTo>
                  <a:pt x="893662" y="-5682"/>
                  <a:pt x="1026861" y="16874"/>
                  <a:pt x="1195825" y="0"/>
                </a:cubicBezTo>
                <a:cubicBezTo>
                  <a:pt x="1364789" y="-16874"/>
                  <a:pt x="1628117" y="-10083"/>
                  <a:pt x="1897722" y="0"/>
                </a:cubicBezTo>
                <a:cubicBezTo>
                  <a:pt x="2167327" y="10083"/>
                  <a:pt x="2264730" y="-14116"/>
                  <a:pt x="2599619" y="0"/>
                </a:cubicBezTo>
                <a:cubicBezTo>
                  <a:pt x="2602407" y="24791"/>
                  <a:pt x="2602500" y="40555"/>
                  <a:pt x="2599619" y="60391"/>
                </a:cubicBezTo>
                <a:cubicBezTo>
                  <a:pt x="2437799" y="38230"/>
                  <a:pt x="2210809" y="72470"/>
                  <a:pt x="2001707" y="60391"/>
                </a:cubicBezTo>
                <a:cubicBezTo>
                  <a:pt x="1792605" y="48312"/>
                  <a:pt x="1555124" y="88422"/>
                  <a:pt x="1403794" y="60391"/>
                </a:cubicBezTo>
                <a:cubicBezTo>
                  <a:pt x="1252464" y="32360"/>
                  <a:pt x="853153" y="77207"/>
                  <a:pt x="701897" y="60391"/>
                </a:cubicBezTo>
                <a:cubicBezTo>
                  <a:pt x="550641" y="43575"/>
                  <a:pt x="191040" y="73113"/>
                  <a:pt x="0" y="60391"/>
                </a:cubicBezTo>
                <a:cubicBezTo>
                  <a:pt x="-1908" y="33884"/>
                  <a:pt x="419" y="29100"/>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Rectangle 19">
            <a:extLst>
              <a:ext uri="{FF2B5EF4-FFF2-40B4-BE49-F238E27FC236}">
                <a16:creationId xmlns:a16="http://schemas.microsoft.com/office/drawing/2014/main" id="{47968BAB-D5A5-ED5C-098A-05388BB3920C}"/>
              </a:ext>
            </a:extLst>
          </p:cNvPr>
          <p:cNvSpPr/>
          <p:nvPr/>
        </p:nvSpPr>
        <p:spPr>
          <a:xfrm>
            <a:off x="500227" y="1090659"/>
            <a:ext cx="2510293" cy="68034"/>
          </a:xfrm>
          <a:custGeom>
            <a:avLst/>
            <a:gdLst>
              <a:gd name="connsiteX0" fmla="*/ 0 w 2510293"/>
              <a:gd name="connsiteY0" fmla="*/ 0 h 68034"/>
              <a:gd name="connsiteX1" fmla="*/ 602470 w 2510293"/>
              <a:gd name="connsiteY1" fmla="*/ 0 h 68034"/>
              <a:gd name="connsiteX2" fmla="*/ 1230044 w 2510293"/>
              <a:gd name="connsiteY2" fmla="*/ 0 h 68034"/>
              <a:gd name="connsiteX3" fmla="*/ 1857617 w 2510293"/>
              <a:gd name="connsiteY3" fmla="*/ 0 h 68034"/>
              <a:gd name="connsiteX4" fmla="*/ 2510293 w 2510293"/>
              <a:gd name="connsiteY4" fmla="*/ 0 h 68034"/>
              <a:gd name="connsiteX5" fmla="*/ 2510293 w 2510293"/>
              <a:gd name="connsiteY5" fmla="*/ 68034 h 68034"/>
              <a:gd name="connsiteX6" fmla="*/ 1882720 w 2510293"/>
              <a:gd name="connsiteY6" fmla="*/ 68034 h 68034"/>
              <a:gd name="connsiteX7" fmla="*/ 1305352 w 2510293"/>
              <a:gd name="connsiteY7" fmla="*/ 68034 h 68034"/>
              <a:gd name="connsiteX8" fmla="*/ 727985 w 2510293"/>
              <a:gd name="connsiteY8" fmla="*/ 68034 h 68034"/>
              <a:gd name="connsiteX9" fmla="*/ 0 w 2510293"/>
              <a:gd name="connsiteY9" fmla="*/ 68034 h 68034"/>
              <a:gd name="connsiteX10" fmla="*/ 0 w 2510293"/>
              <a:gd name="connsiteY10" fmla="*/ 0 h 68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10293" h="68034" fill="none" extrusionOk="0">
                <a:moveTo>
                  <a:pt x="0" y="0"/>
                </a:moveTo>
                <a:cubicBezTo>
                  <a:pt x="197598" y="24340"/>
                  <a:pt x="314215" y="-16894"/>
                  <a:pt x="602470" y="0"/>
                </a:cubicBezTo>
                <a:cubicBezTo>
                  <a:pt x="890725" y="16894"/>
                  <a:pt x="1048144" y="9074"/>
                  <a:pt x="1230044" y="0"/>
                </a:cubicBezTo>
                <a:cubicBezTo>
                  <a:pt x="1411944" y="-9074"/>
                  <a:pt x="1635692" y="16907"/>
                  <a:pt x="1857617" y="0"/>
                </a:cubicBezTo>
                <a:cubicBezTo>
                  <a:pt x="2079542" y="-16907"/>
                  <a:pt x="2371970" y="6615"/>
                  <a:pt x="2510293" y="0"/>
                </a:cubicBezTo>
                <a:cubicBezTo>
                  <a:pt x="2510824" y="19525"/>
                  <a:pt x="2510176" y="54346"/>
                  <a:pt x="2510293" y="68034"/>
                </a:cubicBezTo>
                <a:cubicBezTo>
                  <a:pt x="2238234" y="47076"/>
                  <a:pt x="2042422" y="60704"/>
                  <a:pt x="1882720" y="68034"/>
                </a:cubicBezTo>
                <a:cubicBezTo>
                  <a:pt x="1723018" y="75364"/>
                  <a:pt x="1434511" y="72486"/>
                  <a:pt x="1305352" y="68034"/>
                </a:cubicBezTo>
                <a:cubicBezTo>
                  <a:pt x="1176193" y="63582"/>
                  <a:pt x="1011553" y="79697"/>
                  <a:pt x="727985" y="68034"/>
                </a:cubicBezTo>
                <a:cubicBezTo>
                  <a:pt x="444417" y="56371"/>
                  <a:pt x="277512" y="101507"/>
                  <a:pt x="0" y="68034"/>
                </a:cubicBezTo>
                <a:cubicBezTo>
                  <a:pt x="313" y="52886"/>
                  <a:pt x="-1819" y="31602"/>
                  <a:pt x="0" y="0"/>
                </a:cubicBezTo>
                <a:close/>
              </a:path>
              <a:path w="2510293" h="68034" stroke="0" extrusionOk="0">
                <a:moveTo>
                  <a:pt x="0" y="0"/>
                </a:moveTo>
                <a:cubicBezTo>
                  <a:pt x="207113" y="16202"/>
                  <a:pt x="464121" y="9929"/>
                  <a:pt x="602470" y="0"/>
                </a:cubicBezTo>
                <a:cubicBezTo>
                  <a:pt x="740819" y="-9929"/>
                  <a:pt x="960566" y="19006"/>
                  <a:pt x="1154735" y="0"/>
                </a:cubicBezTo>
                <a:cubicBezTo>
                  <a:pt x="1348904" y="-19006"/>
                  <a:pt x="1505403" y="-701"/>
                  <a:pt x="1832514" y="0"/>
                </a:cubicBezTo>
                <a:cubicBezTo>
                  <a:pt x="2159625" y="701"/>
                  <a:pt x="2311423" y="14794"/>
                  <a:pt x="2510293" y="0"/>
                </a:cubicBezTo>
                <a:cubicBezTo>
                  <a:pt x="2513548" y="14679"/>
                  <a:pt x="2507396" y="42353"/>
                  <a:pt x="2510293" y="68034"/>
                </a:cubicBezTo>
                <a:cubicBezTo>
                  <a:pt x="2246550" y="57209"/>
                  <a:pt x="2139406" y="83795"/>
                  <a:pt x="1932926" y="68034"/>
                </a:cubicBezTo>
                <a:cubicBezTo>
                  <a:pt x="1726446" y="52273"/>
                  <a:pt x="1606462" y="40933"/>
                  <a:pt x="1355558" y="68034"/>
                </a:cubicBezTo>
                <a:cubicBezTo>
                  <a:pt x="1104654" y="95135"/>
                  <a:pt x="1000656" y="52554"/>
                  <a:pt x="677779" y="68034"/>
                </a:cubicBezTo>
                <a:cubicBezTo>
                  <a:pt x="354902" y="83514"/>
                  <a:pt x="215038" y="99097"/>
                  <a:pt x="0" y="68034"/>
                </a:cubicBezTo>
                <a:cubicBezTo>
                  <a:pt x="2820" y="40664"/>
                  <a:pt x="2255" y="31888"/>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Rectangle 20">
            <a:extLst>
              <a:ext uri="{FF2B5EF4-FFF2-40B4-BE49-F238E27FC236}">
                <a16:creationId xmlns:a16="http://schemas.microsoft.com/office/drawing/2014/main" id="{C3764960-2E41-64A2-E442-45D9CF11C0B2}"/>
              </a:ext>
            </a:extLst>
          </p:cNvPr>
          <p:cNvSpPr/>
          <p:nvPr/>
        </p:nvSpPr>
        <p:spPr>
          <a:xfrm>
            <a:off x="493809" y="1197861"/>
            <a:ext cx="375040" cy="45979"/>
          </a:xfrm>
          <a:custGeom>
            <a:avLst/>
            <a:gdLst>
              <a:gd name="connsiteX0" fmla="*/ 0 w 375040"/>
              <a:gd name="connsiteY0" fmla="*/ 0 h 45979"/>
              <a:gd name="connsiteX1" fmla="*/ 375040 w 375040"/>
              <a:gd name="connsiteY1" fmla="*/ 0 h 45979"/>
              <a:gd name="connsiteX2" fmla="*/ 375040 w 375040"/>
              <a:gd name="connsiteY2" fmla="*/ 45979 h 45979"/>
              <a:gd name="connsiteX3" fmla="*/ 0 w 375040"/>
              <a:gd name="connsiteY3" fmla="*/ 45979 h 45979"/>
              <a:gd name="connsiteX4" fmla="*/ 0 w 375040"/>
              <a:gd name="connsiteY4" fmla="*/ 0 h 45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040" h="45979" fill="none" extrusionOk="0">
                <a:moveTo>
                  <a:pt x="0" y="0"/>
                </a:moveTo>
                <a:cubicBezTo>
                  <a:pt x="183757" y="-10293"/>
                  <a:pt x="206410" y="-7983"/>
                  <a:pt x="375040" y="0"/>
                </a:cubicBezTo>
                <a:cubicBezTo>
                  <a:pt x="373746" y="13287"/>
                  <a:pt x="374177" y="32122"/>
                  <a:pt x="375040" y="45979"/>
                </a:cubicBezTo>
                <a:cubicBezTo>
                  <a:pt x="241544" y="41232"/>
                  <a:pt x="153968" y="43110"/>
                  <a:pt x="0" y="45979"/>
                </a:cubicBezTo>
                <a:cubicBezTo>
                  <a:pt x="-895" y="24581"/>
                  <a:pt x="67" y="20904"/>
                  <a:pt x="0" y="0"/>
                </a:cubicBezTo>
                <a:close/>
              </a:path>
              <a:path w="375040" h="45979" stroke="0" extrusionOk="0">
                <a:moveTo>
                  <a:pt x="0" y="0"/>
                </a:moveTo>
                <a:cubicBezTo>
                  <a:pt x="166996" y="-7293"/>
                  <a:pt x="259053" y="-17181"/>
                  <a:pt x="375040" y="0"/>
                </a:cubicBezTo>
                <a:cubicBezTo>
                  <a:pt x="373604" y="19524"/>
                  <a:pt x="376415" y="24560"/>
                  <a:pt x="375040" y="45979"/>
                </a:cubicBezTo>
                <a:cubicBezTo>
                  <a:pt x="227340" y="34850"/>
                  <a:pt x="186442" y="46555"/>
                  <a:pt x="0" y="45979"/>
                </a:cubicBezTo>
                <a:cubicBezTo>
                  <a:pt x="626" y="29965"/>
                  <a:pt x="994" y="21259"/>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Rectangle 22">
            <a:extLst>
              <a:ext uri="{FF2B5EF4-FFF2-40B4-BE49-F238E27FC236}">
                <a16:creationId xmlns:a16="http://schemas.microsoft.com/office/drawing/2014/main" id="{ACB1A6DB-9ADC-A9E9-ECBC-E54BF6BF3148}"/>
              </a:ext>
            </a:extLst>
          </p:cNvPr>
          <p:cNvSpPr/>
          <p:nvPr/>
        </p:nvSpPr>
        <p:spPr>
          <a:xfrm>
            <a:off x="493809" y="1703079"/>
            <a:ext cx="2632213" cy="58344"/>
          </a:xfrm>
          <a:custGeom>
            <a:avLst/>
            <a:gdLst>
              <a:gd name="connsiteX0" fmla="*/ 0 w 2632213"/>
              <a:gd name="connsiteY0" fmla="*/ 0 h 58344"/>
              <a:gd name="connsiteX1" fmla="*/ 631731 w 2632213"/>
              <a:gd name="connsiteY1" fmla="*/ 0 h 58344"/>
              <a:gd name="connsiteX2" fmla="*/ 1289784 w 2632213"/>
              <a:gd name="connsiteY2" fmla="*/ 0 h 58344"/>
              <a:gd name="connsiteX3" fmla="*/ 1947838 w 2632213"/>
              <a:gd name="connsiteY3" fmla="*/ 0 h 58344"/>
              <a:gd name="connsiteX4" fmla="*/ 2632213 w 2632213"/>
              <a:gd name="connsiteY4" fmla="*/ 0 h 58344"/>
              <a:gd name="connsiteX5" fmla="*/ 2632213 w 2632213"/>
              <a:gd name="connsiteY5" fmla="*/ 58344 h 58344"/>
              <a:gd name="connsiteX6" fmla="*/ 1974160 w 2632213"/>
              <a:gd name="connsiteY6" fmla="*/ 58344 h 58344"/>
              <a:gd name="connsiteX7" fmla="*/ 1368751 w 2632213"/>
              <a:gd name="connsiteY7" fmla="*/ 58344 h 58344"/>
              <a:gd name="connsiteX8" fmla="*/ 763342 w 2632213"/>
              <a:gd name="connsiteY8" fmla="*/ 58344 h 58344"/>
              <a:gd name="connsiteX9" fmla="*/ 0 w 2632213"/>
              <a:gd name="connsiteY9" fmla="*/ 58344 h 58344"/>
              <a:gd name="connsiteX10" fmla="*/ 0 w 2632213"/>
              <a:gd name="connsiteY10" fmla="*/ 0 h 5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32213" h="58344" fill="none" extrusionOk="0">
                <a:moveTo>
                  <a:pt x="0" y="0"/>
                </a:moveTo>
                <a:cubicBezTo>
                  <a:pt x="246112" y="11014"/>
                  <a:pt x="347767" y="12101"/>
                  <a:pt x="631731" y="0"/>
                </a:cubicBezTo>
                <a:cubicBezTo>
                  <a:pt x="915695" y="-12101"/>
                  <a:pt x="1148832" y="-9017"/>
                  <a:pt x="1289784" y="0"/>
                </a:cubicBezTo>
                <a:cubicBezTo>
                  <a:pt x="1430736" y="9017"/>
                  <a:pt x="1786033" y="1390"/>
                  <a:pt x="1947838" y="0"/>
                </a:cubicBezTo>
                <a:cubicBezTo>
                  <a:pt x="2109643" y="-1390"/>
                  <a:pt x="2368212" y="-160"/>
                  <a:pt x="2632213" y="0"/>
                </a:cubicBezTo>
                <a:cubicBezTo>
                  <a:pt x="2630923" y="14384"/>
                  <a:pt x="2631561" y="43559"/>
                  <a:pt x="2632213" y="58344"/>
                </a:cubicBezTo>
                <a:cubicBezTo>
                  <a:pt x="2476732" y="85604"/>
                  <a:pt x="2190404" y="88846"/>
                  <a:pt x="1974160" y="58344"/>
                </a:cubicBezTo>
                <a:cubicBezTo>
                  <a:pt x="1757916" y="27842"/>
                  <a:pt x="1529118" y="73584"/>
                  <a:pt x="1368751" y="58344"/>
                </a:cubicBezTo>
                <a:cubicBezTo>
                  <a:pt x="1208384" y="43104"/>
                  <a:pt x="978302" y="77084"/>
                  <a:pt x="763342" y="58344"/>
                </a:cubicBezTo>
                <a:cubicBezTo>
                  <a:pt x="548382" y="39604"/>
                  <a:pt x="235634" y="84980"/>
                  <a:pt x="0" y="58344"/>
                </a:cubicBezTo>
                <a:cubicBezTo>
                  <a:pt x="2736" y="45109"/>
                  <a:pt x="1491" y="22322"/>
                  <a:pt x="0" y="0"/>
                </a:cubicBezTo>
                <a:close/>
              </a:path>
              <a:path w="2632213" h="58344" stroke="0" extrusionOk="0">
                <a:moveTo>
                  <a:pt x="0" y="0"/>
                </a:moveTo>
                <a:cubicBezTo>
                  <a:pt x="262856" y="18503"/>
                  <a:pt x="348036" y="-10496"/>
                  <a:pt x="631731" y="0"/>
                </a:cubicBezTo>
                <a:cubicBezTo>
                  <a:pt x="915426" y="10496"/>
                  <a:pt x="1036727" y="3803"/>
                  <a:pt x="1210818" y="0"/>
                </a:cubicBezTo>
                <a:cubicBezTo>
                  <a:pt x="1384909" y="-3803"/>
                  <a:pt x="1646259" y="-3613"/>
                  <a:pt x="1921515" y="0"/>
                </a:cubicBezTo>
                <a:cubicBezTo>
                  <a:pt x="2196771" y="3613"/>
                  <a:pt x="2414242" y="-6192"/>
                  <a:pt x="2632213" y="0"/>
                </a:cubicBezTo>
                <a:cubicBezTo>
                  <a:pt x="2630159" y="19119"/>
                  <a:pt x="2630341" y="46517"/>
                  <a:pt x="2632213" y="58344"/>
                </a:cubicBezTo>
                <a:cubicBezTo>
                  <a:pt x="2484735" y="44878"/>
                  <a:pt x="2260293" y="56446"/>
                  <a:pt x="2026804" y="58344"/>
                </a:cubicBezTo>
                <a:cubicBezTo>
                  <a:pt x="1793315" y="60242"/>
                  <a:pt x="1678727" y="53395"/>
                  <a:pt x="1421395" y="58344"/>
                </a:cubicBezTo>
                <a:cubicBezTo>
                  <a:pt x="1164063" y="63293"/>
                  <a:pt x="952030" y="46590"/>
                  <a:pt x="710698" y="58344"/>
                </a:cubicBezTo>
                <a:cubicBezTo>
                  <a:pt x="469366" y="70098"/>
                  <a:pt x="344049" y="86389"/>
                  <a:pt x="0" y="58344"/>
                </a:cubicBezTo>
                <a:cubicBezTo>
                  <a:pt x="591" y="31938"/>
                  <a:pt x="-850" y="22945"/>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Rectangle 23">
            <a:extLst>
              <a:ext uri="{FF2B5EF4-FFF2-40B4-BE49-F238E27FC236}">
                <a16:creationId xmlns:a16="http://schemas.microsoft.com/office/drawing/2014/main" id="{F716896F-4C8B-CE89-7908-34C3A419BE61}"/>
              </a:ext>
            </a:extLst>
          </p:cNvPr>
          <p:cNvSpPr/>
          <p:nvPr/>
        </p:nvSpPr>
        <p:spPr>
          <a:xfrm>
            <a:off x="500226" y="1789378"/>
            <a:ext cx="2553558" cy="55228"/>
          </a:xfrm>
          <a:custGeom>
            <a:avLst/>
            <a:gdLst>
              <a:gd name="connsiteX0" fmla="*/ 0 w 2553558"/>
              <a:gd name="connsiteY0" fmla="*/ 0 h 55228"/>
              <a:gd name="connsiteX1" fmla="*/ 612854 w 2553558"/>
              <a:gd name="connsiteY1" fmla="*/ 0 h 55228"/>
              <a:gd name="connsiteX2" fmla="*/ 1251243 w 2553558"/>
              <a:gd name="connsiteY2" fmla="*/ 0 h 55228"/>
              <a:gd name="connsiteX3" fmla="*/ 1889633 w 2553558"/>
              <a:gd name="connsiteY3" fmla="*/ 0 h 55228"/>
              <a:gd name="connsiteX4" fmla="*/ 2553558 w 2553558"/>
              <a:gd name="connsiteY4" fmla="*/ 0 h 55228"/>
              <a:gd name="connsiteX5" fmla="*/ 2553558 w 2553558"/>
              <a:gd name="connsiteY5" fmla="*/ 55228 h 55228"/>
              <a:gd name="connsiteX6" fmla="*/ 1915169 w 2553558"/>
              <a:gd name="connsiteY6" fmla="*/ 55228 h 55228"/>
              <a:gd name="connsiteX7" fmla="*/ 1327850 w 2553558"/>
              <a:gd name="connsiteY7" fmla="*/ 55228 h 55228"/>
              <a:gd name="connsiteX8" fmla="*/ 740532 w 2553558"/>
              <a:gd name="connsiteY8" fmla="*/ 55228 h 55228"/>
              <a:gd name="connsiteX9" fmla="*/ 0 w 2553558"/>
              <a:gd name="connsiteY9" fmla="*/ 55228 h 55228"/>
              <a:gd name="connsiteX10" fmla="*/ 0 w 2553558"/>
              <a:gd name="connsiteY10" fmla="*/ 0 h 5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3558" h="55228" fill="none" extrusionOk="0">
                <a:moveTo>
                  <a:pt x="0" y="0"/>
                </a:moveTo>
                <a:cubicBezTo>
                  <a:pt x="136860" y="-22967"/>
                  <a:pt x="381597" y="24044"/>
                  <a:pt x="612854" y="0"/>
                </a:cubicBezTo>
                <a:cubicBezTo>
                  <a:pt x="844111" y="-24044"/>
                  <a:pt x="944205" y="-2463"/>
                  <a:pt x="1251243" y="0"/>
                </a:cubicBezTo>
                <a:cubicBezTo>
                  <a:pt x="1558281" y="2463"/>
                  <a:pt x="1629573" y="28631"/>
                  <a:pt x="1889633" y="0"/>
                </a:cubicBezTo>
                <a:cubicBezTo>
                  <a:pt x="2149693" y="-28631"/>
                  <a:pt x="2293917" y="-24392"/>
                  <a:pt x="2553558" y="0"/>
                </a:cubicBezTo>
                <a:cubicBezTo>
                  <a:pt x="2554388" y="14144"/>
                  <a:pt x="2551473" y="41642"/>
                  <a:pt x="2553558" y="55228"/>
                </a:cubicBezTo>
                <a:cubicBezTo>
                  <a:pt x="2258435" y="80606"/>
                  <a:pt x="2207372" y="84157"/>
                  <a:pt x="1915169" y="55228"/>
                </a:cubicBezTo>
                <a:cubicBezTo>
                  <a:pt x="1622966" y="26299"/>
                  <a:pt x="1493287" y="75825"/>
                  <a:pt x="1327850" y="55228"/>
                </a:cubicBezTo>
                <a:cubicBezTo>
                  <a:pt x="1162413" y="34631"/>
                  <a:pt x="1003028" y="49247"/>
                  <a:pt x="740532" y="55228"/>
                </a:cubicBezTo>
                <a:cubicBezTo>
                  <a:pt x="478036" y="61209"/>
                  <a:pt x="165207" y="76612"/>
                  <a:pt x="0" y="55228"/>
                </a:cubicBezTo>
                <a:cubicBezTo>
                  <a:pt x="2664" y="35335"/>
                  <a:pt x="1644" y="20935"/>
                  <a:pt x="0" y="0"/>
                </a:cubicBezTo>
                <a:close/>
              </a:path>
              <a:path w="2553558" h="55228" stroke="0" extrusionOk="0">
                <a:moveTo>
                  <a:pt x="0" y="0"/>
                </a:moveTo>
                <a:cubicBezTo>
                  <a:pt x="216257" y="21842"/>
                  <a:pt x="341365" y="8683"/>
                  <a:pt x="612854" y="0"/>
                </a:cubicBezTo>
                <a:cubicBezTo>
                  <a:pt x="884343" y="-8683"/>
                  <a:pt x="923476" y="-10321"/>
                  <a:pt x="1174637" y="0"/>
                </a:cubicBezTo>
                <a:cubicBezTo>
                  <a:pt x="1425798" y="10321"/>
                  <a:pt x="1626167" y="24908"/>
                  <a:pt x="1864097" y="0"/>
                </a:cubicBezTo>
                <a:cubicBezTo>
                  <a:pt x="2102027" y="-24908"/>
                  <a:pt x="2220247" y="-31306"/>
                  <a:pt x="2553558" y="0"/>
                </a:cubicBezTo>
                <a:cubicBezTo>
                  <a:pt x="2554317" y="17611"/>
                  <a:pt x="2551989" y="35481"/>
                  <a:pt x="2553558" y="55228"/>
                </a:cubicBezTo>
                <a:cubicBezTo>
                  <a:pt x="2417989" y="66009"/>
                  <a:pt x="2238968" y="60332"/>
                  <a:pt x="1966240" y="55228"/>
                </a:cubicBezTo>
                <a:cubicBezTo>
                  <a:pt x="1693512" y="50124"/>
                  <a:pt x="1571853" y="75149"/>
                  <a:pt x="1378921" y="55228"/>
                </a:cubicBezTo>
                <a:cubicBezTo>
                  <a:pt x="1185989" y="35307"/>
                  <a:pt x="935198" y="55714"/>
                  <a:pt x="689461" y="55228"/>
                </a:cubicBezTo>
                <a:cubicBezTo>
                  <a:pt x="443724" y="54742"/>
                  <a:pt x="212178" y="47512"/>
                  <a:pt x="0" y="55228"/>
                </a:cubicBezTo>
                <a:cubicBezTo>
                  <a:pt x="-1163" y="39528"/>
                  <a:pt x="-867" y="20161"/>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4">
            <a:extLst>
              <a:ext uri="{FF2B5EF4-FFF2-40B4-BE49-F238E27FC236}">
                <a16:creationId xmlns:a16="http://schemas.microsoft.com/office/drawing/2014/main" id="{F311F4A9-2E9A-3A32-9C3E-DEB98BF078A0}"/>
              </a:ext>
            </a:extLst>
          </p:cNvPr>
          <p:cNvSpPr/>
          <p:nvPr/>
        </p:nvSpPr>
        <p:spPr>
          <a:xfrm>
            <a:off x="495464" y="1874466"/>
            <a:ext cx="1191895" cy="71623"/>
          </a:xfrm>
          <a:custGeom>
            <a:avLst/>
            <a:gdLst>
              <a:gd name="connsiteX0" fmla="*/ 0 w 1191895"/>
              <a:gd name="connsiteY0" fmla="*/ 0 h 71623"/>
              <a:gd name="connsiteX1" fmla="*/ 619785 w 1191895"/>
              <a:gd name="connsiteY1" fmla="*/ 0 h 71623"/>
              <a:gd name="connsiteX2" fmla="*/ 1191895 w 1191895"/>
              <a:gd name="connsiteY2" fmla="*/ 0 h 71623"/>
              <a:gd name="connsiteX3" fmla="*/ 1191895 w 1191895"/>
              <a:gd name="connsiteY3" fmla="*/ 71623 h 71623"/>
              <a:gd name="connsiteX4" fmla="*/ 607866 w 1191895"/>
              <a:gd name="connsiteY4" fmla="*/ 71623 h 71623"/>
              <a:gd name="connsiteX5" fmla="*/ 0 w 1191895"/>
              <a:gd name="connsiteY5" fmla="*/ 71623 h 71623"/>
              <a:gd name="connsiteX6" fmla="*/ 0 w 1191895"/>
              <a:gd name="connsiteY6" fmla="*/ 0 h 7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1895" h="71623" fill="none" extrusionOk="0">
                <a:moveTo>
                  <a:pt x="0" y="0"/>
                </a:moveTo>
                <a:cubicBezTo>
                  <a:pt x="168765" y="26808"/>
                  <a:pt x="399614" y="-21143"/>
                  <a:pt x="619785" y="0"/>
                </a:cubicBezTo>
                <a:cubicBezTo>
                  <a:pt x="839956" y="21143"/>
                  <a:pt x="925067" y="22986"/>
                  <a:pt x="1191895" y="0"/>
                </a:cubicBezTo>
                <a:cubicBezTo>
                  <a:pt x="1195237" y="33454"/>
                  <a:pt x="1193863" y="46173"/>
                  <a:pt x="1191895" y="71623"/>
                </a:cubicBezTo>
                <a:cubicBezTo>
                  <a:pt x="946621" y="53625"/>
                  <a:pt x="727729" y="88603"/>
                  <a:pt x="607866" y="71623"/>
                </a:cubicBezTo>
                <a:cubicBezTo>
                  <a:pt x="488003" y="54643"/>
                  <a:pt x="303425" y="79381"/>
                  <a:pt x="0" y="71623"/>
                </a:cubicBezTo>
                <a:cubicBezTo>
                  <a:pt x="-1577" y="46391"/>
                  <a:pt x="1336" y="16108"/>
                  <a:pt x="0" y="0"/>
                </a:cubicBezTo>
                <a:close/>
              </a:path>
              <a:path w="1191895" h="71623" stroke="0" extrusionOk="0">
                <a:moveTo>
                  <a:pt x="0" y="0"/>
                </a:moveTo>
                <a:cubicBezTo>
                  <a:pt x="197177" y="20155"/>
                  <a:pt x="401237" y="-7317"/>
                  <a:pt x="584029" y="0"/>
                </a:cubicBezTo>
                <a:cubicBezTo>
                  <a:pt x="766821" y="7317"/>
                  <a:pt x="954743" y="9669"/>
                  <a:pt x="1191895" y="0"/>
                </a:cubicBezTo>
                <a:cubicBezTo>
                  <a:pt x="1193904" y="17680"/>
                  <a:pt x="1188348" y="36596"/>
                  <a:pt x="1191895" y="71623"/>
                </a:cubicBezTo>
                <a:cubicBezTo>
                  <a:pt x="967652" y="57869"/>
                  <a:pt x="808466" y="83028"/>
                  <a:pt x="595948" y="71623"/>
                </a:cubicBezTo>
                <a:cubicBezTo>
                  <a:pt x="383430" y="60218"/>
                  <a:pt x="174923" y="45767"/>
                  <a:pt x="0" y="71623"/>
                </a:cubicBezTo>
                <a:cubicBezTo>
                  <a:pt x="630" y="40152"/>
                  <a:pt x="2041" y="21692"/>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6" name="Rectangle 25">
            <a:extLst>
              <a:ext uri="{FF2B5EF4-FFF2-40B4-BE49-F238E27FC236}">
                <a16:creationId xmlns:a16="http://schemas.microsoft.com/office/drawing/2014/main" id="{5A98910B-3395-3E6D-E70F-F0B4141EF98E}"/>
              </a:ext>
            </a:extLst>
          </p:cNvPr>
          <p:cNvSpPr/>
          <p:nvPr/>
        </p:nvSpPr>
        <p:spPr>
          <a:xfrm>
            <a:off x="495462" y="1599161"/>
            <a:ext cx="1244523" cy="66010"/>
          </a:xfrm>
          <a:custGeom>
            <a:avLst/>
            <a:gdLst>
              <a:gd name="connsiteX0" fmla="*/ 0 w 1244523"/>
              <a:gd name="connsiteY0" fmla="*/ 0 h 66010"/>
              <a:gd name="connsiteX1" fmla="*/ 647152 w 1244523"/>
              <a:gd name="connsiteY1" fmla="*/ 0 h 66010"/>
              <a:gd name="connsiteX2" fmla="*/ 1244523 w 1244523"/>
              <a:gd name="connsiteY2" fmla="*/ 0 h 66010"/>
              <a:gd name="connsiteX3" fmla="*/ 1244523 w 1244523"/>
              <a:gd name="connsiteY3" fmla="*/ 66010 h 66010"/>
              <a:gd name="connsiteX4" fmla="*/ 634707 w 1244523"/>
              <a:gd name="connsiteY4" fmla="*/ 66010 h 66010"/>
              <a:gd name="connsiteX5" fmla="*/ 0 w 1244523"/>
              <a:gd name="connsiteY5" fmla="*/ 66010 h 66010"/>
              <a:gd name="connsiteX6" fmla="*/ 0 w 1244523"/>
              <a:gd name="connsiteY6" fmla="*/ 0 h 66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4523" h="66010" fill="none" extrusionOk="0">
                <a:moveTo>
                  <a:pt x="0" y="0"/>
                </a:moveTo>
                <a:cubicBezTo>
                  <a:pt x="137614" y="-20919"/>
                  <a:pt x="492505" y="22101"/>
                  <a:pt x="647152" y="0"/>
                </a:cubicBezTo>
                <a:cubicBezTo>
                  <a:pt x="801799" y="-22101"/>
                  <a:pt x="986565" y="1057"/>
                  <a:pt x="1244523" y="0"/>
                </a:cubicBezTo>
                <a:cubicBezTo>
                  <a:pt x="1242872" y="17360"/>
                  <a:pt x="1244028" y="52511"/>
                  <a:pt x="1244523" y="66010"/>
                </a:cubicBezTo>
                <a:cubicBezTo>
                  <a:pt x="1015176" y="86598"/>
                  <a:pt x="767634" y="88821"/>
                  <a:pt x="634707" y="66010"/>
                </a:cubicBezTo>
                <a:cubicBezTo>
                  <a:pt x="501780" y="43199"/>
                  <a:pt x="262912" y="77740"/>
                  <a:pt x="0" y="66010"/>
                </a:cubicBezTo>
                <a:cubicBezTo>
                  <a:pt x="-2925" y="50441"/>
                  <a:pt x="2383" y="32390"/>
                  <a:pt x="0" y="0"/>
                </a:cubicBezTo>
                <a:close/>
              </a:path>
              <a:path w="1244523" h="66010" stroke="0" extrusionOk="0">
                <a:moveTo>
                  <a:pt x="0" y="0"/>
                </a:moveTo>
                <a:cubicBezTo>
                  <a:pt x="180252" y="-26085"/>
                  <a:pt x="312373" y="-4315"/>
                  <a:pt x="609816" y="0"/>
                </a:cubicBezTo>
                <a:cubicBezTo>
                  <a:pt x="907259" y="4315"/>
                  <a:pt x="946502" y="27314"/>
                  <a:pt x="1244523" y="0"/>
                </a:cubicBezTo>
                <a:cubicBezTo>
                  <a:pt x="1247713" y="18030"/>
                  <a:pt x="1242717" y="48825"/>
                  <a:pt x="1244523" y="66010"/>
                </a:cubicBezTo>
                <a:cubicBezTo>
                  <a:pt x="1116231" y="36582"/>
                  <a:pt x="815742" y="87216"/>
                  <a:pt x="622262" y="66010"/>
                </a:cubicBezTo>
                <a:cubicBezTo>
                  <a:pt x="428782" y="44804"/>
                  <a:pt x="265427" y="87472"/>
                  <a:pt x="0" y="66010"/>
                </a:cubicBezTo>
                <a:cubicBezTo>
                  <a:pt x="-2703" y="37437"/>
                  <a:pt x="-917" y="25720"/>
                  <a:pt x="0" y="0"/>
                </a:cubicBezTo>
                <a:close/>
              </a:path>
            </a:pathLst>
          </a:custGeom>
          <a:solidFill>
            <a:schemeClr val="accent6">
              <a:lumMod val="40000"/>
              <a:lumOff val="60000"/>
            </a:schemeClr>
          </a:solidFill>
          <a:ln w="0">
            <a:solidFill>
              <a:schemeClr val="accent6">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 name="文本框 4">
            <a:extLst>
              <a:ext uri="{FF2B5EF4-FFF2-40B4-BE49-F238E27FC236}">
                <a16:creationId xmlns:a16="http://schemas.microsoft.com/office/drawing/2014/main" id="{1CB92E32-A7E0-C0CF-3515-08C4B1A34E09}"/>
              </a:ext>
            </a:extLst>
          </p:cNvPr>
          <p:cNvSpPr txBox="1"/>
          <p:nvPr/>
        </p:nvSpPr>
        <p:spPr>
          <a:xfrm>
            <a:off x="469025" y="38831"/>
            <a:ext cx="718714" cy="144073"/>
          </a:xfrm>
          <a:prstGeom prst="rect">
            <a:avLst/>
          </a:prstGeom>
          <a:noFill/>
          <a:ln w="6350" cap="sq" cmpd="sng">
            <a:no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none" lIns="36000" tIns="18000" rIns="36000" bIns="18000" rtlCol="0">
            <a:spAutoFit/>
          </a:bodyPr>
          <a:lstStyle/>
          <a:p>
            <a:r>
              <a:rPr kumimoji="1" lang="en" altLang="zh-CN" sz="700" b="1" dirty="0">
                <a:latin typeface="Times New Roman" panose="02020603050405020304" pitchFamily="18" charset="0"/>
                <a:cs typeface="Times New Roman" panose="02020603050405020304" pitchFamily="18" charset="0"/>
              </a:rPr>
              <a:t>dpp_client-1.0.3:</a:t>
            </a:r>
          </a:p>
        </p:txBody>
      </p:sp>
      <p:sp>
        <p:nvSpPr>
          <p:cNvPr id="6" name="文本框 4">
            <a:extLst>
              <a:ext uri="{FF2B5EF4-FFF2-40B4-BE49-F238E27FC236}">
                <a16:creationId xmlns:a16="http://schemas.microsoft.com/office/drawing/2014/main" id="{0B3B8463-177B-B842-C68E-1B4B8173DC5C}"/>
              </a:ext>
            </a:extLst>
          </p:cNvPr>
          <p:cNvSpPr txBox="1"/>
          <p:nvPr/>
        </p:nvSpPr>
        <p:spPr>
          <a:xfrm>
            <a:off x="469025" y="715362"/>
            <a:ext cx="588870" cy="144073"/>
          </a:xfrm>
          <a:prstGeom prst="rect">
            <a:avLst/>
          </a:prstGeom>
          <a:noFill/>
          <a:ln w="6350" cap="sq" cmpd="sng">
            <a:no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none" lIns="36000" tIns="18000" rIns="36000" bIns="18000" rtlCol="0">
            <a:spAutoFit/>
          </a:bodyPr>
          <a:lstStyle/>
          <a:p>
            <a:r>
              <a:rPr kumimoji="1" lang="en" altLang="zh-CN" sz="700" b="1" dirty="0">
                <a:latin typeface="Times New Roman" panose="02020603050405020304" pitchFamily="18" charset="0"/>
                <a:cs typeface="Times New Roman" panose="02020603050405020304" pitchFamily="18" charset="0"/>
              </a:rPr>
              <a:t>botbait-1.0.0:</a:t>
            </a:r>
          </a:p>
        </p:txBody>
      </p:sp>
      <p:sp>
        <p:nvSpPr>
          <p:cNvPr id="8" name="文本框 4">
            <a:extLst>
              <a:ext uri="{FF2B5EF4-FFF2-40B4-BE49-F238E27FC236}">
                <a16:creationId xmlns:a16="http://schemas.microsoft.com/office/drawing/2014/main" id="{EA140B31-86E9-046F-DFDD-253A0AD2725E}"/>
              </a:ext>
            </a:extLst>
          </p:cNvPr>
          <p:cNvSpPr txBox="1"/>
          <p:nvPr/>
        </p:nvSpPr>
        <p:spPr>
          <a:xfrm>
            <a:off x="465468" y="1299385"/>
            <a:ext cx="874205" cy="144073"/>
          </a:xfrm>
          <a:prstGeom prst="rect">
            <a:avLst/>
          </a:prstGeom>
          <a:noFill/>
          <a:ln w="6350" cap="sq" cmpd="sng">
            <a:no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none" lIns="36000" tIns="18000" rIns="36000" bIns="18000" rtlCol="0">
            <a:spAutoFit/>
          </a:bodyPr>
          <a:lstStyle/>
          <a:p>
            <a:r>
              <a:rPr kumimoji="1" lang="en" altLang="zh-CN" sz="700" b="1" dirty="0">
                <a:latin typeface="Times New Roman" panose="02020603050405020304" pitchFamily="18" charset="0"/>
                <a:cs typeface="Times New Roman" panose="02020603050405020304" pitchFamily="18" charset="0"/>
              </a:rPr>
              <a:t>superoptimzer-1.0.0:</a:t>
            </a:r>
          </a:p>
        </p:txBody>
      </p:sp>
      <p:sp>
        <p:nvSpPr>
          <p:cNvPr id="2" name="Rectangle 26">
            <a:extLst>
              <a:ext uri="{FF2B5EF4-FFF2-40B4-BE49-F238E27FC236}">
                <a16:creationId xmlns:a16="http://schemas.microsoft.com/office/drawing/2014/main" id="{788A7E42-8B7F-02B7-C4BA-2CAA772F230E}"/>
              </a:ext>
            </a:extLst>
          </p:cNvPr>
          <p:cNvSpPr/>
          <p:nvPr/>
        </p:nvSpPr>
        <p:spPr>
          <a:xfrm>
            <a:off x="500227" y="606894"/>
            <a:ext cx="975881" cy="58710"/>
          </a:xfrm>
          <a:custGeom>
            <a:avLst/>
            <a:gdLst>
              <a:gd name="connsiteX0" fmla="*/ 0 w 975881"/>
              <a:gd name="connsiteY0" fmla="*/ 0 h 58710"/>
              <a:gd name="connsiteX1" fmla="*/ 507458 w 975881"/>
              <a:gd name="connsiteY1" fmla="*/ 0 h 58710"/>
              <a:gd name="connsiteX2" fmla="*/ 975881 w 975881"/>
              <a:gd name="connsiteY2" fmla="*/ 0 h 58710"/>
              <a:gd name="connsiteX3" fmla="*/ 975881 w 975881"/>
              <a:gd name="connsiteY3" fmla="*/ 58710 h 58710"/>
              <a:gd name="connsiteX4" fmla="*/ 497699 w 975881"/>
              <a:gd name="connsiteY4" fmla="*/ 58710 h 58710"/>
              <a:gd name="connsiteX5" fmla="*/ 0 w 975881"/>
              <a:gd name="connsiteY5" fmla="*/ 58710 h 58710"/>
              <a:gd name="connsiteX6" fmla="*/ 0 w 975881"/>
              <a:gd name="connsiteY6" fmla="*/ 0 h 5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881" h="58710" fill="none" extrusionOk="0">
                <a:moveTo>
                  <a:pt x="0" y="0"/>
                </a:moveTo>
                <a:cubicBezTo>
                  <a:pt x="155022" y="-7019"/>
                  <a:pt x="276538" y="3390"/>
                  <a:pt x="507458" y="0"/>
                </a:cubicBezTo>
                <a:cubicBezTo>
                  <a:pt x="738378" y="-3390"/>
                  <a:pt x="779467" y="-18927"/>
                  <a:pt x="975881" y="0"/>
                </a:cubicBezTo>
                <a:cubicBezTo>
                  <a:pt x="978373" y="12808"/>
                  <a:pt x="974909" y="44695"/>
                  <a:pt x="975881" y="58710"/>
                </a:cubicBezTo>
                <a:cubicBezTo>
                  <a:pt x="874713" y="69002"/>
                  <a:pt x="697268" y="56019"/>
                  <a:pt x="497699" y="58710"/>
                </a:cubicBezTo>
                <a:cubicBezTo>
                  <a:pt x="298130" y="61401"/>
                  <a:pt x="177419" y="36938"/>
                  <a:pt x="0" y="58710"/>
                </a:cubicBezTo>
                <a:cubicBezTo>
                  <a:pt x="1823" y="43865"/>
                  <a:pt x="1385" y="25970"/>
                  <a:pt x="0" y="0"/>
                </a:cubicBezTo>
                <a:close/>
              </a:path>
              <a:path w="975881" h="58710" stroke="0" extrusionOk="0">
                <a:moveTo>
                  <a:pt x="0" y="0"/>
                </a:moveTo>
                <a:cubicBezTo>
                  <a:pt x="210928" y="19625"/>
                  <a:pt x="262479" y="-19234"/>
                  <a:pt x="478182" y="0"/>
                </a:cubicBezTo>
                <a:cubicBezTo>
                  <a:pt x="693885" y="19234"/>
                  <a:pt x="817099" y="-24297"/>
                  <a:pt x="975881" y="0"/>
                </a:cubicBezTo>
                <a:cubicBezTo>
                  <a:pt x="976985" y="17700"/>
                  <a:pt x="978414" y="29613"/>
                  <a:pt x="975881" y="58710"/>
                </a:cubicBezTo>
                <a:cubicBezTo>
                  <a:pt x="798777" y="61595"/>
                  <a:pt x="632750" y="58996"/>
                  <a:pt x="487941" y="58710"/>
                </a:cubicBezTo>
                <a:cubicBezTo>
                  <a:pt x="343132" y="58424"/>
                  <a:pt x="208396" y="63731"/>
                  <a:pt x="0" y="58710"/>
                </a:cubicBezTo>
                <a:cubicBezTo>
                  <a:pt x="2224" y="32789"/>
                  <a:pt x="317" y="28210"/>
                  <a:pt x="0" y="0"/>
                </a:cubicBezTo>
                <a:close/>
              </a:path>
            </a:pathLst>
          </a:custGeom>
          <a:solidFill>
            <a:schemeClr val="accent4">
              <a:lumMod val="40000"/>
              <a:lumOff val="60000"/>
            </a:schemeClr>
          </a:solidFill>
          <a:ln w="0">
            <a:solidFill>
              <a:schemeClr val="accent6">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14">
            <a:extLst>
              <a:ext uri="{FF2B5EF4-FFF2-40B4-BE49-F238E27FC236}">
                <a16:creationId xmlns:a16="http://schemas.microsoft.com/office/drawing/2014/main" id="{C7ADF121-ABBF-ACD3-BA8C-B350082FD9C6}"/>
              </a:ext>
            </a:extLst>
          </p:cNvPr>
          <p:cNvSpPr/>
          <p:nvPr/>
        </p:nvSpPr>
        <p:spPr>
          <a:xfrm>
            <a:off x="493810" y="508275"/>
            <a:ext cx="2375539" cy="59616"/>
          </a:xfrm>
          <a:custGeom>
            <a:avLst/>
            <a:gdLst>
              <a:gd name="connsiteX0" fmla="*/ 0 w 2375539"/>
              <a:gd name="connsiteY0" fmla="*/ 0 h 59616"/>
              <a:gd name="connsiteX1" fmla="*/ 570129 w 2375539"/>
              <a:gd name="connsiteY1" fmla="*/ 0 h 59616"/>
              <a:gd name="connsiteX2" fmla="*/ 1164014 w 2375539"/>
              <a:gd name="connsiteY2" fmla="*/ 0 h 59616"/>
              <a:gd name="connsiteX3" fmla="*/ 1757899 w 2375539"/>
              <a:gd name="connsiteY3" fmla="*/ 0 h 59616"/>
              <a:gd name="connsiteX4" fmla="*/ 2375539 w 2375539"/>
              <a:gd name="connsiteY4" fmla="*/ 0 h 59616"/>
              <a:gd name="connsiteX5" fmla="*/ 2375539 w 2375539"/>
              <a:gd name="connsiteY5" fmla="*/ 59616 h 59616"/>
              <a:gd name="connsiteX6" fmla="*/ 1781654 w 2375539"/>
              <a:gd name="connsiteY6" fmla="*/ 59616 h 59616"/>
              <a:gd name="connsiteX7" fmla="*/ 1235280 w 2375539"/>
              <a:gd name="connsiteY7" fmla="*/ 59616 h 59616"/>
              <a:gd name="connsiteX8" fmla="*/ 688906 w 2375539"/>
              <a:gd name="connsiteY8" fmla="*/ 59616 h 59616"/>
              <a:gd name="connsiteX9" fmla="*/ 0 w 2375539"/>
              <a:gd name="connsiteY9" fmla="*/ 59616 h 59616"/>
              <a:gd name="connsiteX10" fmla="*/ 0 w 2375539"/>
              <a:gd name="connsiteY10" fmla="*/ 0 h 59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5539" h="59616" fill="none" extrusionOk="0">
                <a:moveTo>
                  <a:pt x="0" y="0"/>
                </a:moveTo>
                <a:cubicBezTo>
                  <a:pt x="167478" y="10087"/>
                  <a:pt x="286066" y="16260"/>
                  <a:pt x="570129" y="0"/>
                </a:cubicBezTo>
                <a:cubicBezTo>
                  <a:pt x="854192" y="-16260"/>
                  <a:pt x="1012309" y="13279"/>
                  <a:pt x="1164014" y="0"/>
                </a:cubicBezTo>
                <a:cubicBezTo>
                  <a:pt x="1315720" y="-13279"/>
                  <a:pt x="1491287" y="-22553"/>
                  <a:pt x="1757899" y="0"/>
                </a:cubicBezTo>
                <a:cubicBezTo>
                  <a:pt x="2024512" y="22553"/>
                  <a:pt x="2213289" y="-29163"/>
                  <a:pt x="2375539" y="0"/>
                </a:cubicBezTo>
                <a:cubicBezTo>
                  <a:pt x="2374255" y="22403"/>
                  <a:pt x="2373525" y="34744"/>
                  <a:pt x="2375539" y="59616"/>
                </a:cubicBezTo>
                <a:cubicBezTo>
                  <a:pt x="2088568" y="53147"/>
                  <a:pt x="1991239" y="46337"/>
                  <a:pt x="1781654" y="59616"/>
                </a:cubicBezTo>
                <a:cubicBezTo>
                  <a:pt x="1572070" y="72895"/>
                  <a:pt x="1357380" y="67422"/>
                  <a:pt x="1235280" y="59616"/>
                </a:cubicBezTo>
                <a:cubicBezTo>
                  <a:pt x="1113180" y="51810"/>
                  <a:pt x="901965" y="70025"/>
                  <a:pt x="688906" y="59616"/>
                </a:cubicBezTo>
                <a:cubicBezTo>
                  <a:pt x="475847" y="49207"/>
                  <a:pt x="165932" y="52151"/>
                  <a:pt x="0" y="59616"/>
                </a:cubicBezTo>
                <a:cubicBezTo>
                  <a:pt x="-508" y="46078"/>
                  <a:pt x="-1522" y="26955"/>
                  <a:pt x="0" y="0"/>
                </a:cubicBezTo>
                <a:close/>
              </a:path>
              <a:path w="2375539" h="59616" stroke="0" extrusionOk="0">
                <a:moveTo>
                  <a:pt x="0" y="0"/>
                </a:moveTo>
                <a:cubicBezTo>
                  <a:pt x="128059" y="-16933"/>
                  <a:pt x="424475" y="9590"/>
                  <a:pt x="570129" y="0"/>
                </a:cubicBezTo>
                <a:cubicBezTo>
                  <a:pt x="715783" y="-9590"/>
                  <a:pt x="894501" y="15969"/>
                  <a:pt x="1092748" y="0"/>
                </a:cubicBezTo>
                <a:cubicBezTo>
                  <a:pt x="1290995" y="-15969"/>
                  <a:pt x="1431723" y="24616"/>
                  <a:pt x="1734143" y="0"/>
                </a:cubicBezTo>
                <a:cubicBezTo>
                  <a:pt x="2036563" y="-24616"/>
                  <a:pt x="2093714" y="10570"/>
                  <a:pt x="2375539" y="0"/>
                </a:cubicBezTo>
                <a:cubicBezTo>
                  <a:pt x="2372922" y="20834"/>
                  <a:pt x="2372608" y="36105"/>
                  <a:pt x="2375539" y="59616"/>
                </a:cubicBezTo>
                <a:cubicBezTo>
                  <a:pt x="2198864" y="82628"/>
                  <a:pt x="2097617" y="71375"/>
                  <a:pt x="1829165" y="59616"/>
                </a:cubicBezTo>
                <a:cubicBezTo>
                  <a:pt x="1560713" y="47857"/>
                  <a:pt x="1486043" y="48351"/>
                  <a:pt x="1282791" y="59616"/>
                </a:cubicBezTo>
                <a:cubicBezTo>
                  <a:pt x="1079539" y="70881"/>
                  <a:pt x="814502" y="65323"/>
                  <a:pt x="641396" y="59616"/>
                </a:cubicBezTo>
                <a:cubicBezTo>
                  <a:pt x="468291" y="53909"/>
                  <a:pt x="139568" y="46696"/>
                  <a:pt x="0" y="59616"/>
                </a:cubicBezTo>
                <a:cubicBezTo>
                  <a:pt x="-2804" y="30432"/>
                  <a:pt x="2732" y="13829"/>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26">
            <a:extLst>
              <a:ext uri="{FF2B5EF4-FFF2-40B4-BE49-F238E27FC236}">
                <a16:creationId xmlns:a16="http://schemas.microsoft.com/office/drawing/2014/main" id="{1BEE9270-C73F-644B-33BF-21A83345223C}"/>
              </a:ext>
            </a:extLst>
          </p:cNvPr>
          <p:cNvSpPr/>
          <p:nvPr/>
        </p:nvSpPr>
        <p:spPr>
          <a:xfrm>
            <a:off x="2884967" y="498502"/>
            <a:ext cx="164053" cy="66180"/>
          </a:xfrm>
          <a:custGeom>
            <a:avLst/>
            <a:gdLst>
              <a:gd name="connsiteX0" fmla="*/ 0 w 164053"/>
              <a:gd name="connsiteY0" fmla="*/ 0 h 66180"/>
              <a:gd name="connsiteX1" fmla="*/ 164053 w 164053"/>
              <a:gd name="connsiteY1" fmla="*/ 0 h 66180"/>
              <a:gd name="connsiteX2" fmla="*/ 164053 w 164053"/>
              <a:gd name="connsiteY2" fmla="*/ 66180 h 66180"/>
              <a:gd name="connsiteX3" fmla="*/ 0 w 164053"/>
              <a:gd name="connsiteY3" fmla="*/ 66180 h 66180"/>
              <a:gd name="connsiteX4" fmla="*/ 0 w 164053"/>
              <a:gd name="connsiteY4" fmla="*/ 0 h 66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053" h="66180" fill="none" extrusionOk="0">
                <a:moveTo>
                  <a:pt x="0" y="0"/>
                </a:moveTo>
                <a:cubicBezTo>
                  <a:pt x="61471" y="-868"/>
                  <a:pt x="103235" y="7280"/>
                  <a:pt x="164053" y="0"/>
                </a:cubicBezTo>
                <a:cubicBezTo>
                  <a:pt x="161093" y="31031"/>
                  <a:pt x="160849" y="43873"/>
                  <a:pt x="164053" y="66180"/>
                </a:cubicBezTo>
                <a:cubicBezTo>
                  <a:pt x="87134" y="67449"/>
                  <a:pt x="48933" y="63140"/>
                  <a:pt x="0" y="66180"/>
                </a:cubicBezTo>
                <a:cubicBezTo>
                  <a:pt x="2731" y="44083"/>
                  <a:pt x="2507" y="21031"/>
                  <a:pt x="0" y="0"/>
                </a:cubicBezTo>
                <a:close/>
              </a:path>
              <a:path w="164053" h="66180" stroke="0" extrusionOk="0">
                <a:moveTo>
                  <a:pt x="0" y="0"/>
                </a:moveTo>
                <a:cubicBezTo>
                  <a:pt x="34607" y="5216"/>
                  <a:pt x="127150" y="3331"/>
                  <a:pt x="164053" y="0"/>
                </a:cubicBezTo>
                <a:cubicBezTo>
                  <a:pt x="165383" y="32374"/>
                  <a:pt x="162272" y="43419"/>
                  <a:pt x="164053" y="66180"/>
                </a:cubicBezTo>
                <a:cubicBezTo>
                  <a:pt x="124762" y="68401"/>
                  <a:pt x="72281" y="64886"/>
                  <a:pt x="0" y="66180"/>
                </a:cubicBezTo>
                <a:cubicBezTo>
                  <a:pt x="1322" y="41641"/>
                  <a:pt x="166" y="14252"/>
                  <a:pt x="0" y="0"/>
                </a:cubicBezTo>
                <a:close/>
              </a:path>
            </a:pathLst>
          </a:custGeom>
          <a:solidFill>
            <a:schemeClr val="accent4">
              <a:lumMod val="40000"/>
              <a:lumOff val="60000"/>
            </a:schemeClr>
          </a:solidFill>
          <a:ln w="0">
            <a:solidFill>
              <a:schemeClr val="accent6">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22">
            <a:extLst>
              <a:ext uri="{FF2B5EF4-FFF2-40B4-BE49-F238E27FC236}">
                <a16:creationId xmlns:a16="http://schemas.microsoft.com/office/drawing/2014/main" id="{F5898BC0-DC30-7D9C-91D5-CA306FDB06B8}"/>
              </a:ext>
            </a:extLst>
          </p:cNvPr>
          <p:cNvSpPr/>
          <p:nvPr/>
        </p:nvSpPr>
        <p:spPr>
          <a:xfrm>
            <a:off x="1767762" y="1599161"/>
            <a:ext cx="1332084" cy="66088"/>
          </a:xfrm>
          <a:custGeom>
            <a:avLst/>
            <a:gdLst>
              <a:gd name="connsiteX0" fmla="*/ 0 w 1332084"/>
              <a:gd name="connsiteY0" fmla="*/ 0 h 66088"/>
              <a:gd name="connsiteX1" fmla="*/ 692684 w 1332084"/>
              <a:gd name="connsiteY1" fmla="*/ 0 h 66088"/>
              <a:gd name="connsiteX2" fmla="*/ 1332084 w 1332084"/>
              <a:gd name="connsiteY2" fmla="*/ 0 h 66088"/>
              <a:gd name="connsiteX3" fmla="*/ 1332084 w 1332084"/>
              <a:gd name="connsiteY3" fmla="*/ 66088 h 66088"/>
              <a:gd name="connsiteX4" fmla="*/ 679363 w 1332084"/>
              <a:gd name="connsiteY4" fmla="*/ 66088 h 66088"/>
              <a:gd name="connsiteX5" fmla="*/ 0 w 1332084"/>
              <a:gd name="connsiteY5" fmla="*/ 66088 h 66088"/>
              <a:gd name="connsiteX6" fmla="*/ 0 w 1332084"/>
              <a:gd name="connsiteY6" fmla="*/ 0 h 6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2084" h="66088" fill="none" extrusionOk="0">
                <a:moveTo>
                  <a:pt x="0" y="0"/>
                </a:moveTo>
                <a:cubicBezTo>
                  <a:pt x="270836" y="28645"/>
                  <a:pt x="530041" y="18075"/>
                  <a:pt x="692684" y="0"/>
                </a:cubicBezTo>
                <a:cubicBezTo>
                  <a:pt x="855327" y="-18075"/>
                  <a:pt x="1038213" y="-6087"/>
                  <a:pt x="1332084" y="0"/>
                </a:cubicBezTo>
                <a:cubicBezTo>
                  <a:pt x="1335191" y="30397"/>
                  <a:pt x="1332946" y="40843"/>
                  <a:pt x="1332084" y="66088"/>
                </a:cubicBezTo>
                <a:cubicBezTo>
                  <a:pt x="1120571" y="68588"/>
                  <a:pt x="829777" y="41276"/>
                  <a:pt x="679363" y="66088"/>
                </a:cubicBezTo>
                <a:cubicBezTo>
                  <a:pt x="528949" y="90900"/>
                  <a:pt x="287634" y="34776"/>
                  <a:pt x="0" y="66088"/>
                </a:cubicBezTo>
                <a:cubicBezTo>
                  <a:pt x="-266" y="49524"/>
                  <a:pt x="-3227" y="28994"/>
                  <a:pt x="0" y="0"/>
                </a:cubicBezTo>
                <a:close/>
              </a:path>
              <a:path w="1332084" h="66088" stroke="0" extrusionOk="0">
                <a:moveTo>
                  <a:pt x="0" y="0"/>
                </a:moveTo>
                <a:cubicBezTo>
                  <a:pt x="131354" y="31853"/>
                  <a:pt x="438205" y="18681"/>
                  <a:pt x="652721" y="0"/>
                </a:cubicBezTo>
                <a:cubicBezTo>
                  <a:pt x="867237" y="-18681"/>
                  <a:pt x="1021466" y="-12088"/>
                  <a:pt x="1332084" y="0"/>
                </a:cubicBezTo>
                <a:cubicBezTo>
                  <a:pt x="1335354" y="13683"/>
                  <a:pt x="1334882" y="47651"/>
                  <a:pt x="1332084" y="66088"/>
                </a:cubicBezTo>
                <a:cubicBezTo>
                  <a:pt x="1135188" y="97277"/>
                  <a:pt x="909847" y="50472"/>
                  <a:pt x="666042" y="66088"/>
                </a:cubicBezTo>
                <a:cubicBezTo>
                  <a:pt x="422237" y="81704"/>
                  <a:pt x="246884" y="42069"/>
                  <a:pt x="0" y="66088"/>
                </a:cubicBezTo>
                <a:cubicBezTo>
                  <a:pt x="2997" y="35252"/>
                  <a:pt x="1295" y="23960"/>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3">
            <a:extLst>
              <a:ext uri="{FF2B5EF4-FFF2-40B4-BE49-F238E27FC236}">
                <a16:creationId xmlns:a16="http://schemas.microsoft.com/office/drawing/2014/main" id="{24B01D51-BFB1-3388-B53F-9449D619F44B}"/>
              </a:ext>
            </a:extLst>
          </p:cNvPr>
          <p:cNvSpPr/>
          <p:nvPr/>
        </p:nvSpPr>
        <p:spPr>
          <a:xfrm>
            <a:off x="498455" y="1008400"/>
            <a:ext cx="2364476" cy="60004"/>
          </a:xfrm>
          <a:custGeom>
            <a:avLst/>
            <a:gdLst>
              <a:gd name="connsiteX0" fmla="*/ 0 w 2364476"/>
              <a:gd name="connsiteY0" fmla="*/ 0 h 60004"/>
              <a:gd name="connsiteX1" fmla="*/ 567474 w 2364476"/>
              <a:gd name="connsiteY1" fmla="*/ 0 h 60004"/>
              <a:gd name="connsiteX2" fmla="*/ 1158593 w 2364476"/>
              <a:gd name="connsiteY2" fmla="*/ 0 h 60004"/>
              <a:gd name="connsiteX3" fmla="*/ 1749712 w 2364476"/>
              <a:gd name="connsiteY3" fmla="*/ 0 h 60004"/>
              <a:gd name="connsiteX4" fmla="*/ 2364476 w 2364476"/>
              <a:gd name="connsiteY4" fmla="*/ 0 h 60004"/>
              <a:gd name="connsiteX5" fmla="*/ 2364476 w 2364476"/>
              <a:gd name="connsiteY5" fmla="*/ 60004 h 60004"/>
              <a:gd name="connsiteX6" fmla="*/ 1773357 w 2364476"/>
              <a:gd name="connsiteY6" fmla="*/ 60004 h 60004"/>
              <a:gd name="connsiteX7" fmla="*/ 1229528 w 2364476"/>
              <a:gd name="connsiteY7" fmla="*/ 60004 h 60004"/>
              <a:gd name="connsiteX8" fmla="*/ 685698 w 2364476"/>
              <a:gd name="connsiteY8" fmla="*/ 60004 h 60004"/>
              <a:gd name="connsiteX9" fmla="*/ 0 w 2364476"/>
              <a:gd name="connsiteY9" fmla="*/ 60004 h 60004"/>
              <a:gd name="connsiteX10" fmla="*/ 0 w 2364476"/>
              <a:gd name="connsiteY10" fmla="*/ 0 h 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64476" h="60004" fill="none" extrusionOk="0">
                <a:moveTo>
                  <a:pt x="0" y="0"/>
                </a:moveTo>
                <a:cubicBezTo>
                  <a:pt x="154966" y="14445"/>
                  <a:pt x="386934" y="-20004"/>
                  <a:pt x="567474" y="0"/>
                </a:cubicBezTo>
                <a:cubicBezTo>
                  <a:pt x="748014" y="20004"/>
                  <a:pt x="1007668" y="-9805"/>
                  <a:pt x="1158593" y="0"/>
                </a:cubicBezTo>
                <a:cubicBezTo>
                  <a:pt x="1309518" y="9805"/>
                  <a:pt x="1524601" y="4593"/>
                  <a:pt x="1749712" y="0"/>
                </a:cubicBezTo>
                <a:cubicBezTo>
                  <a:pt x="1974823" y="-4593"/>
                  <a:pt x="2220422" y="9769"/>
                  <a:pt x="2364476" y="0"/>
                </a:cubicBezTo>
                <a:cubicBezTo>
                  <a:pt x="2363862" y="20801"/>
                  <a:pt x="2364476" y="39051"/>
                  <a:pt x="2364476" y="60004"/>
                </a:cubicBezTo>
                <a:cubicBezTo>
                  <a:pt x="2231332" y="52559"/>
                  <a:pt x="1923931" y="43490"/>
                  <a:pt x="1773357" y="60004"/>
                </a:cubicBezTo>
                <a:cubicBezTo>
                  <a:pt x="1622783" y="76518"/>
                  <a:pt x="1341045" y="65144"/>
                  <a:pt x="1229528" y="60004"/>
                </a:cubicBezTo>
                <a:cubicBezTo>
                  <a:pt x="1118011" y="54864"/>
                  <a:pt x="917870" y="61820"/>
                  <a:pt x="685698" y="60004"/>
                </a:cubicBezTo>
                <a:cubicBezTo>
                  <a:pt x="453526" y="58189"/>
                  <a:pt x="249024" y="52680"/>
                  <a:pt x="0" y="60004"/>
                </a:cubicBezTo>
                <a:cubicBezTo>
                  <a:pt x="-2052" y="34685"/>
                  <a:pt x="-1232" y="16867"/>
                  <a:pt x="0" y="0"/>
                </a:cubicBezTo>
                <a:close/>
              </a:path>
              <a:path w="2364476" h="60004" stroke="0" extrusionOk="0">
                <a:moveTo>
                  <a:pt x="0" y="0"/>
                </a:moveTo>
                <a:cubicBezTo>
                  <a:pt x="149727" y="3569"/>
                  <a:pt x="297890" y="1070"/>
                  <a:pt x="567474" y="0"/>
                </a:cubicBezTo>
                <a:cubicBezTo>
                  <a:pt x="837058" y="-1070"/>
                  <a:pt x="972295" y="25537"/>
                  <a:pt x="1087659" y="0"/>
                </a:cubicBezTo>
                <a:cubicBezTo>
                  <a:pt x="1203024" y="-25537"/>
                  <a:pt x="1467250" y="2438"/>
                  <a:pt x="1726067" y="0"/>
                </a:cubicBezTo>
                <a:cubicBezTo>
                  <a:pt x="1984884" y="-2438"/>
                  <a:pt x="2066617" y="-3538"/>
                  <a:pt x="2364476" y="0"/>
                </a:cubicBezTo>
                <a:cubicBezTo>
                  <a:pt x="2365152" y="16702"/>
                  <a:pt x="2362096" y="46456"/>
                  <a:pt x="2364476" y="60004"/>
                </a:cubicBezTo>
                <a:cubicBezTo>
                  <a:pt x="2178237" y="76321"/>
                  <a:pt x="1931048" y="71730"/>
                  <a:pt x="1820647" y="60004"/>
                </a:cubicBezTo>
                <a:cubicBezTo>
                  <a:pt x="1710246" y="48278"/>
                  <a:pt x="1468701" y="70735"/>
                  <a:pt x="1276817" y="60004"/>
                </a:cubicBezTo>
                <a:cubicBezTo>
                  <a:pt x="1084933" y="49274"/>
                  <a:pt x="806973" y="68994"/>
                  <a:pt x="638409" y="60004"/>
                </a:cubicBezTo>
                <a:cubicBezTo>
                  <a:pt x="469845" y="51014"/>
                  <a:pt x="221065" y="71578"/>
                  <a:pt x="0" y="60004"/>
                </a:cubicBezTo>
                <a:cubicBezTo>
                  <a:pt x="-423" y="31021"/>
                  <a:pt x="378" y="23533"/>
                  <a:pt x="0" y="0"/>
                </a:cubicBezTo>
                <a:close/>
              </a:path>
            </a:pathLst>
          </a:custGeom>
          <a:solidFill>
            <a:schemeClr val="accent1">
              <a:lumMod val="40000"/>
              <a:lumOff val="60000"/>
            </a:schemeClr>
          </a:solidFill>
          <a:ln w="0">
            <a:solidFill>
              <a:schemeClr val="accent1">
                <a:lumMod val="40000"/>
                <a:lumOff val="60000"/>
                <a:alpha val="0"/>
              </a:schemeClr>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文本框 4">
            <a:extLst>
              <a:ext uri="{FF2B5EF4-FFF2-40B4-BE49-F238E27FC236}">
                <a16:creationId xmlns:a16="http://schemas.microsoft.com/office/drawing/2014/main" id="{576C4A6F-7D66-A55D-3FF1-452207F57BC4}"/>
              </a:ext>
            </a:extLst>
          </p:cNvPr>
          <p:cNvSpPr txBox="1"/>
          <p:nvPr/>
        </p:nvSpPr>
        <p:spPr>
          <a:xfrm>
            <a:off x="465467" y="175205"/>
            <a:ext cx="2702138" cy="530040"/>
          </a:xfrm>
          <a:prstGeom prst="rect">
            <a:avLst/>
          </a:prstGeom>
          <a:noFill/>
          <a:ln w="6350" cap="sq" cmpd="sng">
            <a:solidFill>
              <a:schemeClr val="tx1"/>
            </a:solid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square" lIns="36000" tIns="18000" rIns="36000" bIns="36000" rtlCol="0">
            <a:noAutofit/>
          </a:bodyPr>
          <a:lstStyle/>
          <a:p>
            <a:r>
              <a:rPr kumimoji="1" lang="en" altLang="zh-CN" sz="600" i="1" dirty="0">
                <a:latin typeface="Times New Roman" panose="02020603050405020304" pitchFamily="18" charset="0"/>
                <a:cs typeface="Times New Roman" panose="02020603050405020304" pitchFamily="18" charset="0"/>
              </a:rPr>
              <a:t>Behavior Sequence in textual description</a:t>
            </a:r>
            <a:r>
              <a:rPr kumimoji="1" lang="en" altLang="zh-CN" sz="700" dirty="0">
                <a:latin typeface="Times New Roman" panose="02020603050405020304" pitchFamily="18" charset="0"/>
                <a:cs typeface="Times New Roman" panose="02020603050405020304" pitchFamily="18" charset="0"/>
              </a:rPr>
              <a:t>:</a:t>
            </a:r>
          </a:p>
          <a:p>
            <a:r>
              <a:rPr kumimoji="1" lang="en" altLang="zh-CN" sz="600" dirty="0">
                <a:latin typeface="Times New Roman" panose="02020603050405020304" pitchFamily="18" charset="0"/>
                <a:cs typeface="Times New Roman" panose="02020603050405020304" pitchFamily="18" charset="0"/>
              </a:rPr>
              <a:t>start entry </a:t>
            </a:r>
            <a:r>
              <a:rPr kumimoji="1" lang="en" altLang="zh-CN" sz="600" dirty="0" err="1">
                <a:latin typeface="Times New Roman" panose="02020603050405020304" pitchFamily="18" charset="0"/>
                <a:cs typeface="Times New Roman" panose="02020603050405020304" pitchFamily="18" charset="0"/>
              </a:rPr>
              <a:t>setup.py</a:t>
            </a:r>
            <a:r>
              <a:rPr kumimoji="1" lang="en" altLang="zh-CN" sz="600" dirty="0">
                <a:latin typeface="Times New Roman" panose="02020603050405020304" pitchFamily="18" charset="0"/>
                <a:cs typeface="Times New Roman" panose="02020603050405020304" pitchFamily="18" charset="0"/>
              </a:rPr>
              <a:t>, imports network module, imports network module, imports operating system module, uses sensitive information, uses sensitive information, uses sensitive information, uses data encoding call, uses network call, end of entry, start entry </a:t>
            </a:r>
            <a:r>
              <a:rPr kumimoji="1" lang="en" altLang="zh-CN" sz="600" dirty="0" err="1">
                <a:latin typeface="Times New Roman" panose="02020603050405020304" pitchFamily="18" charset="0"/>
                <a:cs typeface="Times New Roman" panose="02020603050405020304" pitchFamily="18" charset="0"/>
              </a:rPr>
              <a:t>dpp_client</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init</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py</a:t>
            </a:r>
            <a:r>
              <a:rPr kumimoji="1" lang="en" altLang="zh-CN" sz="600" dirty="0">
                <a:latin typeface="Times New Roman" panose="02020603050405020304" pitchFamily="18" charset="0"/>
                <a:cs typeface="Times New Roman" panose="02020603050405020304" pitchFamily="18" charset="0"/>
              </a:rPr>
              <a:t>, </a:t>
            </a:r>
            <a:r>
              <a:rPr kumimoji="1" lang="en-US" altLang="zh-CN" sz="600" dirty="0">
                <a:latin typeface="Times New Roman" panose="02020603050405020304" pitchFamily="18" charset="0"/>
                <a:cs typeface="Times New Roman" panose="02020603050405020304" pitchFamily="18" charset="0"/>
              </a:rPr>
              <a:t>...</a:t>
            </a:r>
            <a:endParaRPr kumimoji="1" lang="en" altLang="zh-CN" sz="600" dirty="0">
              <a:latin typeface="Times New Roman" panose="02020603050405020304" pitchFamily="18" charset="0"/>
              <a:cs typeface="Times New Roman" panose="02020603050405020304" pitchFamily="18" charset="0"/>
            </a:endParaRPr>
          </a:p>
        </p:txBody>
      </p:sp>
      <p:sp>
        <p:nvSpPr>
          <p:cNvPr id="4" name="文本框 4">
            <a:extLst>
              <a:ext uri="{FF2B5EF4-FFF2-40B4-BE49-F238E27FC236}">
                <a16:creationId xmlns:a16="http://schemas.microsoft.com/office/drawing/2014/main" id="{3C89CA24-3011-3276-9138-493C1023E636}"/>
              </a:ext>
            </a:extLst>
          </p:cNvPr>
          <p:cNvSpPr txBox="1"/>
          <p:nvPr/>
        </p:nvSpPr>
        <p:spPr>
          <a:xfrm>
            <a:off x="465467" y="858851"/>
            <a:ext cx="2702139" cy="435954"/>
          </a:xfrm>
          <a:prstGeom prst="rect">
            <a:avLst/>
          </a:prstGeom>
          <a:noFill/>
          <a:ln w="6350" cap="sq" cmpd="sng">
            <a:solidFill>
              <a:schemeClr val="tx1"/>
            </a:solid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square" lIns="36000" tIns="18000" rIns="36000" bIns="36000" rtlCol="0">
            <a:noAutofit/>
          </a:bodyPr>
          <a:lstStyle/>
          <a:p>
            <a:r>
              <a:rPr kumimoji="1" lang="en" altLang="zh-CN" sz="600" i="1" dirty="0">
                <a:latin typeface="Times New Roman" panose="02020603050405020304" pitchFamily="18" charset="0"/>
                <a:cs typeface="Times New Roman" panose="02020603050405020304" pitchFamily="18" charset="0"/>
              </a:rPr>
              <a:t>Behavior Sequence in textual description </a:t>
            </a:r>
            <a:r>
              <a:rPr kumimoji="1" lang="en" altLang="zh-CN" sz="700" dirty="0">
                <a:latin typeface="Times New Roman" panose="02020603050405020304" pitchFamily="18" charset="0"/>
                <a:cs typeface="Times New Roman" panose="02020603050405020304" pitchFamily="18" charset="0"/>
              </a:rPr>
              <a:t>:</a:t>
            </a:r>
          </a:p>
          <a:p>
            <a:r>
              <a:rPr kumimoji="1" lang="en" altLang="zh-CN" sz="600" dirty="0">
                <a:latin typeface="Times New Roman" panose="02020603050405020304" pitchFamily="18" charset="0"/>
                <a:cs typeface="Times New Roman" panose="02020603050405020304" pitchFamily="18" charset="0"/>
              </a:rPr>
              <a:t>start entry </a:t>
            </a:r>
            <a:r>
              <a:rPr kumimoji="1" lang="en" altLang="zh-CN" sz="600" dirty="0" err="1">
                <a:latin typeface="Times New Roman" panose="02020603050405020304" pitchFamily="18" charset="0"/>
                <a:cs typeface="Times New Roman" panose="02020603050405020304" pitchFamily="18" charset="0"/>
              </a:rPr>
              <a:t>index.js</a:t>
            </a:r>
            <a:r>
              <a:rPr kumimoji="1" lang="en" altLang="zh-CN" sz="600" dirty="0">
                <a:latin typeface="Times New Roman" panose="02020603050405020304" pitchFamily="18" charset="0"/>
                <a:cs typeface="Times New Roman" panose="02020603050405020304" pitchFamily="18" charset="0"/>
              </a:rPr>
              <a:t>, imports network module, uses sensitive information, uses sensitive information, uses network string, uses network call, uses file system call, end of entry</a:t>
            </a:r>
          </a:p>
        </p:txBody>
      </p:sp>
      <p:sp>
        <p:nvSpPr>
          <p:cNvPr id="7" name="文本框 4">
            <a:extLst>
              <a:ext uri="{FF2B5EF4-FFF2-40B4-BE49-F238E27FC236}">
                <a16:creationId xmlns:a16="http://schemas.microsoft.com/office/drawing/2014/main" id="{A862CEAD-8DCA-2510-9C1F-218218152F38}"/>
              </a:ext>
            </a:extLst>
          </p:cNvPr>
          <p:cNvSpPr txBox="1"/>
          <p:nvPr/>
        </p:nvSpPr>
        <p:spPr>
          <a:xfrm>
            <a:off x="465467" y="1457825"/>
            <a:ext cx="2702140" cy="527559"/>
          </a:xfrm>
          <a:prstGeom prst="rect">
            <a:avLst/>
          </a:prstGeom>
          <a:noFill/>
          <a:ln w="6350" cap="sq" cmpd="sng">
            <a:solidFill>
              <a:schemeClr val="tx1"/>
            </a:solidFill>
            <a:round/>
            <a:extLst>
              <a:ext uri="{C807C97D-BFC1-408E-A445-0C87EB9F89A2}">
                <ask:lineSketchStyleProps xmlns:ask="http://schemas.microsoft.com/office/drawing/2018/sketchyshapes" sd="1219033472">
                  <a:custGeom>
                    <a:avLst/>
                    <a:gdLst>
                      <a:gd name="connsiteX0" fmla="*/ 0 w 2655284"/>
                      <a:gd name="connsiteY0" fmla="*/ 0 h 954107"/>
                      <a:gd name="connsiteX1" fmla="*/ 637268 w 2655284"/>
                      <a:gd name="connsiteY1" fmla="*/ 0 h 954107"/>
                      <a:gd name="connsiteX2" fmla="*/ 1221431 w 2655284"/>
                      <a:gd name="connsiteY2" fmla="*/ 0 h 954107"/>
                      <a:gd name="connsiteX3" fmla="*/ 1938357 w 2655284"/>
                      <a:gd name="connsiteY3" fmla="*/ 0 h 954107"/>
                      <a:gd name="connsiteX4" fmla="*/ 2655284 w 2655284"/>
                      <a:gd name="connsiteY4" fmla="*/ 0 h 954107"/>
                      <a:gd name="connsiteX5" fmla="*/ 2655284 w 2655284"/>
                      <a:gd name="connsiteY5" fmla="*/ 467512 h 954107"/>
                      <a:gd name="connsiteX6" fmla="*/ 2655284 w 2655284"/>
                      <a:gd name="connsiteY6" fmla="*/ 954107 h 954107"/>
                      <a:gd name="connsiteX7" fmla="*/ 1991463 w 2655284"/>
                      <a:gd name="connsiteY7" fmla="*/ 954107 h 954107"/>
                      <a:gd name="connsiteX8" fmla="*/ 1274536 w 2655284"/>
                      <a:gd name="connsiteY8" fmla="*/ 954107 h 954107"/>
                      <a:gd name="connsiteX9" fmla="*/ 690374 w 2655284"/>
                      <a:gd name="connsiteY9" fmla="*/ 954107 h 954107"/>
                      <a:gd name="connsiteX10" fmla="*/ 0 w 2655284"/>
                      <a:gd name="connsiteY10" fmla="*/ 954107 h 954107"/>
                      <a:gd name="connsiteX11" fmla="*/ 0 w 2655284"/>
                      <a:gd name="connsiteY11" fmla="*/ 477054 h 954107"/>
                      <a:gd name="connsiteX12" fmla="*/ 0 w 2655284"/>
                      <a:gd name="connsiteY12"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5284" h="954107" extrusionOk="0">
                        <a:moveTo>
                          <a:pt x="0" y="0"/>
                        </a:moveTo>
                        <a:cubicBezTo>
                          <a:pt x="226282" y="-6797"/>
                          <a:pt x="505276" y="2517"/>
                          <a:pt x="637268" y="0"/>
                        </a:cubicBezTo>
                        <a:cubicBezTo>
                          <a:pt x="769260" y="-2517"/>
                          <a:pt x="1028719" y="165"/>
                          <a:pt x="1221431" y="0"/>
                        </a:cubicBezTo>
                        <a:cubicBezTo>
                          <a:pt x="1414143" y="-165"/>
                          <a:pt x="1794553" y="-6806"/>
                          <a:pt x="1938357" y="0"/>
                        </a:cubicBezTo>
                        <a:cubicBezTo>
                          <a:pt x="2082161" y="6806"/>
                          <a:pt x="2326829" y="-28246"/>
                          <a:pt x="2655284" y="0"/>
                        </a:cubicBezTo>
                        <a:cubicBezTo>
                          <a:pt x="2646941" y="137025"/>
                          <a:pt x="2665053" y="343760"/>
                          <a:pt x="2655284" y="467512"/>
                        </a:cubicBezTo>
                        <a:cubicBezTo>
                          <a:pt x="2645515" y="591264"/>
                          <a:pt x="2656523" y="812798"/>
                          <a:pt x="2655284" y="954107"/>
                        </a:cubicBezTo>
                        <a:cubicBezTo>
                          <a:pt x="2452594" y="928253"/>
                          <a:pt x="2285688" y="953479"/>
                          <a:pt x="1991463" y="954107"/>
                        </a:cubicBezTo>
                        <a:cubicBezTo>
                          <a:pt x="1697238" y="954735"/>
                          <a:pt x="1422502" y="944756"/>
                          <a:pt x="1274536" y="954107"/>
                        </a:cubicBezTo>
                        <a:cubicBezTo>
                          <a:pt x="1126570" y="963458"/>
                          <a:pt x="980613" y="960265"/>
                          <a:pt x="690374" y="954107"/>
                        </a:cubicBezTo>
                        <a:cubicBezTo>
                          <a:pt x="400135" y="947949"/>
                          <a:pt x="322327" y="951827"/>
                          <a:pt x="0" y="954107"/>
                        </a:cubicBezTo>
                        <a:cubicBezTo>
                          <a:pt x="-20120" y="772095"/>
                          <a:pt x="-22394" y="690697"/>
                          <a:pt x="0" y="477054"/>
                        </a:cubicBezTo>
                        <a:cubicBezTo>
                          <a:pt x="22394" y="263411"/>
                          <a:pt x="2547" y="143482"/>
                          <a:pt x="0" y="0"/>
                        </a:cubicBezTo>
                        <a:close/>
                      </a:path>
                    </a:pathLst>
                  </a:custGeom>
                  <ask:type>
                    <ask:lineSketchNone/>
                  </ask:type>
                </ask:lineSketchStyleProps>
              </a:ext>
            </a:extLst>
          </a:ln>
        </p:spPr>
        <p:txBody>
          <a:bodyPr wrap="square" lIns="36000" tIns="18000" rIns="36000" bIns="36000" rtlCol="0">
            <a:noAutofit/>
          </a:bodyPr>
          <a:lstStyle/>
          <a:p>
            <a:r>
              <a:rPr kumimoji="1" lang="en" altLang="zh-CN" sz="600" i="1" dirty="0">
                <a:latin typeface="Times New Roman" panose="02020603050405020304" pitchFamily="18" charset="0"/>
                <a:cs typeface="Times New Roman" panose="02020603050405020304" pitchFamily="18" charset="0"/>
              </a:rPr>
              <a:t>Behavior Sequence in textual description </a:t>
            </a:r>
            <a:r>
              <a:rPr kumimoji="1" lang="en" altLang="zh-CN" sz="700" dirty="0">
                <a:latin typeface="Times New Roman" panose="02020603050405020304" pitchFamily="18" charset="0"/>
                <a:cs typeface="Times New Roman" panose="02020603050405020304" pitchFamily="18" charset="0"/>
              </a:rPr>
              <a:t>:</a:t>
            </a:r>
          </a:p>
          <a:p>
            <a:r>
              <a:rPr kumimoji="1" lang="en" altLang="zh-CN" sz="600" dirty="0">
                <a:latin typeface="Times New Roman" panose="02020603050405020304" pitchFamily="18" charset="0"/>
                <a:cs typeface="Times New Roman" panose="02020603050405020304" pitchFamily="18" charset="0"/>
              </a:rPr>
              <a:t>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init</a:t>
            </a:r>
            <a:r>
              <a:rPr kumimoji="1" lang="en" altLang="zh-CN" sz="600" dirty="0">
                <a:latin typeface="Times New Roman" panose="02020603050405020304" pitchFamily="18" charset="0"/>
                <a:cs typeface="Times New Roman" panose="02020603050405020304" pitchFamily="18" charset="0"/>
              </a:rPr>
              <a:t>__.</a:t>
            </a:r>
            <a:r>
              <a:rPr kumimoji="1" lang="en" altLang="zh-CN" sz="600" dirty="0" err="1">
                <a:latin typeface="Times New Roman" panose="02020603050405020304" pitchFamily="18" charset="0"/>
                <a:cs typeface="Times New Roman" panose="02020603050405020304" pitchFamily="18" charset="0"/>
              </a:rPr>
              <a:t>py</a:t>
            </a:r>
            <a:r>
              <a:rPr kumimoji="1" lang="en" altLang="zh-CN" sz="600" dirty="0">
                <a:latin typeface="Times New Roman" panose="02020603050405020304" pitchFamily="18" charset="0"/>
                <a:cs typeface="Times New Roman" panose="02020603050405020304" pitchFamily="18" charset="0"/>
              </a:rPr>
              <a:t>, ... , start entry </a:t>
            </a:r>
            <a:r>
              <a:rPr kumimoji="1" lang="en" altLang="zh-CN" sz="600" dirty="0" err="1">
                <a:latin typeface="Times New Roman" panose="02020603050405020304" pitchFamily="18" charset="0"/>
                <a:cs typeface="Times New Roman" panose="02020603050405020304" pitchFamily="18" charset="0"/>
              </a:rPr>
              <a:t>superoptimzer</a:t>
            </a:r>
            <a:r>
              <a:rPr kumimoji="1" lang="en" altLang="zh-CN" sz="600" dirty="0">
                <a:latin typeface="Times New Roman" panose="02020603050405020304" pitchFamily="18" charset="0"/>
                <a:cs typeface="Times New Roman" panose="02020603050405020304" pitchFamily="18" charset="0"/>
              </a:rPr>
              <a:t>/</a:t>
            </a:r>
            <a:r>
              <a:rPr kumimoji="1" lang="en" altLang="zh-CN" sz="600" dirty="0" err="1">
                <a:latin typeface="Times New Roman" panose="02020603050405020304" pitchFamily="18" charset="0"/>
                <a:cs typeface="Times New Roman" panose="02020603050405020304" pitchFamily="18" charset="0"/>
              </a:rPr>
              <a:t>debug.py</a:t>
            </a:r>
            <a:r>
              <a:rPr kumimoji="1" lang="en" altLang="zh-CN" sz="600" dirty="0">
                <a:latin typeface="Times New Roman" panose="02020603050405020304" pitchFamily="18" charset="0"/>
                <a:cs typeface="Times New Roman" panose="02020603050405020304" pitchFamily="18" charset="0"/>
              </a:rPr>
              <a:t>, imports network module, uses </a:t>
            </a:r>
            <a:r>
              <a:rPr kumimoji="1" lang="en" altLang="zh-CN" sz="600" dirty="0" err="1">
                <a:latin typeface="Times New Roman" panose="02020603050405020304" pitchFamily="18" charset="0"/>
                <a:cs typeface="Times New Roman" panose="02020603050405020304" pitchFamily="18" charset="0"/>
              </a:rPr>
              <a:t>url</a:t>
            </a:r>
            <a:r>
              <a:rPr kumimoji="1" lang="en" altLang="zh-CN" sz="600" dirty="0">
                <a:latin typeface="Times New Roman" panose="02020603050405020304" pitchFamily="18" charset="0"/>
                <a:cs typeface="Times New Roman" panose="02020603050405020304" pitchFamily="18" charset="0"/>
              </a:rPr>
              <a:t>, uses network call, uses sensitive information, uses sensitive information, uses sensitive information, uses sensitive information, imports network module, uses network call, end of entry</a:t>
            </a:r>
          </a:p>
        </p:txBody>
      </p:sp>
    </p:spTree>
    <p:extLst>
      <p:ext uri="{BB962C8B-B14F-4D97-AF65-F5344CB8AC3E}">
        <p14:creationId xmlns:p14="http://schemas.microsoft.com/office/powerpoint/2010/main" val="574764028"/>
      </p:ext>
    </p:extLst>
  </p:cSld>
  <p:clrMapOvr>
    <a:masterClrMapping/>
  </p:clrMapOvr>
</p:sld>
</file>

<file path=ppt/theme/theme1.xml><?xml version="1.0" encoding="utf-8"?>
<a:theme xmlns:a="http://schemas.openxmlformats.org/drawingml/2006/main" name="Office 主题​​">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231</TotalTime>
  <Words>406</Words>
  <Application>Microsoft Macintosh PowerPoint</Application>
  <PresentationFormat>Custom</PresentationFormat>
  <Paragraphs>16</Paragraphs>
  <Slides>4</Slides>
  <Notes>4</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主题​​</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峻安 张</dc:creator>
  <cp:lastModifiedBy>Kaifeng Huang</cp:lastModifiedBy>
  <cp:revision>68</cp:revision>
  <dcterms:created xsi:type="dcterms:W3CDTF">2023-04-07T08:23:19Z</dcterms:created>
  <dcterms:modified xsi:type="dcterms:W3CDTF">2023-09-25T07:59:57Z</dcterms:modified>
</cp:coreProperties>
</file>