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/>
    <p:restoredTop sz="94718"/>
  </p:normalViewPr>
  <p:slideViewPr>
    <p:cSldViewPr snapToGrid="0">
      <p:cViewPr varScale="1">
        <p:scale>
          <a:sx n="177" d="100"/>
          <a:sy n="177" d="100"/>
        </p:scale>
        <p:origin x="20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198B2-435B-1FF9-B9CF-C51CAE3F8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6F072-B2D6-756E-FF35-AD262DFC5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3E036-81CB-AFD6-9A81-2F046734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A99A7-FF89-FD97-D9F2-FAC25C19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67035-826B-019C-DB20-30EBB4512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1294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8996-501D-C2D5-53E1-C7BC1628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0AAB7-31E6-7939-8415-3AB11F569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AE1A0-E897-334D-B7B7-79645FD0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80157-F839-4BFF-A085-239EFD126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6D1F2-4982-C886-302C-8A6C077A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9494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9E5BE-4445-D763-3856-BF5250BE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E8A8A-282F-E3A9-B492-5DAE66F49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2CE6E-D580-931C-3BD7-DE31A594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D9B64-3583-3137-CAF4-4A515593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82539-DB10-4BEC-AF57-C4F8DF73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084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633D-CE74-048D-90BD-49F07D096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7F7F-8771-3E8B-7E8E-D90700E26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D79FA-F409-069C-0649-EA0B49D4D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3B984-A4E3-6497-15FE-4645D080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0EE75-AA24-BF22-E6FE-AA0CD506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27817-3777-AA36-371D-4850DA02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007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9A39-0562-AA25-8077-0AF077DB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86CE3-4CBB-0499-AA71-67E70D5B6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DAB45-7AD2-6702-899D-89B42CAA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D66C12-9022-4C07-4010-DB6949201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CDB09-FBF0-8458-067C-90B8EDAAE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2A676-4CF5-1C56-670D-18740BD11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5AD92-C2CB-A3B2-3661-265E14712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B5794-A083-08D1-261E-052F54CC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9041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DD16-A6B2-A5A0-A226-6053AF8AD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961E1-312F-D6A5-ECBD-57E6A0C3E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2108E-A180-41CA-110B-798BC0BC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CB55D-76BE-3158-621D-691141E78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4517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B9E50-9DD2-CAE2-37F3-4A89B5A85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E41100-16F1-8A5D-B9B6-85F605B6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1E125-66A7-9835-30C6-75A3F130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5455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A67F-9965-668B-46C9-A3CD4058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58FE4-FDD5-EDA2-1495-59C9E0CDC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DDCC8-F612-4C47-D3C2-7F9D24589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D2A27-99F2-30A7-39CC-E279F87DE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86923-E6EA-BADB-A6FC-F282A0BE8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AE8B9-A5F1-B749-7174-3EE5C373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3380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D0B7-267D-1A46-F6AB-1A5933CA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DB1EF5-54D4-211A-746F-8A13BEA2B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C2370-903B-5F3F-1578-47CB7F4A8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EFECD-C291-AA09-1E06-4BCEAF6F1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231D5-53C4-4975-D68E-A2E38E8E5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244DA-CCAB-847C-F9CD-F5FCDCA44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3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5A9A-D3FE-8703-A28D-FDB9A0DEB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3E1B9-2B85-0E11-DCC8-D7CA4814F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E2397-D9A6-137C-E301-E5ABB452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33D5F-D27E-6013-FB35-CF2395762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927A1-3E0F-52FC-5487-1C79D306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627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EA214-F62B-6D0E-44D7-741D5EA83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499F0-BE08-8076-2C1B-08DF788B7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28039-32FD-ADD7-DB5A-A1FCD09B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6D21-3FDE-0FE9-C645-CE706D1B5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673CE-3D13-AD67-9496-EEB15B77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0413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FF3C7D-412B-24C3-2E3E-C2895A61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04FE3-5B2C-79EC-1AAE-1B00AA90D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CDD27-449F-4185-BCB5-A46F1843D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0A157-B301-8A4E-8619-D41C45339176}" type="datetimeFigureOut">
              <a:rPr lang="en-CN" smtClean="0"/>
              <a:t>2025/3/27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3EF86-19F6-21F1-8879-201531E78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D7A93-088C-3E84-9F2B-61F6DF5C9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67367-FB73-E746-9AD9-96A3659FE3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012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3F53-657B-FC34-CD5B-23AA7CB01C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TODO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46F4C-3D44-CE62-CE87-DF2671786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85953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098D-A751-8C50-F8F3-165BBB0F6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27D1-F615-5C3F-BBE5-C9538086B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3B082A-561E-7987-AF17-5FEC876E4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37" y="220401"/>
            <a:ext cx="10927963" cy="475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9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ACA8-E966-89D3-361F-F13E5189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161" y="0"/>
            <a:ext cx="10515600" cy="1325563"/>
          </a:xfrm>
        </p:spPr>
        <p:txBody>
          <a:bodyPr/>
          <a:lstStyle/>
          <a:p>
            <a:r>
              <a:rPr lang="en-CN" dirty="0"/>
              <a:t>LLM Coarse grained Component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F73F-8CBA-55D0-99EA-BF1D9372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161" y="1068735"/>
            <a:ext cx="10515600" cy="6325406"/>
          </a:xfrm>
        </p:spPr>
        <p:txBody>
          <a:bodyPr>
            <a:noAutofit/>
          </a:bodyPr>
          <a:lstStyle/>
          <a:p>
            <a:r>
              <a:rPr lang="en-CN" sz="2000" dirty="0"/>
              <a:t>Experiment Setup</a:t>
            </a:r>
          </a:p>
          <a:p>
            <a:pPr lvl="1"/>
            <a:r>
              <a:rPr lang="en-CN" sz="1800" dirty="0"/>
              <a:t>Collect “LLM</a:t>
            </a:r>
            <a:r>
              <a:rPr lang="en-CN" sz="1800" baseline="-25000" dirty="0"/>
              <a:t>A</a:t>
            </a:r>
            <a:r>
              <a:rPr lang="en-CN" sz="1800" dirty="0"/>
              <a:t> ---&lt;</a:t>
            </a:r>
            <a:r>
              <a:rPr lang="en-US" altLang="zh-CN" sz="1800" dirty="0">
                <a:sym typeface="Wingdings" pitchFamily="2" charset="2"/>
              </a:rPr>
              <a:t>Composition type</a:t>
            </a:r>
            <a:r>
              <a:rPr lang="en-CN" sz="1800" dirty="0"/>
              <a:t>&gt;</a:t>
            </a:r>
            <a:r>
              <a:rPr lang="en-CN" sz="1800" dirty="0">
                <a:sym typeface="Wingdings" pitchFamily="2" charset="2"/>
              </a:rPr>
              <a:t>-</a:t>
            </a:r>
            <a:r>
              <a:rPr lang="en-US" altLang="zh-CN" sz="1800" dirty="0">
                <a:sym typeface="Wingdings" pitchFamily="2" charset="2"/>
              </a:rPr>
              <a:t>&gt; LLM</a:t>
            </a:r>
            <a:r>
              <a:rPr lang="en-US" altLang="zh-CN" sz="1800" baseline="-25000" dirty="0">
                <a:sym typeface="Wingdings" pitchFamily="2" charset="2"/>
              </a:rPr>
              <a:t>B</a:t>
            </a:r>
            <a:r>
              <a:rPr lang="en-US" altLang="zh-CN" sz="1800" dirty="0">
                <a:sym typeface="Wingdings" pitchFamily="2" charset="2"/>
              </a:rPr>
              <a:t>”</a:t>
            </a:r>
          </a:p>
          <a:p>
            <a:pPr lvl="1"/>
            <a:r>
              <a:rPr lang="en-US" altLang="zh-CN" sz="1800" dirty="0">
                <a:sym typeface="Wingdings" pitchFamily="2" charset="2"/>
              </a:rPr>
              <a:t>100 Pair</a:t>
            </a:r>
          </a:p>
          <a:p>
            <a:pPr lvl="2"/>
            <a:r>
              <a:rPr lang="en-US" altLang="zh-CN" sz="1400" dirty="0">
                <a:sym typeface="Wingdings" pitchFamily="2" charset="2"/>
              </a:rPr>
              <a:t>&lt;</a:t>
            </a:r>
            <a:r>
              <a:rPr lang="en-US" altLang="zh-CN" sz="1400" dirty="0" err="1">
                <a:solidFill>
                  <a:srgbClr val="C00000"/>
                </a:solidFill>
                <a:sym typeface="Wingdings" pitchFamily="2" charset="2"/>
              </a:rPr>
              <a:t>deepseek</a:t>
            </a:r>
            <a:r>
              <a:rPr lang="en-US" altLang="zh-CN" sz="1400" dirty="0">
                <a:sym typeface="Wingdings" pitchFamily="2" charset="2"/>
              </a:rPr>
              <a:t>, </a:t>
            </a:r>
            <a:r>
              <a:rPr lang="en-US" altLang="zh-CN" sz="1400" dirty="0" err="1">
                <a:sym typeface="Wingdings" pitchFamily="2" charset="2"/>
              </a:rPr>
              <a:t>nicoboss</a:t>
            </a:r>
            <a:r>
              <a:rPr lang="en-US" altLang="zh-CN" sz="1400" dirty="0">
                <a:sym typeface="Wingdings" pitchFamily="2" charset="2"/>
              </a:rPr>
              <a:t>/DeepSeek-R1-Distill-Llama-70B-Uncensored, Adapter&gt;</a:t>
            </a:r>
          </a:p>
          <a:p>
            <a:pPr lvl="1"/>
            <a:r>
              <a:rPr lang="en-US" altLang="zh-CN" sz="1800" dirty="0">
                <a:sym typeface="Wingdings" pitchFamily="2" charset="2"/>
              </a:rPr>
              <a:t>Composition type</a:t>
            </a:r>
          </a:p>
          <a:p>
            <a:pPr lvl="2"/>
            <a:r>
              <a:rPr lang="en-CN" sz="1400" dirty="0"/>
              <a:t>Fine-tune: LoRA</a:t>
            </a:r>
            <a:endParaRPr lang="en-CN" sz="1600" dirty="0"/>
          </a:p>
          <a:p>
            <a:pPr lvl="2"/>
            <a:r>
              <a:rPr lang="en-CN" sz="1600" dirty="0"/>
              <a:t>Adapter</a:t>
            </a:r>
          </a:p>
          <a:p>
            <a:pPr lvl="2"/>
            <a:r>
              <a:rPr lang="en-CN" sz="1600" dirty="0"/>
              <a:t>Merge</a:t>
            </a:r>
          </a:p>
          <a:p>
            <a:pPr lvl="2"/>
            <a:r>
              <a:rPr lang="en-CN" sz="1600" dirty="0"/>
              <a:t>Quantization</a:t>
            </a:r>
          </a:p>
          <a:p>
            <a:r>
              <a:rPr lang="en-CN" sz="2000" dirty="0"/>
              <a:t>Empirical Study</a:t>
            </a:r>
          </a:p>
          <a:p>
            <a:pPr lvl="1"/>
            <a:r>
              <a:rPr lang="en-CN" sz="1800" dirty="0"/>
              <a:t>RQ1 柱状图</a:t>
            </a:r>
            <a:r>
              <a:rPr lang="zh-CN" altLang="en-US" sz="1800" dirty="0"/>
              <a:t>，横轴是</a:t>
            </a:r>
            <a:r>
              <a:rPr lang="en-US" altLang="zh-CN" sz="1800" dirty="0"/>
              <a:t>Fine-tune, </a:t>
            </a:r>
            <a:r>
              <a:rPr lang="zh-CN" altLang="en-US" sz="1800" dirty="0"/>
              <a:t>纵轴是</a:t>
            </a:r>
            <a:r>
              <a:rPr lang="en-US" altLang="zh-CN" sz="1800" dirty="0"/>
              <a:t>White-box</a:t>
            </a:r>
            <a:r>
              <a:rPr lang="zh-CN" altLang="en-US" sz="1800" dirty="0"/>
              <a:t> 结构</a:t>
            </a:r>
            <a:r>
              <a:rPr lang="en-US" altLang="zh-CN" sz="1800" dirty="0"/>
              <a:t>/</a:t>
            </a:r>
            <a:r>
              <a:rPr lang="zh-CN" altLang="en-US" sz="1800" dirty="0"/>
              <a:t>权重的区别</a:t>
            </a:r>
            <a:endParaRPr lang="en-US" altLang="zh-CN" sz="1800" dirty="0"/>
          </a:p>
          <a:p>
            <a:r>
              <a:rPr lang="en-US" altLang="zh-CN" sz="2200" dirty="0"/>
              <a:t>Challenge</a:t>
            </a:r>
          </a:p>
          <a:p>
            <a:pPr lvl="1"/>
            <a:endParaRPr lang="en-US" altLang="zh-CN" sz="1800" dirty="0"/>
          </a:p>
          <a:p>
            <a:r>
              <a:rPr lang="en-US" sz="2000" dirty="0"/>
              <a:t>Tool Approach</a:t>
            </a:r>
          </a:p>
          <a:p>
            <a:pPr lvl="1"/>
            <a:r>
              <a:rPr lang="en-US" sz="1800" dirty="0">
                <a:solidFill>
                  <a:srgbClr val="C00000"/>
                </a:solidFill>
              </a:rPr>
              <a:t>Database</a:t>
            </a:r>
            <a:r>
              <a:rPr lang="zh-CN" altLang="en-US" sz="1800" dirty="0">
                <a:solidFill>
                  <a:srgbClr val="C00000"/>
                </a:solidFill>
              </a:rPr>
              <a:t>： </a:t>
            </a:r>
            <a:r>
              <a:rPr lang="en-CN" sz="1800" dirty="0">
                <a:solidFill>
                  <a:srgbClr val="C00000"/>
                </a:solidFill>
              </a:rPr>
              <a:t>LLM</a:t>
            </a:r>
            <a:r>
              <a:rPr lang="en-CN" sz="1800" baseline="-25000" dirty="0">
                <a:solidFill>
                  <a:srgbClr val="C00000"/>
                </a:solidFill>
              </a:rPr>
              <a:t>A</a:t>
            </a:r>
            <a:r>
              <a:rPr lang="zh-CN" altLang="en-US" sz="1800" baseline="-25000" dirty="0">
                <a:solidFill>
                  <a:srgbClr val="C00000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200</a:t>
            </a:r>
            <a:r>
              <a:rPr lang="zh-CN" altLang="en-US" sz="1800" dirty="0">
                <a:solidFill>
                  <a:srgbClr val="C00000"/>
                </a:solidFill>
              </a:rPr>
              <a:t>个</a:t>
            </a:r>
            <a:r>
              <a:rPr lang="en-US" altLang="zh-CN" sz="1800" dirty="0">
                <a:solidFill>
                  <a:srgbClr val="C00000"/>
                </a:solidFill>
              </a:rPr>
              <a:t> + None</a:t>
            </a:r>
          </a:p>
          <a:p>
            <a:pPr lvl="1"/>
            <a:r>
              <a:rPr lang="en-US" sz="1800" dirty="0" err="1"/>
              <a:t>给定</a:t>
            </a:r>
            <a:r>
              <a:rPr lang="en-CN" sz="1800" dirty="0"/>
              <a:t> LLM</a:t>
            </a:r>
            <a:r>
              <a:rPr lang="en-CN" sz="1800" baseline="-25000" dirty="0"/>
              <a:t>B </a:t>
            </a:r>
            <a:r>
              <a:rPr lang="en-CN" sz="1800" dirty="0"/>
              <a:t>判断是否与Database中的某个 LLM</a:t>
            </a:r>
            <a:r>
              <a:rPr lang="en-CN" sz="1800" baseline="-25000" dirty="0"/>
              <a:t>A</a:t>
            </a:r>
            <a:r>
              <a:rPr lang="zh-CN" altLang="en-US" sz="1800" baseline="-25000" dirty="0"/>
              <a:t> </a:t>
            </a:r>
            <a:r>
              <a:rPr lang="zh-CN" altLang="en-US" sz="1800" dirty="0"/>
              <a:t>存在</a:t>
            </a:r>
            <a:r>
              <a:rPr lang="en-US" altLang="zh-CN" sz="1800" dirty="0"/>
              <a:t>&lt;</a:t>
            </a:r>
            <a:r>
              <a:rPr lang="en-US" altLang="zh-CN" sz="1800" dirty="0">
                <a:sym typeface="Wingdings" pitchFamily="2" charset="2"/>
              </a:rPr>
              <a:t>Composition type</a:t>
            </a:r>
            <a:r>
              <a:rPr lang="en-US" altLang="zh-CN" sz="1800" dirty="0"/>
              <a:t>&gt;</a:t>
            </a:r>
            <a:r>
              <a:rPr lang="zh-CN" altLang="en-US" sz="1800" dirty="0"/>
              <a:t>关系，如果是，那么是什么</a:t>
            </a:r>
            <a:r>
              <a:rPr lang="en-US" altLang="zh-CN" sz="1800" dirty="0"/>
              <a:t>&lt;</a:t>
            </a:r>
            <a:r>
              <a:rPr lang="en-US" altLang="zh-CN" sz="1800" dirty="0">
                <a:sym typeface="Wingdings" pitchFamily="2" charset="2"/>
              </a:rPr>
              <a:t>Composition type</a:t>
            </a:r>
            <a:r>
              <a:rPr lang="en-US" altLang="zh-CN" sz="1800" dirty="0"/>
              <a:t>&gt;</a:t>
            </a:r>
            <a:endParaRPr lang="en-US" sz="1800" dirty="0"/>
          </a:p>
          <a:p>
            <a:r>
              <a:rPr lang="en-US" sz="2000" dirty="0"/>
              <a:t>Experiment</a:t>
            </a:r>
          </a:p>
          <a:p>
            <a:pPr lvl="1"/>
            <a:r>
              <a:rPr lang="en-US" sz="1600" dirty="0"/>
              <a:t>RQ2 Accuracy=90%, Precision, Recall</a:t>
            </a:r>
          </a:p>
          <a:p>
            <a:pPr lvl="1"/>
            <a:r>
              <a:rPr lang="en-US" sz="1600" dirty="0"/>
              <a:t>RQ3 Real-world detection, 80%</a:t>
            </a:r>
          </a:p>
          <a:p>
            <a:pPr lvl="1"/>
            <a:endParaRPr lang="en-CN" sz="1800" dirty="0"/>
          </a:p>
          <a:p>
            <a:pPr lvl="1"/>
            <a:endParaRPr lang="en-CN" sz="1800" dirty="0"/>
          </a:p>
        </p:txBody>
      </p:sp>
    </p:spTree>
    <p:extLst>
      <p:ext uri="{BB962C8B-B14F-4D97-AF65-F5344CB8AC3E}">
        <p14:creationId xmlns:p14="http://schemas.microsoft.com/office/powerpoint/2010/main" val="1931314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ACA8-E966-89D3-361F-F13E5189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LLM Fine grained Fine-tune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F73F-8CBA-55D0-99EA-BF1D93723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CN" dirty="0"/>
              <a:t>Experiment Setup</a:t>
            </a:r>
          </a:p>
          <a:p>
            <a:pPr lvl="1"/>
            <a:r>
              <a:rPr lang="en-CN" dirty="0"/>
              <a:t>Collect “LLM</a:t>
            </a:r>
            <a:r>
              <a:rPr lang="en-CN" baseline="-25000" dirty="0"/>
              <a:t>A</a:t>
            </a:r>
            <a:r>
              <a:rPr lang="en-CN" dirty="0"/>
              <a:t> ---Fine-tune</a:t>
            </a:r>
            <a:r>
              <a:rPr lang="en-CN" dirty="0">
                <a:sym typeface="Wingdings" pitchFamily="2" charset="2"/>
              </a:rPr>
              <a:t>--</a:t>
            </a:r>
            <a:r>
              <a:rPr lang="en-US" altLang="zh-CN" dirty="0">
                <a:sym typeface="Wingdings" pitchFamily="2" charset="2"/>
              </a:rPr>
              <a:t>&gt; LLM</a:t>
            </a:r>
            <a:r>
              <a:rPr lang="en-US" altLang="zh-CN" baseline="-25000" dirty="0">
                <a:sym typeface="Wingdings" pitchFamily="2" charset="2"/>
              </a:rPr>
              <a:t>B</a:t>
            </a:r>
            <a:r>
              <a:rPr lang="en-US" altLang="zh-CN" dirty="0">
                <a:sym typeface="Wingdings" pitchFamily="2" charset="2"/>
              </a:rPr>
              <a:t>”</a:t>
            </a:r>
          </a:p>
          <a:p>
            <a:pPr lvl="1"/>
            <a:r>
              <a:rPr lang="en-US" altLang="zh-CN" dirty="0">
                <a:sym typeface="Wingdings" pitchFamily="2" charset="2"/>
              </a:rPr>
              <a:t>100 Pair</a:t>
            </a:r>
          </a:p>
          <a:p>
            <a:pPr lvl="1"/>
            <a:r>
              <a:rPr lang="en-CN" dirty="0"/>
              <a:t>Fine-tune</a:t>
            </a:r>
            <a:r>
              <a:rPr lang="zh-CN" altLang="en-US" dirty="0"/>
              <a:t> 原理</a:t>
            </a:r>
            <a:endParaRPr lang="en-CN" dirty="0"/>
          </a:p>
          <a:p>
            <a:pPr lvl="2"/>
            <a:r>
              <a:rPr lang="en-CN" dirty="0"/>
              <a:t>全参数微调</a:t>
            </a:r>
            <a:r>
              <a:rPr lang="zh-CN" altLang="en-US" dirty="0"/>
              <a:t> </a:t>
            </a:r>
            <a:r>
              <a:rPr lang="en-US" altLang="zh-CN" dirty="0"/>
              <a:t>50</a:t>
            </a:r>
            <a:r>
              <a:rPr lang="zh-CN" altLang="en-US" dirty="0"/>
              <a:t> </a:t>
            </a:r>
            <a:r>
              <a:rPr lang="en-US" altLang="zh-CN" dirty="0"/>
              <a:t>Pair</a:t>
            </a:r>
            <a:endParaRPr lang="en-CN" dirty="0"/>
          </a:p>
          <a:p>
            <a:pPr lvl="2"/>
            <a:r>
              <a:rPr lang="en-CN" dirty="0"/>
              <a:t>Adapter</a:t>
            </a:r>
          </a:p>
          <a:p>
            <a:pPr lvl="2"/>
            <a:r>
              <a:rPr lang="en-CN" dirty="0"/>
              <a:t>LoRA</a:t>
            </a:r>
          </a:p>
          <a:p>
            <a:pPr lvl="2"/>
            <a:r>
              <a:rPr lang="en-CN" dirty="0"/>
              <a:t>QLoRA</a:t>
            </a:r>
          </a:p>
          <a:p>
            <a:pPr lvl="2"/>
            <a:r>
              <a:rPr lang="en-CN" dirty="0"/>
              <a:t>XXXX</a:t>
            </a:r>
          </a:p>
          <a:p>
            <a:pPr lvl="2"/>
            <a:r>
              <a:rPr lang="en-CN" dirty="0"/>
              <a:t>…</a:t>
            </a:r>
          </a:p>
          <a:p>
            <a:r>
              <a:rPr lang="en-CN" dirty="0"/>
              <a:t>Tool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Database</a:t>
            </a:r>
            <a:r>
              <a:rPr lang="zh-CN" altLang="en-US" sz="2400" dirty="0">
                <a:solidFill>
                  <a:srgbClr val="C00000"/>
                </a:solidFill>
              </a:rPr>
              <a:t>： </a:t>
            </a:r>
            <a:r>
              <a:rPr lang="en-CN" sz="2400" dirty="0">
                <a:solidFill>
                  <a:srgbClr val="C00000"/>
                </a:solidFill>
              </a:rPr>
              <a:t>LLM</a:t>
            </a:r>
            <a:r>
              <a:rPr lang="en-CN" sz="2400" baseline="-25000" dirty="0">
                <a:solidFill>
                  <a:srgbClr val="C00000"/>
                </a:solidFill>
              </a:rPr>
              <a:t>A</a:t>
            </a:r>
            <a:r>
              <a:rPr lang="zh-CN" altLang="en-US" sz="2400" baseline="-250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200</a:t>
            </a:r>
            <a:r>
              <a:rPr lang="zh-CN" altLang="en-US" sz="2400" dirty="0">
                <a:solidFill>
                  <a:srgbClr val="C00000"/>
                </a:solidFill>
              </a:rPr>
              <a:t>个</a:t>
            </a:r>
            <a:r>
              <a:rPr lang="en-US" altLang="zh-CN" sz="2400" dirty="0">
                <a:solidFill>
                  <a:srgbClr val="C00000"/>
                </a:solidFill>
              </a:rPr>
              <a:t> + None</a:t>
            </a:r>
          </a:p>
          <a:p>
            <a:pPr lvl="1"/>
            <a:r>
              <a:rPr lang="en-US" sz="2400" dirty="0" err="1"/>
              <a:t>给定</a:t>
            </a:r>
            <a:r>
              <a:rPr lang="en-CN" sz="2400" dirty="0"/>
              <a:t> LLM</a:t>
            </a:r>
            <a:r>
              <a:rPr lang="en-CN" sz="2400" baseline="-25000" dirty="0"/>
              <a:t>B </a:t>
            </a:r>
            <a:r>
              <a:rPr lang="en-CN" sz="2400" dirty="0"/>
              <a:t>判断是否与Database中的某个 LLM</a:t>
            </a:r>
            <a:r>
              <a:rPr lang="en-CN" sz="2400" baseline="-25000" dirty="0"/>
              <a:t>A</a:t>
            </a:r>
            <a:r>
              <a:rPr lang="zh-CN" altLang="en-US" sz="2400" baseline="-25000" dirty="0"/>
              <a:t> </a:t>
            </a:r>
            <a:r>
              <a:rPr lang="zh-CN" altLang="en-US" sz="2400" dirty="0"/>
              <a:t>存在</a:t>
            </a:r>
            <a:r>
              <a:rPr lang="en-US" altLang="zh-CN" sz="2400" dirty="0"/>
              <a:t>Fine-tune</a:t>
            </a:r>
            <a:r>
              <a:rPr lang="zh-CN" altLang="en-US" sz="2400" dirty="0"/>
              <a:t>关系，如果是，那么是什么</a:t>
            </a:r>
            <a:r>
              <a:rPr lang="en-US" altLang="zh-CN" dirty="0"/>
              <a:t>fine-tune</a:t>
            </a:r>
          </a:p>
          <a:p>
            <a:pPr lvl="2"/>
            <a:r>
              <a:rPr lang="en-CN" dirty="0"/>
              <a:t>Adapter</a:t>
            </a:r>
          </a:p>
          <a:p>
            <a:pPr lvl="2"/>
            <a:r>
              <a:rPr lang="en-CN" dirty="0"/>
              <a:t>LoRA</a:t>
            </a:r>
          </a:p>
          <a:p>
            <a:pPr lvl="2"/>
            <a:r>
              <a:rPr lang="en-CN" dirty="0"/>
              <a:t>QLoRA</a:t>
            </a:r>
          </a:p>
          <a:p>
            <a:pPr lvl="2"/>
            <a:r>
              <a:rPr lang="en-CN" dirty="0"/>
              <a:t>XXXX</a:t>
            </a:r>
          </a:p>
          <a:p>
            <a:r>
              <a:rPr lang="en-CN" dirty="0"/>
              <a:t>Evaluation</a:t>
            </a:r>
          </a:p>
          <a:p>
            <a:pPr lvl="1"/>
            <a:r>
              <a:rPr lang="en-CN" dirty="0"/>
              <a:t>全参数微调二分类任务</a:t>
            </a:r>
            <a:r>
              <a:rPr lang="zh-CN" altLang="en-US" dirty="0"/>
              <a:t>：</a:t>
            </a:r>
            <a:r>
              <a:rPr lang="en-US" altLang="zh-CN" dirty="0"/>
              <a:t>precision</a:t>
            </a:r>
            <a:r>
              <a:rPr lang="zh-CN" altLang="en-US" dirty="0"/>
              <a:t> </a:t>
            </a:r>
            <a:r>
              <a:rPr lang="en-US" altLang="zh-CN" dirty="0"/>
              <a:t>recall</a:t>
            </a:r>
            <a:endParaRPr lang="en-CN" dirty="0"/>
          </a:p>
          <a:p>
            <a:pPr lvl="1"/>
            <a:endParaRPr lang="en-CN" dirty="0"/>
          </a:p>
          <a:p>
            <a:pPr lvl="1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89324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167</Words>
  <Application>Microsoft Macintosh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TODO</vt:lpstr>
      <vt:lpstr>PowerPoint Presentation</vt:lpstr>
      <vt:lpstr>LLM Coarse grained Component Analysis</vt:lpstr>
      <vt:lpstr>LLM Fine grained Fine-tune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Kaifeng Huang</dc:creator>
  <cp:lastModifiedBy>Kaifeng Huang</cp:lastModifiedBy>
  <cp:revision>7</cp:revision>
  <dcterms:created xsi:type="dcterms:W3CDTF">2025-03-27T13:09:48Z</dcterms:created>
  <dcterms:modified xsi:type="dcterms:W3CDTF">2025-03-27T13:46:07Z</dcterms:modified>
</cp:coreProperties>
</file>