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2" userDrawn="1">
          <p15:clr>
            <a:srgbClr val="A4A3A4"/>
          </p15:clr>
        </p15:guide>
        <p15:guide id="2" pos="732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AF4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66" autoAdjust="0"/>
    <p:restoredTop sz="94660"/>
  </p:normalViewPr>
  <p:slideViewPr>
    <p:cSldViewPr snapToGrid="0" showGuides="1">
      <p:cViewPr>
        <p:scale>
          <a:sx n="95" d="100"/>
          <a:sy n="95" d="100"/>
        </p:scale>
        <p:origin x="144" y="144"/>
      </p:cViewPr>
      <p:guideLst>
        <p:guide orient="horz" pos="142"/>
        <p:guide pos="732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2025/9/3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3" name="肘形连接符 295">
            <a:extLst>
              <a:ext uri="{FF2B5EF4-FFF2-40B4-BE49-F238E27FC236}">
                <a16:creationId xmlns:a16="http://schemas.microsoft.com/office/drawing/2014/main" id="{089E1B5C-B09A-48EE-43CD-85A0B42E9B42}"/>
              </a:ext>
            </a:extLst>
          </p:cNvPr>
          <p:cNvCxnSpPr>
            <a:cxnSpLocks/>
            <a:stCxn id="41" idx="3"/>
          </p:cNvCxnSpPr>
          <p:nvPr/>
        </p:nvCxnSpPr>
        <p:spPr>
          <a:xfrm flipV="1">
            <a:off x="6599259" y="2188366"/>
            <a:ext cx="1851531" cy="1155238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6" name="矩形 335"/>
          <p:cNvSpPr/>
          <p:nvPr/>
        </p:nvSpPr>
        <p:spPr>
          <a:xfrm>
            <a:off x="3255327" y="1214491"/>
            <a:ext cx="2843685" cy="7854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 cmpd="sng">
            <a:noFill/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" name="矩形 146"/>
          <p:cNvSpPr/>
          <p:nvPr/>
        </p:nvSpPr>
        <p:spPr>
          <a:xfrm>
            <a:off x="7844182" y="1249900"/>
            <a:ext cx="1461770" cy="30651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mpd="sng">
            <a:solidFill>
              <a:schemeClr val="accent3">
                <a:lumMod val="75000"/>
                <a:alpha val="36000"/>
              </a:schemeClr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8068535" y="3240149"/>
            <a:ext cx="1152000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/>
              <a:t>Errors</a:t>
            </a:r>
          </a:p>
        </p:txBody>
      </p:sp>
      <p:sp>
        <p:nvSpPr>
          <p:cNvPr id="90" name="圆角矩形 89"/>
          <p:cNvSpPr/>
          <p:nvPr/>
        </p:nvSpPr>
        <p:spPr>
          <a:xfrm>
            <a:off x="8443940" y="3779899"/>
            <a:ext cx="539115" cy="21336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b="1">
              <a:ln w="12700" cmpd="sng">
                <a:noFill/>
                <a:prstDash val="solid"/>
              </a:ln>
              <a:solidFill>
                <a:schemeClr val="tx1"/>
              </a:solidFill>
            </a:endParaRPr>
          </a:p>
        </p:txBody>
      </p:sp>
      <p:sp>
        <p:nvSpPr>
          <p:cNvPr id="93" name="圆角矩形 92"/>
          <p:cNvSpPr/>
          <p:nvPr/>
        </p:nvSpPr>
        <p:spPr>
          <a:xfrm>
            <a:off x="8443940" y="2973449"/>
            <a:ext cx="539115" cy="21336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ln w="12700" cmpd="sng">
                  <a:noFill/>
                  <a:prstDash val="solid"/>
                </a:ln>
                <a:solidFill>
                  <a:schemeClr val="tx1"/>
                </a:solidFill>
              </a:rPr>
              <a:t>🔨</a:t>
            </a:r>
          </a:p>
        </p:txBody>
      </p:sp>
      <p:sp>
        <p:nvSpPr>
          <p:cNvPr id="137" name="矩形 136"/>
          <p:cNvSpPr/>
          <p:nvPr/>
        </p:nvSpPr>
        <p:spPr>
          <a:xfrm>
            <a:off x="3228665" y="2083786"/>
            <a:ext cx="2843686" cy="1356459"/>
          </a:xfrm>
          <a:prstGeom prst="rect">
            <a:avLst/>
          </a:prstGeom>
          <a:solidFill>
            <a:srgbClr val="FBDAF4"/>
          </a:solidFill>
          <a:ln w="12700" cmpd="sng">
            <a:solidFill>
              <a:srgbClr val="FBDAF4">
                <a:alpha val="35686"/>
              </a:srgbClr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8" name="组合 97"/>
          <p:cNvGrpSpPr/>
          <p:nvPr/>
        </p:nvGrpSpPr>
        <p:grpSpPr>
          <a:xfrm>
            <a:off x="248281" y="2700171"/>
            <a:ext cx="628650" cy="560705"/>
            <a:chOff x="86" y="4755"/>
            <a:chExt cx="990" cy="883"/>
          </a:xfrm>
        </p:grpSpPr>
        <p:sp>
          <p:nvSpPr>
            <p:cNvPr id="92" name="剪去单角的矩形 91"/>
            <p:cNvSpPr/>
            <p:nvPr/>
          </p:nvSpPr>
          <p:spPr>
            <a:xfrm>
              <a:off x="86" y="4851"/>
              <a:ext cx="670" cy="787"/>
            </a:xfrm>
            <a:prstGeom prst="snip1Rect">
              <a:avLst>
                <a:gd name="adj" fmla="val 35865"/>
              </a:avLst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900"/>
            </a:p>
          </p:txBody>
        </p:sp>
        <p:sp>
          <p:nvSpPr>
            <p:cNvPr id="114" name="剪去单角的矩形 113"/>
            <p:cNvSpPr/>
            <p:nvPr/>
          </p:nvSpPr>
          <p:spPr>
            <a:xfrm>
              <a:off x="128" y="4801"/>
              <a:ext cx="670" cy="787"/>
            </a:xfrm>
            <a:prstGeom prst="snip1Rect">
              <a:avLst>
                <a:gd name="adj" fmla="val 35865"/>
              </a:avLst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900"/>
            </a:p>
          </p:txBody>
        </p:sp>
        <p:sp>
          <p:nvSpPr>
            <p:cNvPr id="117" name="剪去单角的矩形 116"/>
            <p:cNvSpPr/>
            <p:nvPr/>
          </p:nvSpPr>
          <p:spPr>
            <a:xfrm>
              <a:off x="179" y="4755"/>
              <a:ext cx="670" cy="787"/>
            </a:xfrm>
            <a:prstGeom prst="snip1Rect">
              <a:avLst>
                <a:gd name="adj" fmla="val 35865"/>
              </a:avLst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900"/>
            </a:p>
          </p:txBody>
        </p:sp>
        <p:sp>
          <p:nvSpPr>
            <p:cNvPr id="118" name="文本框 117"/>
            <p:cNvSpPr txBox="1"/>
            <p:nvPr/>
          </p:nvSpPr>
          <p:spPr>
            <a:xfrm>
              <a:off x="176" y="4803"/>
              <a:ext cx="900" cy="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solidFill>
                    <a:schemeClr val="bg1"/>
                  </a:solidFill>
                </a:rPr>
                <a:t>Java</a:t>
              </a:r>
            </a:p>
            <a:p>
              <a:r>
                <a:rPr lang="en-US" altLang="zh-CN" sz="800" dirty="0">
                  <a:solidFill>
                    <a:schemeClr val="bg1"/>
                  </a:solidFill>
                </a:rPr>
                <a:t>Source</a:t>
              </a:r>
            </a:p>
            <a:p>
              <a:r>
                <a:rPr lang="en-US" altLang="zh-CN" sz="800" dirty="0">
                  <a:solidFill>
                    <a:schemeClr val="bg1"/>
                  </a:solidFill>
                </a:rPr>
                <a:t>Files</a:t>
              </a:r>
            </a:p>
          </p:txBody>
        </p:sp>
      </p:grpSp>
      <p:sp>
        <p:nvSpPr>
          <p:cNvPr id="197" name="矩形 196"/>
          <p:cNvSpPr/>
          <p:nvPr/>
        </p:nvSpPr>
        <p:spPr>
          <a:xfrm>
            <a:off x="3329305" y="2522951"/>
            <a:ext cx="1152000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/>
              <a:t>Class Fields</a:t>
            </a:r>
          </a:p>
        </p:txBody>
      </p:sp>
      <p:sp>
        <p:nvSpPr>
          <p:cNvPr id="32" name="矩形 31"/>
          <p:cNvSpPr/>
          <p:nvPr/>
        </p:nvSpPr>
        <p:spPr>
          <a:xfrm>
            <a:off x="5338920" y="2599311"/>
            <a:ext cx="1152000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/>
              <a:t>Class</a:t>
            </a:r>
          </a:p>
          <a:p>
            <a:pPr algn="ctr"/>
            <a:r>
              <a:rPr lang="en-US" altLang="zh-CN" sz="800" dirty="0"/>
              <a:t>Skeleton</a:t>
            </a:r>
          </a:p>
        </p:txBody>
      </p:sp>
      <p:sp>
        <p:nvSpPr>
          <p:cNvPr id="50" name="矩形 49"/>
          <p:cNvSpPr/>
          <p:nvPr/>
        </p:nvSpPr>
        <p:spPr>
          <a:xfrm>
            <a:off x="3329305" y="2986817"/>
            <a:ext cx="1152000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/>
              <a:t>External</a:t>
            </a:r>
          </a:p>
          <a:p>
            <a:pPr algn="ctr"/>
            <a:r>
              <a:rPr lang="en-US" altLang="zh-CN" sz="800" dirty="0"/>
              <a:t>Class Dependencies</a:t>
            </a:r>
          </a:p>
        </p:txBody>
      </p:sp>
      <p:sp>
        <p:nvSpPr>
          <p:cNvPr id="41" name="矩形 40"/>
          <p:cNvSpPr/>
          <p:nvPr/>
        </p:nvSpPr>
        <p:spPr>
          <a:xfrm>
            <a:off x="5447259" y="3073604"/>
            <a:ext cx="1152000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/>
              <a:t>Header</a:t>
            </a:r>
          </a:p>
        </p:txBody>
      </p:sp>
      <p:sp>
        <p:nvSpPr>
          <p:cNvPr id="145" name="矩形 144"/>
          <p:cNvSpPr/>
          <p:nvPr/>
        </p:nvSpPr>
        <p:spPr>
          <a:xfrm>
            <a:off x="6255412" y="1249900"/>
            <a:ext cx="1453515" cy="30651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 cmpd="sng">
            <a:solidFill>
              <a:schemeClr val="accent3">
                <a:lumMod val="75000"/>
                <a:alpha val="36000"/>
              </a:schemeClr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2" name="矩形 251"/>
          <p:cNvSpPr/>
          <p:nvPr/>
        </p:nvSpPr>
        <p:spPr>
          <a:xfrm>
            <a:off x="6719279" y="2188365"/>
            <a:ext cx="1152000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/>
              <a:t>Method Skeleton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6815853" y="1857040"/>
            <a:ext cx="539115" cy="21336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400" b="1">
              <a:ln w="12700" cmpd="sng">
                <a:noFill/>
                <a:prstDash val="solid"/>
              </a:ln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605567" y="1306302"/>
            <a:ext cx="1152000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lt1"/>
                </a:solidFill>
                <a:sym typeface="+mn-ea"/>
              </a:rPr>
              <a:t>Translated</a:t>
            </a:r>
          </a:p>
          <a:p>
            <a:pPr algn="ctr"/>
            <a:r>
              <a:rPr lang="en-US" altLang="zh-CN" sz="800" dirty="0">
                <a:solidFill>
                  <a:schemeClr val="lt1"/>
                </a:solidFill>
                <a:sym typeface="+mn-ea"/>
              </a:rPr>
              <a:t>Target-method-only CPP</a:t>
            </a:r>
          </a:p>
        </p:txBody>
      </p:sp>
      <p:sp>
        <p:nvSpPr>
          <p:cNvPr id="42" name="矩形 41"/>
          <p:cNvSpPr/>
          <p:nvPr/>
        </p:nvSpPr>
        <p:spPr>
          <a:xfrm>
            <a:off x="6719280" y="3785932"/>
            <a:ext cx="1152000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00" dirty="0"/>
              <a:t>Original</a:t>
            </a:r>
          </a:p>
          <a:p>
            <a:pPr algn="ctr"/>
            <a:r>
              <a:rPr lang="en-US" altLang="zh-CN" sz="700" dirty="0"/>
              <a:t>Method</a:t>
            </a:r>
          </a:p>
        </p:txBody>
      </p:sp>
      <p:sp>
        <p:nvSpPr>
          <p:cNvPr id="91" name="圆角矩形 90"/>
          <p:cNvSpPr/>
          <p:nvPr/>
        </p:nvSpPr>
        <p:spPr>
          <a:xfrm>
            <a:off x="6737816" y="2580295"/>
            <a:ext cx="539115" cy="479425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400" b="1">
              <a:ln w="12700" cmpd="sng">
                <a:noFill/>
                <a:prstDash val="solid"/>
              </a:ln>
            </a:endParaRPr>
          </a:p>
        </p:txBody>
      </p:sp>
      <p:sp>
        <p:nvSpPr>
          <p:cNvPr id="232" name="矩形 231"/>
          <p:cNvSpPr/>
          <p:nvPr/>
        </p:nvSpPr>
        <p:spPr>
          <a:xfrm>
            <a:off x="3195319" y="3511701"/>
            <a:ext cx="2968983" cy="7701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mpd="sng">
            <a:noFill/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圆角矩形 93"/>
          <p:cNvSpPr/>
          <p:nvPr/>
        </p:nvSpPr>
        <p:spPr>
          <a:xfrm>
            <a:off x="4098159" y="3743739"/>
            <a:ext cx="539115" cy="21336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n w="12700" cmpd="sng">
                  <a:noFill/>
                  <a:prstDash val="solid"/>
                </a:ln>
                <a:solidFill>
                  <a:schemeClr val="tx1"/>
                </a:solidFill>
              </a:rPr>
              <a:t>&lt;/&gt;</a:t>
            </a:r>
          </a:p>
        </p:txBody>
      </p:sp>
      <p:sp>
        <p:nvSpPr>
          <p:cNvPr id="95" name="圆角矩形 94"/>
          <p:cNvSpPr/>
          <p:nvPr/>
        </p:nvSpPr>
        <p:spPr>
          <a:xfrm>
            <a:off x="4805045" y="3747580"/>
            <a:ext cx="549275" cy="21336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>
                <a:ln w="12700" cmpd="sng">
                  <a:noFill/>
                  <a:prstDash val="solid"/>
                </a:ln>
                <a:solidFill>
                  <a:schemeClr val="tx1"/>
                </a:solidFill>
              </a:rPr>
              <a:t>Sorter</a:t>
            </a:r>
          </a:p>
        </p:txBody>
      </p:sp>
      <p:sp>
        <p:nvSpPr>
          <p:cNvPr id="96" name="圆角矩形 95"/>
          <p:cNvSpPr/>
          <p:nvPr/>
        </p:nvSpPr>
        <p:spPr>
          <a:xfrm>
            <a:off x="4565333" y="2598676"/>
            <a:ext cx="539115" cy="21336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400" b="1">
              <a:ln w="12700" cmpd="sng">
                <a:noFill/>
                <a:prstDash val="solid"/>
              </a:ln>
            </a:endParaRPr>
          </a:p>
        </p:txBody>
      </p:sp>
      <p:sp>
        <p:nvSpPr>
          <p:cNvPr id="101" name="圆角矩形 100"/>
          <p:cNvSpPr/>
          <p:nvPr/>
        </p:nvSpPr>
        <p:spPr>
          <a:xfrm>
            <a:off x="4558205" y="3079794"/>
            <a:ext cx="539115" cy="21336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400" b="1">
              <a:ln w="12700" cmpd="sng">
                <a:noFill/>
                <a:prstDash val="solid"/>
              </a:ln>
            </a:endParaRPr>
          </a:p>
        </p:txBody>
      </p:sp>
      <p:cxnSp>
        <p:nvCxnSpPr>
          <p:cNvPr id="209" name="直接箭头连接符 208"/>
          <p:cNvCxnSpPr>
            <a:cxnSpLocks/>
            <a:endCxn id="42" idx="1"/>
          </p:cNvCxnSpPr>
          <p:nvPr/>
        </p:nvCxnSpPr>
        <p:spPr>
          <a:xfrm>
            <a:off x="5872507" y="3886262"/>
            <a:ext cx="846773" cy="1696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0" name="直接箭头连接符 209"/>
          <p:cNvCxnSpPr>
            <a:stCxn id="42" idx="0"/>
            <a:endCxn id="91" idx="2"/>
          </p:cNvCxnSpPr>
          <p:nvPr/>
        </p:nvCxnSpPr>
        <p:spPr>
          <a:xfrm flipH="1" flipV="1">
            <a:off x="7007374" y="3059720"/>
            <a:ext cx="287906" cy="72621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2" name="直接箭头连接符 211"/>
          <p:cNvCxnSpPr>
            <a:cxnSpLocks/>
            <a:stCxn id="91" idx="0"/>
            <a:endCxn id="252" idx="2"/>
          </p:cNvCxnSpPr>
          <p:nvPr/>
        </p:nvCxnSpPr>
        <p:spPr>
          <a:xfrm>
            <a:off x="7007374" y="2580295"/>
            <a:ext cx="287905" cy="1480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4" name="直接箭头连接符 213"/>
          <p:cNvCxnSpPr>
            <a:cxnSpLocks/>
            <a:stCxn id="252" idx="0"/>
            <a:endCxn id="7" idx="2"/>
          </p:cNvCxnSpPr>
          <p:nvPr/>
        </p:nvCxnSpPr>
        <p:spPr>
          <a:xfrm flipH="1" flipV="1">
            <a:off x="7085411" y="2070400"/>
            <a:ext cx="209868" cy="1179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5" name="直接箭头连接符 214"/>
          <p:cNvCxnSpPr>
            <a:cxnSpLocks/>
          </p:cNvCxnSpPr>
          <p:nvPr/>
        </p:nvCxnSpPr>
        <p:spPr>
          <a:xfrm flipV="1">
            <a:off x="7085728" y="1736767"/>
            <a:ext cx="6985" cy="1898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8" name="矩形 237"/>
          <p:cNvSpPr/>
          <p:nvPr/>
        </p:nvSpPr>
        <p:spPr>
          <a:xfrm>
            <a:off x="8182577" y="1235613"/>
            <a:ext cx="1152000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lt1"/>
                </a:solidFill>
                <a:sym typeface="+mn-ea"/>
              </a:rPr>
              <a:t>Translated</a:t>
            </a:r>
          </a:p>
          <a:p>
            <a:pPr algn="ctr"/>
            <a:r>
              <a:rPr lang="en-US" altLang="zh-CN" sz="800" dirty="0">
                <a:solidFill>
                  <a:schemeClr val="lt1"/>
                </a:solidFill>
                <a:sym typeface="+mn-ea"/>
              </a:rPr>
              <a:t>Target-method-only CPP</a:t>
            </a:r>
          </a:p>
        </p:txBody>
      </p:sp>
      <p:cxnSp>
        <p:nvCxnSpPr>
          <p:cNvPr id="241" name="直接箭头连接符 240"/>
          <p:cNvCxnSpPr>
            <a:cxnSpLocks/>
            <a:stCxn id="12" idx="3"/>
            <a:endCxn id="238" idx="1"/>
          </p:cNvCxnSpPr>
          <p:nvPr/>
        </p:nvCxnSpPr>
        <p:spPr>
          <a:xfrm flipV="1">
            <a:off x="7757567" y="1505613"/>
            <a:ext cx="425010" cy="7068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4" name="直接箭头连接符 243"/>
          <p:cNvCxnSpPr>
            <a:cxnSpLocks/>
            <a:endCxn id="93" idx="0"/>
          </p:cNvCxnSpPr>
          <p:nvPr/>
        </p:nvCxnSpPr>
        <p:spPr>
          <a:xfrm flipH="1">
            <a:off x="8713815" y="2735483"/>
            <a:ext cx="635" cy="2374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5" name="直接箭头连接符 244"/>
          <p:cNvCxnSpPr>
            <a:stCxn id="93" idx="2"/>
            <a:endCxn id="44" idx="0"/>
          </p:cNvCxnSpPr>
          <p:nvPr/>
        </p:nvCxnSpPr>
        <p:spPr>
          <a:xfrm flipH="1">
            <a:off x="8644535" y="3186809"/>
            <a:ext cx="68963" cy="533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6" name="直接箭头连接符 245"/>
          <p:cNvCxnSpPr>
            <a:endCxn id="90" idx="0"/>
          </p:cNvCxnSpPr>
          <p:nvPr/>
        </p:nvCxnSpPr>
        <p:spPr>
          <a:xfrm>
            <a:off x="8714132" y="3576858"/>
            <a:ext cx="0" cy="2025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0" name="肘形连接符 249"/>
          <p:cNvCxnSpPr>
            <a:cxnSpLocks/>
            <a:stCxn id="238" idx="0"/>
            <a:endCxn id="90" idx="1"/>
          </p:cNvCxnSpPr>
          <p:nvPr/>
        </p:nvCxnSpPr>
        <p:spPr>
          <a:xfrm rot="16200000" flipH="1" flipV="1">
            <a:off x="7275776" y="2403777"/>
            <a:ext cx="2650966" cy="314637"/>
          </a:xfrm>
          <a:prstGeom prst="bentConnector4">
            <a:avLst>
              <a:gd name="adj1" fmla="val -8623"/>
              <a:gd name="adj2" fmla="val 255723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3" name="肘形连接符 252"/>
          <p:cNvCxnSpPr>
            <a:cxnSpLocks/>
            <a:stCxn id="32" idx="3"/>
            <a:endCxn id="91" idx="1"/>
          </p:cNvCxnSpPr>
          <p:nvPr/>
        </p:nvCxnSpPr>
        <p:spPr>
          <a:xfrm flipV="1">
            <a:off x="6490920" y="2820008"/>
            <a:ext cx="246896" cy="49303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0" name="直接箭头连接符 269"/>
          <p:cNvCxnSpPr>
            <a:cxnSpLocks/>
            <a:stCxn id="93" idx="3"/>
          </p:cNvCxnSpPr>
          <p:nvPr/>
        </p:nvCxnSpPr>
        <p:spPr>
          <a:xfrm flipV="1">
            <a:off x="8983372" y="3076160"/>
            <a:ext cx="532130" cy="38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2" name="圆角矩形 271"/>
          <p:cNvSpPr/>
          <p:nvPr/>
        </p:nvSpPr>
        <p:spPr>
          <a:xfrm>
            <a:off x="10730892" y="1487758"/>
            <a:ext cx="539115" cy="21336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ln w="12700" cmpd="sng">
                  <a:noFill/>
                  <a:prstDash val="solid"/>
                </a:ln>
                <a:solidFill>
                  <a:schemeClr val="tx1"/>
                </a:solidFill>
              </a:rPr>
              <a:t>+</a:t>
            </a:r>
          </a:p>
        </p:txBody>
      </p:sp>
      <p:grpSp>
        <p:nvGrpSpPr>
          <p:cNvPr id="273" name="组合 272"/>
          <p:cNvGrpSpPr/>
          <p:nvPr/>
        </p:nvGrpSpPr>
        <p:grpSpPr>
          <a:xfrm>
            <a:off x="11724667" y="1283605"/>
            <a:ext cx="638175" cy="560705"/>
            <a:chOff x="86" y="4755"/>
            <a:chExt cx="1005" cy="883"/>
          </a:xfrm>
        </p:grpSpPr>
        <p:sp>
          <p:nvSpPr>
            <p:cNvPr id="274" name="剪去单角的矩形 273"/>
            <p:cNvSpPr/>
            <p:nvPr/>
          </p:nvSpPr>
          <p:spPr>
            <a:xfrm>
              <a:off x="86" y="4851"/>
              <a:ext cx="670" cy="787"/>
            </a:xfrm>
            <a:prstGeom prst="snip1Rect">
              <a:avLst>
                <a:gd name="adj" fmla="val 35865"/>
              </a:avLst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900"/>
            </a:p>
          </p:txBody>
        </p:sp>
        <p:sp>
          <p:nvSpPr>
            <p:cNvPr id="275" name="剪去单角的矩形 274"/>
            <p:cNvSpPr/>
            <p:nvPr/>
          </p:nvSpPr>
          <p:spPr>
            <a:xfrm>
              <a:off x="128" y="4801"/>
              <a:ext cx="670" cy="787"/>
            </a:xfrm>
            <a:prstGeom prst="snip1Rect">
              <a:avLst>
                <a:gd name="adj" fmla="val 35865"/>
              </a:avLst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900"/>
            </a:p>
          </p:txBody>
        </p:sp>
        <p:sp>
          <p:nvSpPr>
            <p:cNvPr id="276" name="剪去单角的矩形 275"/>
            <p:cNvSpPr/>
            <p:nvPr/>
          </p:nvSpPr>
          <p:spPr>
            <a:xfrm>
              <a:off x="179" y="4755"/>
              <a:ext cx="670" cy="787"/>
            </a:xfrm>
            <a:prstGeom prst="snip1Rect">
              <a:avLst>
                <a:gd name="adj" fmla="val 35865"/>
              </a:avLst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900"/>
            </a:p>
          </p:txBody>
        </p:sp>
        <p:sp>
          <p:nvSpPr>
            <p:cNvPr id="277" name="文本框 276"/>
            <p:cNvSpPr txBox="1"/>
            <p:nvPr/>
          </p:nvSpPr>
          <p:spPr>
            <a:xfrm>
              <a:off x="191" y="4878"/>
              <a:ext cx="90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>
                  <a:solidFill>
                    <a:schemeClr val="bg1"/>
                  </a:solidFill>
                </a:rPr>
                <a:t>C++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Files</a:t>
              </a:r>
            </a:p>
          </p:txBody>
        </p:sp>
      </p:grpSp>
      <p:cxnSp>
        <p:nvCxnSpPr>
          <p:cNvPr id="284" name="直接箭头连接符 283"/>
          <p:cNvCxnSpPr>
            <a:cxnSpLocks/>
            <a:stCxn id="197" idx="3"/>
            <a:endCxn id="96" idx="1"/>
          </p:cNvCxnSpPr>
          <p:nvPr/>
        </p:nvCxnSpPr>
        <p:spPr>
          <a:xfrm flipV="1">
            <a:off x="4481305" y="2705356"/>
            <a:ext cx="84028" cy="875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8" name="直接箭头连接符 287"/>
          <p:cNvCxnSpPr>
            <a:stCxn id="101" idx="3"/>
            <a:endCxn id="41" idx="1"/>
          </p:cNvCxnSpPr>
          <p:nvPr/>
        </p:nvCxnSpPr>
        <p:spPr>
          <a:xfrm>
            <a:off x="5097320" y="3186474"/>
            <a:ext cx="349939" cy="1571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1" name="肘形连接符 290"/>
          <p:cNvCxnSpPr>
            <a:cxnSpLocks/>
            <a:stCxn id="268" idx="0"/>
            <a:endCxn id="272" idx="1"/>
          </p:cNvCxnSpPr>
          <p:nvPr/>
        </p:nvCxnSpPr>
        <p:spPr>
          <a:xfrm rot="5400000" flipH="1" flipV="1">
            <a:off x="9711885" y="1975549"/>
            <a:ext cx="1400117" cy="637897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3" name="直接箭头连接符 292"/>
          <p:cNvCxnSpPr>
            <a:stCxn id="272" idx="3"/>
            <a:endCxn id="274" idx="2"/>
          </p:cNvCxnSpPr>
          <p:nvPr/>
        </p:nvCxnSpPr>
        <p:spPr>
          <a:xfrm>
            <a:off x="11270007" y="1594517"/>
            <a:ext cx="4546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6" name="肘形连接符 295"/>
          <p:cNvCxnSpPr>
            <a:cxnSpLocks/>
            <a:stCxn id="5" idx="3"/>
            <a:endCxn id="197" idx="1"/>
          </p:cNvCxnSpPr>
          <p:nvPr/>
        </p:nvCxnSpPr>
        <p:spPr>
          <a:xfrm flipV="1">
            <a:off x="2346956" y="2792951"/>
            <a:ext cx="982349" cy="157092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7" name="肘形连接符 296"/>
          <p:cNvCxnSpPr>
            <a:cxnSpLocks/>
            <a:stCxn id="5" idx="3"/>
            <a:endCxn id="322" idx="1"/>
          </p:cNvCxnSpPr>
          <p:nvPr/>
        </p:nvCxnSpPr>
        <p:spPr>
          <a:xfrm>
            <a:off x="2346956" y="2950043"/>
            <a:ext cx="939454" cy="915671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33" name="组合 332"/>
          <p:cNvGrpSpPr/>
          <p:nvPr/>
        </p:nvGrpSpPr>
        <p:grpSpPr>
          <a:xfrm>
            <a:off x="4229136" y="1500279"/>
            <a:ext cx="1216879" cy="579854"/>
            <a:chOff x="6254" y="3953"/>
            <a:chExt cx="2052" cy="1120"/>
          </a:xfrm>
        </p:grpSpPr>
        <p:sp>
          <p:nvSpPr>
            <p:cNvPr id="308" name="流程图: 磁盘 307"/>
            <p:cNvSpPr/>
            <p:nvPr/>
          </p:nvSpPr>
          <p:spPr>
            <a:xfrm>
              <a:off x="7041" y="4399"/>
              <a:ext cx="716" cy="259"/>
            </a:xfrm>
            <a:prstGeom prst="flowChartMagneticDisk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0" name="流程图: 磁盘 309"/>
            <p:cNvSpPr/>
            <p:nvPr/>
          </p:nvSpPr>
          <p:spPr>
            <a:xfrm>
              <a:off x="7041" y="4176"/>
              <a:ext cx="716" cy="259"/>
            </a:xfrm>
            <a:prstGeom prst="flowChartMagneticDisk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1" name="流程图: 磁盘 310"/>
            <p:cNvSpPr/>
            <p:nvPr/>
          </p:nvSpPr>
          <p:spPr>
            <a:xfrm>
              <a:off x="7041" y="3953"/>
              <a:ext cx="716" cy="259"/>
            </a:xfrm>
            <a:prstGeom prst="flowChartMagneticDisk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2" name="文本框 311"/>
            <p:cNvSpPr txBox="1"/>
            <p:nvPr/>
          </p:nvSpPr>
          <p:spPr>
            <a:xfrm>
              <a:off x="6254" y="4540"/>
              <a:ext cx="2052" cy="5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solidFill>
                    <a:schemeClr val="bg1"/>
                  </a:solidFill>
                </a:rPr>
                <a:t>Grammar Difference Knowledge Base</a:t>
              </a:r>
            </a:p>
          </p:txBody>
        </p:sp>
      </p:grpSp>
      <p:cxnSp>
        <p:nvCxnSpPr>
          <p:cNvPr id="314" name="肘形连接符 313"/>
          <p:cNvCxnSpPr>
            <a:cxnSpLocks/>
            <a:stCxn id="310" idx="4"/>
            <a:endCxn id="7" idx="1"/>
          </p:cNvCxnSpPr>
          <p:nvPr/>
        </p:nvCxnSpPr>
        <p:spPr>
          <a:xfrm>
            <a:off x="5120446" y="1682778"/>
            <a:ext cx="1695407" cy="280942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5" name="直接箭头连接符 314"/>
          <p:cNvCxnSpPr>
            <a:cxnSpLocks/>
            <a:stCxn id="312" idx="0"/>
            <a:endCxn id="45" idx="0"/>
          </p:cNvCxnSpPr>
          <p:nvPr/>
        </p:nvCxnSpPr>
        <p:spPr>
          <a:xfrm>
            <a:off x="4837576" y="1804185"/>
            <a:ext cx="172" cy="7871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27" name="组合 326"/>
          <p:cNvGrpSpPr/>
          <p:nvPr/>
        </p:nvGrpSpPr>
        <p:grpSpPr>
          <a:xfrm>
            <a:off x="3286410" y="3710774"/>
            <a:ext cx="707390" cy="309880"/>
            <a:chOff x="5521" y="5372"/>
            <a:chExt cx="1114" cy="488"/>
          </a:xfrm>
        </p:grpSpPr>
        <p:grpSp>
          <p:nvGrpSpPr>
            <p:cNvPr id="234" name="组合 233"/>
            <p:cNvGrpSpPr/>
            <p:nvPr/>
          </p:nvGrpSpPr>
          <p:grpSpPr>
            <a:xfrm>
              <a:off x="5568" y="5412"/>
              <a:ext cx="1016" cy="396"/>
              <a:chOff x="746" y="3412"/>
              <a:chExt cx="1270" cy="396"/>
            </a:xfrm>
          </p:grpSpPr>
          <p:sp>
            <p:nvSpPr>
              <p:cNvPr id="235" name="矩形 234"/>
              <p:cNvSpPr/>
              <p:nvPr/>
            </p:nvSpPr>
            <p:spPr>
              <a:xfrm>
                <a:off x="746" y="3492"/>
                <a:ext cx="1185" cy="316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/>
              </a:p>
            </p:txBody>
          </p:sp>
          <p:sp>
            <p:nvSpPr>
              <p:cNvPr id="236" name="矩形 235"/>
              <p:cNvSpPr/>
              <p:nvPr/>
            </p:nvSpPr>
            <p:spPr>
              <a:xfrm>
                <a:off x="786" y="3452"/>
                <a:ext cx="1185" cy="316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/>
              </a:p>
            </p:txBody>
          </p:sp>
          <p:sp>
            <p:nvSpPr>
              <p:cNvPr id="237" name="矩形 236"/>
              <p:cNvSpPr/>
              <p:nvPr/>
            </p:nvSpPr>
            <p:spPr>
              <a:xfrm>
                <a:off x="831" y="3412"/>
                <a:ext cx="1185" cy="316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/>
                  <a:t>Class</a:t>
                </a:r>
              </a:p>
            </p:txBody>
          </p:sp>
        </p:grpSp>
        <p:sp>
          <p:nvSpPr>
            <p:cNvPr id="322" name="矩形 321"/>
            <p:cNvSpPr/>
            <p:nvPr/>
          </p:nvSpPr>
          <p:spPr>
            <a:xfrm>
              <a:off x="5521" y="5372"/>
              <a:ext cx="1115" cy="488"/>
            </a:xfrm>
            <a:prstGeom prst="rect">
              <a:avLst/>
            </a:prstGeom>
            <a:noFill/>
            <a:ln w="6350" cmpd="sng"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35" name="直接连接符 334"/>
          <p:cNvCxnSpPr>
            <a:cxnSpLocks/>
            <a:stCxn id="94" idx="3"/>
            <a:endCxn id="95" idx="1"/>
          </p:cNvCxnSpPr>
          <p:nvPr/>
        </p:nvCxnSpPr>
        <p:spPr>
          <a:xfrm>
            <a:off x="4637274" y="3850419"/>
            <a:ext cx="167771" cy="38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7" name="直接箭头连接符 336"/>
          <p:cNvCxnSpPr>
            <a:cxnSpLocks/>
            <a:stCxn id="117" idx="0"/>
            <a:endCxn id="5" idx="1"/>
          </p:cNvCxnSpPr>
          <p:nvPr/>
        </p:nvCxnSpPr>
        <p:spPr>
          <a:xfrm flipV="1">
            <a:off x="732786" y="2950043"/>
            <a:ext cx="500265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8" name="文本框 337"/>
          <p:cNvSpPr txBox="1"/>
          <p:nvPr/>
        </p:nvSpPr>
        <p:spPr>
          <a:xfrm>
            <a:off x="3129247" y="3533981"/>
            <a:ext cx="173037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b="1" dirty="0"/>
              <a:t>Call Graph Building</a:t>
            </a:r>
          </a:p>
        </p:txBody>
      </p:sp>
      <p:sp>
        <p:nvSpPr>
          <p:cNvPr id="339" name="文本框 338"/>
          <p:cNvSpPr txBox="1"/>
          <p:nvPr/>
        </p:nvSpPr>
        <p:spPr>
          <a:xfrm>
            <a:off x="6193817" y="4141690"/>
            <a:ext cx="173037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b="1"/>
              <a:t>Method Stranslating</a:t>
            </a:r>
          </a:p>
        </p:txBody>
      </p:sp>
      <p:sp>
        <p:nvSpPr>
          <p:cNvPr id="340" name="文本框 339"/>
          <p:cNvSpPr txBox="1"/>
          <p:nvPr/>
        </p:nvSpPr>
        <p:spPr>
          <a:xfrm>
            <a:off x="7794017" y="4146770"/>
            <a:ext cx="173037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b="1"/>
              <a:t>Compiler-based Reviewing</a:t>
            </a:r>
          </a:p>
        </p:txBody>
      </p:sp>
      <p:sp>
        <p:nvSpPr>
          <p:cNvPr id="341" name="文本框 340"/>
          <p:cNvSpPr txBox="1"/>
          <p:nvPr/>
        </p:nvSpPr>
        <p:spPr>
          <a:xfrm>
            <a:off x="3143242" y="1196711"/>
            <a:ext cx="173037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b="1" dirty="0"/>
              <a:t>Global Reference</a:t>
            </a:r>
          </a:p>
        </p:txBody>
      </p:sp>
      <p:sp>
        <p:nvSpPr>
          <p:cNvPr id="342" name="文本框 341"/>
          <p:cNvSpPr txBox="1"/>
          <p:nvPr/>
        </p:nvSpPr>
        <p:spPr>
          <a:xfrm>
            <a:off x="3203165" y="2143782"/>
            <a:ext cx="242570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b="1" dirty="0"/>
              <a:t>Field-only C++ Header Generation</a:t>
            </a:r>
          </a:p>
        </p:txBody>
      </p:sp>
      <p:pic>
        <p:nvPicPr>
          <p:cNvPr id="14" name="图片 13"/>
          <p:cNvPicPr/>
          <p:nvPr/>
        </p:nvPicPr>
        <p:blipFill>
          <a:blip r:embed="rId3"/>
          <a:stretch>
            <a:fillRect/>
          </a:stretch>
        </p:blipFill>
        <p:spPr>
          <a:xfrm>
            <a:off x="6852018" y="2670806"/>
            <a:ext cx="363220" cy="356235"/>
          </a:xfrm>
          <a:prstGeom prst="rect">
            <a:avLst/>
          </a:prstGeom>
        </p:spPr>
      </p:pic>
      <p:pic>
        <p:nvPicPr>
          <p:cNvPr id="45" name="图片 44"/>
          <p:cNvPicPr/>
          <p:nvPr/>
        </p:nvPicPr>
        <p:blipFill>
          <a:blip r:embed="rId3"/>
          <a:stretch>
            <a:fillRect/>
          </a:stretch>
        </p:blipFill>
        <p:spPr>
          <a:xfrm>
            <a:off x="4728210" y="2591373"/>
            <a:ext cx="219075" cy="214630"/>
          </a:xfrm>
          <a:prstGeom prst="rect">
            <a:avLst/>
          </a:prstGeom>
        </p:spPr>
      </p:pic>
      <p:sp>
        <p:nvSpPr>
          <p:cNvPr id="52" name="文本框 51"/>
          <p:cNvSpPr txBox="1"/>
          <p:nvPr/>
        </p:nvSpPr>
        <p:spPr>
          <a:xfrm>
            <a:off x="4388326" y="2417341"/>
            <a:ext cx="14268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Generate Class Skeleton</a:t>
            </a:r>
          </a:p>
        </p:txBody>
      </p:sp>
      <p:pic>
        <p:nvPicPr>
          <p:cNvPr id="53" name="图片 52"/>
          <p:cNvPicPr/>
          <p:nvPr/>
        </p:nvPicPr>
        <p:blipFill>
          <a:blip r:embed="rId3"/>
          <a:stretch>
            <a:fillRect/>
          </a:stretch>
        </p:blipFill>
        <p:spPr>
          <a:xfrm>
            <a:off x="4786752" y="3096425"/>
            <a:ext cx="219075" cy="214630"/>
          </a:xfrm>
          <a:prstGeom prst="rect">
            <a:avLst/>
          </a:prstGeom>
        </p:spPr>
      </p:pic>
      <p:sp>
        <p:nvSpPr>
          <p:cNvPr id="54" name="文本框 53"/>
          <p:cNvSpPr txBox="1"/>
          <p:nvPr/>
        </p:nvSpPr>
        <p:spPr>
          <a:xfrm>
            <a:off x="4376217" y="3377645"/>
            <a:ext cx="11088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Generate Headers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7746575" y="2970889"/>
            <a:ext cx="7042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800" dirty="0"/>
              <a:t>Compiling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8074687" y="3948015"/>
            <a:ext cx="128651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800" dirty="0"/>
              <a:t>Regenerate Methods</a:t>
            </a:r>
          </a:p>
        </p:txBody>
      </p:sp>
      <p:pic>
        <p:nvPicPr>
          <p:cNvPr id="59" name="图片 58"/>
          <p:cNvPicPr/>
          <p:nvPr/>
        </p:nvPicPr>
        <p:blipFill>
          <a:blip r:embed="rId3"/>
          <a:stretch>
            <a:fillRect/>
          </a:stretch>
        </p:blipFill>
        <p:spPr>
          <a:xfrm>
            <a:off x="8612532" y="3778470"/>
            <a:ext cx="219075" cy="214630"/>
          </a:xfrm>
          <a:prstGeom prst="rect">
            <a:avLst/>
          </a:prstGeom>
        </p:spPr>
      </p:pic>
      <p:sp>
        <p:nvSpPr>
          <p:cNvPr id="70" name="文本框 69"/>
          <p:cNvSpPr txBox="1"/>
          <p:nvPr/>
        </p:nvSpPr>
        <p:spPr>
          <a:xfrm>
            <a:off x="4032326" y="4006374"/>
            <a:ext cx="796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ym typeface="+mn-ea"/>
              </a:rPr>
              <a:t>Call Graph Generation</a:t>
            </a:r>
            <a:endParaRPr lang="en-US" altLang="zh-CN" sz="800" dirty="0"/>
          </a:p>
        </p:txBody>
      </p:sp>
      <p:sp>
        <p:nvSpPr>
          <p:cNvPr id="72" name="文本框 71"/>
          <p:cNvSpPr txBox="1"/>
          <p:nvPr/>
        </p:nvSpPr>
        <p:spPr>
          <a:xfrm>
            <a:off x="4808011" y="4006374"/>
            <a:ext cx="899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Method Ordering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7106461" y="2591725"/>
            <a:ext cx="796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Generate</a:t>
            </a:r>
          </a:p>
          <a:p>
            <a:r>
              <a:rPr lang="en-US" altLang="zh-CN" sz="800" dirty="0"/>
              <a:t>Method</a:t>
            </a:r>
          </a:p>
          <a:p>
            <a:r>
              <a:rPr lang="en-US" altLang="zh-CN" sz="800" dirty="0"/>
              <a:t>Skeleton</a:t>
            </a:r>
          </a:p>
        </p:txBody>
      </p:sp>
      <p:sp>
        <p:nvSpPr>
          <p:cNvPr id="74" name="文本框 73"/>
          <p:cNvSpPr txBox="1"/>
          <p:nvPr/>
        </p:nvSpPr>
        <p:spPr>
          <a:xfrm>
            <a:off x="10209557" y="1677067"/>
            <a:ext cx="158178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Merge Headers and Methods</a:t>
            </a:r>
          </a:p>
        </p:txBody>
      </p:sp>
      <p:pic>
        <p:nvPicPr>
          <p:cNvPr id="75" name="图片 74"/>
          <p:cNvPicPr/>
          <p:nvPr/>
        </p:nvPicPr>
        <p:blipFill>
          <a:blip r:embed="rId3"/>
          <a:stretch>
            <a:fillRect/>
          </a:stretch>
        </p:blipFill>
        <p:spPr>
          <a:xfrm>
            <a:off x="6930311" y="1853150"/>
            <a:ext cx="219075" cy="214630"/>
          </a:xfrm>
          <a:prstGeom prst="rect">
            <a:avLst/>
          </a:prstGeom>
        </p:spPr>
      </p:pic>
      <p:sp>
        <p:nvSpPr>
          <p:cNvPr id="76" name="文本框 75"/>
          <p:cNvSpPr txBox="1"/>
          <p:nvPr/>
        </p:nvSpPr>
        <p:spPr>
          <a:xfrm>
            <a:off x="7376822" y="1730372"/>
            <a:ext cx="7962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Translate</a:t>
            </a:r>
          </a:p>
          <a:p>
            <a:r>
              <a:rPr lang="en-US" altLang="zh-CN" sz="800" dirty="0"/>
              <a:t>Method</a:t>
            </a:r>
          </a:p>
        </p:txBody>
      </p:sp>
      <p:sp>
        <p:nvSpPr>
          <p:cNvPr id="112" name="圆角矩形 111"/>
          <p:cNvSpPr/>
          <p:nvPr/>
        </p:nvSpPr>
        <p:spPr>
          <a:xfrm>
            <a:off x="6115859" y="2574890"/>
            <a:ext cx="539115" cy="21336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ln w="12700" cmpd="sng">
                  <a:noFill/>
                  <a:prstDash val="solid"/>
                </a:ln>
                <a:solidFill>
                  <a:schemeClr val="tx1"/>
                </a:solidFill>
              </a:rPr>
              <a:t>{ }</a:t>
            </a:r>
          </a:p>
        </p:txBody>
      </p:sp>
      <p:sp>
        <p:nvSpPr>
          <p:cNvPr id="113" name="圆角矩形 112"/>
          <p:cNvSpPr/>
          <p:nvPr/>
        </p:nvSpPr>
        <p:spPr>
          <a:xfrm>
            <a:off x="8325542" y="2094976"/>
            <a:ext cx="539115" cy="21336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ln w="12700" cmpd="sng">
                  <a:noFill/>
                  <a:prstDash val="solid"/>
                </a:ln>
                <a:solidFill>
                  <a:schemeClr val="tx1"/>
                </a:solidFill>
              </a:rPr>
              <a:t>{ }</a:t>
            </a:r>
          </a:p>
        </p:txBody>
      </p:sp>
      <p:sp>
        <p:nvSpPr>
          <p:cNvPr id="115" name="文本框 114"/>
          <p:cNvSpPr txBox="1"/>
          <p:nvPr/>
        </p:nvSpPr>
        <p:spPr>
          <a:xfrm>
            <a:off x="6209911" y="2591373"/>
            <a:ext cx="6794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Retrieve Related</a:t>
            </a:r>
          </a:p>
          <a:p>
            <a:r>
              <a:rPr lang="en-US" altLang="zh-CN" sz="800" dirty="0"/>
              <a:t>Class</a:t>
            </a:r>
            <a:r>
              <a:rPr lang="zh-CN" altLang="en-US" sz="800" dirty="0"/>
              <a:t> </a:t>
            </a:r>
            <a:r>
              <a:rPr lang="en-US" altLang="zh-CN" sz="800" dirty="0" err="1"/>
              <a:t>Sekeletong</a:t>
            </a:r>
            <a:endParaRPr lang="en-US" altLang="zh-CN" sz="800" dirty="0"/>
          </a:p>
        </p:txBody>
      </p:sp>
      <p:sp>
        <p:nvSpPr>
          <p:cNvPr id="116" name="文本框 115"/>
          <p:cNvSpPr txBox="1"/>
          <p:nvPr/>
        </p:nvSpPr>
        <p:spPr>
          <a:xfrm>
            <a:off x="7631738" y="2027091"/>
            <a:ext cx="7689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800" dirty="0"/>
              <a:t>Select</a:t>
            </a:r>
          </a:p>
          <a:p>
            <a:pPr algn="r"/>
            <a:r>
              <a:rPr lang="en-US" altLang="zh-CN" sz="800" dirty="0"/>
              <a:t>Headers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7555997-A48A-01C9-AED9-9EBD7458EE24}"/>
              </a:ext>
            </a:extLst>
          </p:cNvPr>
          <p:cNvSpPr/>
          <p:nvPr/>
        </p:nvSpPr>
        <p:spPr>
          <a:xfrm>
            <a:off x="1233051" y="2776529"/>
            <a:ext cx="1113905" cy="347028"/>
          </a:xfrm>
          <a:prstGeom prst="roundRect">
            <a:avLst>
              <a:gd name="adj" fmla="val 883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Preprocessing</a:t>
            </a:r>
          </a:p>
        </p:txBody>
      </p:sp>
      <p:cxnSp>
        <p:nvCxnSpPr>
          <p:cNvPr id="48" name="肘形连接符 295">
            <a:extLst>
              <a:ext uri="{FF2B5EF4-FFF2-40B4-BE49-F238E27FC236}">
                <a16:creationId xmlns:a16="http://schemas.microsoft.com/office/drawing/2014/main" id="{F2B41C0F-510E-D197-C2F5-18614E21995A}"/>
              </a:ext>
            </a:extLst>
          </p:cNvPr>
          <p:cNvCxnSpPr>
            <a:cxnSpLocks/>
            <a:stCxn id="5" idx="3"/>
            <a:endCxn id="50" idx="1"/>
          </p:cNvCxnSpPr>
          <p:nvPr/>
        </p:nvCxnSpPr>
        <p:spPr>
          <a:xfrm>
            <a:off x="2346956" y="2950043"/>
            <a:ext cx="982349" cy="306774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4" name="肘形连接符 295">
            <a:extLst>
              <a:ext uri="{FF2B5EF4-FFF2-40B4-BE49-F238E27FC236}">
                <a16:creationId xmlns:a16="http://schemas.microsoft.com/office/drawing/2014/main" id="{01CD82E9-BB2A-F0D5-D284-0D33E515E239}"/>
              </a:ext>
            </a:extLst>
          </p:cNvPr>
          <p:cNvCxnSpPr>
            <a:cxnSpLocks/>
            <a:stCxn id="50" idx="3"/>
            <a:endCxn id="101" idx="1"/>
          </p:cNvCxnSpPr>
          <p:nvPr/>
        </p:nvCxnSpPr>
        <p:spPr>
          <a:xfrm flipV="1">
            <a:off x="4481305" y="3186474"/>
            <a:ext cx="76900" cy="70343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38" name="Picture 137">
            <a:extLst>
              <a:ext uri="{FF2B5EF4-FFF2-40B4-BE49-F238E27FC236}">
                <a16:creationId xmlns:a16="http://schemas.microsoft.com/office/drawing/2014/main" id="{B0CC8010-BC41-0126-F594-0251A016CF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6189" y="1442909"/>
            <a:ext cx="411004" cy="411004"/>
          </a:xfrm>
          <a:prstGeom prst="rect">
            <a:avLst/>
          </a:prstGeom>
        </p:spPr>
      </p:pic>
      <p:pic>
        <p:nvPicPr>
          <p:cNvPr id="140" name="Graphic 139">
            <a:extLst>
              <a:ext uri="{FF2B5EF4-FFF2-40B4-BE49-F238E27FC236}">
                <a16:creationId xmlns:a16="http://schemas.microsoft.com/office/drawing/2014/main" id="{8058AC57-CEA5-4424-F855-FB817620A0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10282" y="1419277"/>
            <a:ext cx="245002" cy="456720"/>
          </a:xfrm>
          <a:prstGeom prst="rect">
            <a:avLst/>
          </a:prstGeom>
        </p:spPr>
      </p:pic>
      <p:sp>
        <p:nvSpPr>
          <p:cNvPr id="141" name="Right Arrow 140">
            <a:extLst>
              <a:ext uri="{FF2B5EF4-FFF2-40B4-BE49-F238E27FC236}">
                <a16:creationId xmlns:a16="http://schemas.microsoft.com/office/drawing/2014/main" id="{5A9EDCD0-038D-7FBB-D9CD-B06E8C0AC5BD}"/>
              </a:ext>
            </a:extLst>
          </p:cNvPr>
          <p:cNvSpPr/>
          <p:nvPr/>
        </p:nvSpPr>
        <p:spPr>
          <a:xfrm>
            <a:off x="3698550" y="1513205"/>
            <a:ext cx="252000" cy="14300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2" name="Right Arrow 141">
            <a:extLst>
              <a:ext uri="{FF2B5EF4-FFF2-40B4-BE49-F238E27FC236}">
                <a16:creationId xmlns:a16="http://schemas.microsoft.com/office/drawing/2014/main" id="{2B597580-E509-52AD-148B-631641635D92}"/>
              </a:ext>
            </a:extLst>
          </p:cNvPr>
          <p:cNvSpPr/>
          <p:nvPr/>
        </p:nvSpPr>
        <p:spPr>
          <a:xfrm rot="10800000">
            <a:off x="3631746" y="1616459"/>
            <a:ext cx="252000" cy="14300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3" name="文本框 51">
            <a:extLst>
              <a:ext uri="{FF2B5EF4-FFF2-40B4-BE49-F238E27FC236}">
                <a16:creationId xmlns:a16="http://schemas.microsoft.com/office/drawing/2014/main" id="{1B2308D0-E2BB-4199-2E5F-7E7B9C255EF5}"/>
              </a:ext>
            </a:extLst>
          </p:cNvPr>
          <p:cNvSpPr txBox="1"/>
          <p:nvPr/>
        </p:nvSpPr>
        <p:spPr>
          <a:xfrm>
            <a:off x="3691394" y="1705733"/>
            <a:ext cx="12377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Grammar Difference Comparison</a:t>
            </a:r>
          </a:p>
        </p:txBody>
      </p:sp>
      <p:cxnSp>
        <p:nvCxnSpPr>
          <p:cNvPr id="146" name="直接箭头连接符 283">
            <a:extLst>
              <a:ext uri="{FF2B5EF4-FFF2-40B4-BE49-F238E27FC236}">
                <a16:creationId xmlns:a16="http://schemas.microsoft.com/office/drawing/2014/main" id="{5C4FFAA2-BB3C-3E18-9B77-960D5FB241C5}"/>
              </a:ext>
            </a:extLst>
          </p:cNvPr>
          <p:cNvCxnSpPr>
            <a:cxnSpLocks/>
          </p:cNvCxnSpPr>
          <p:nvPr/>
        </p:nvCxnSpPr>
        <p:spPr>
          <a:xfrm>
            <a:off x="4323389" y="1644035"/>
            <a:ext cx="354013" cy="154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0" name="直接箭头连接符 285">
            <a:extLst>
              <a:ext uri="{FF2B5EF4-FFF2-40B4-BE49-F238E27FC236}">
                <a16:creationId xmlns:a16="http://schemas.microsoft.com/office/drawing/2014/main" id="{B44D4AB3-5942-13FF-EBD2-B4F05C640A21}"/>
              </a:ext>
            </a:extLst>
          </p:cNvPr>
          <p:cNvCxnSpPr>
            <a:cxnSpLocks/>
            <a:stCxn id="96" idx="3"/>
            <a:endCxn id="32" idx="1"/>
          </p:cNvCxnSpPr>
          <p:nvPr/>
        </p:nvCxnSpPr>
        <p:spPr>
          <a:xfrm>
            <a:off x="5104448" y="2705356"/>
            <a:ext cx="234472" cy="1639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B9315BFE-03D0-9EBF-A704-629543CD9C50}"/>
              </a:ext>
            </a:extLst>
          </p:cNvPr>
          <p:cNvGrpSpPr/>
          <p:nvPr/>
        </p:nvGrpSpPr>
        <p:grpSpPr>
          <a:xfrm>
            <a:off x="5358572" y="3665122"/>
            <a:ext cx="778749" cy="384124"/>
            <a:chOff x="5852510" y="4158324"/>
            <a:chExt cx="778749" cy="384124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3FB47CE1-AF2A-0082-2F3C-06ADA7AC58B6}"/>
                </a:ext>
              </a:extLst>
            </p:cNvPr>
            <p:cNvGrpSpPr/>
            <p:nvPr/>
          </p:nvGrpSpPr>
          <p:grpSpPr>
            <a:xfrm>
              <a:off x="5852510" y="4275733"/>
              <a:ext cx="653944" cy="266715"/>
              <a:chOff x="2174981" y="5173037"/>
              <a:chExt cx="653944" cy="266715"/>
            </a:xfrm>
          </p:grpSpPr>
          <p:sp>
            <p:nvSpPr>
              <p:cNvPr id="186" name="矩形 236">
                <a:extLst>
                  <a:ext uri="{FF2B5EF4-FFF2-40B4-BE49-F238E27FC236}">
                    <a16:creationId xmlns:a16="http://schemas.microsoft.com/office/drawing/2014/main" id="{F412BB20-F1DC-CAEE-5205-617DAAA8EDFE}"/>
                  </a:ext>
                </a:extLst>
              </p:cNvPr>
              <p:cNvSpPr/>
              <p:nvPr/>
            </p:nvSpPr>
            <p:spPr>
              <a:xfrm>
                <a:off x="2226945" y="5239092"/>
                <a:ext cx="601980" cy="20066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/>
                  <a:t>Methods</a:t>
                </a:r>
              </a:p>
            </p:txBody>
          </p:sp>
          <p:sp>
            <p:nvSpPr>
              <p:cNvPr id="188" name="Oval 187">
                <a:extLst>
                  <a:ext uri="{FF2B5EF4-FFF2-40B4-BE49-F238E27FC236}">
                    <a16:creationId xmlns:a16="http://schemas.microsoft.com/office/drawing/2014/main" id="{E1D9A3DA-E42B-1243-9D1F-B23A3DDB8DD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74981" y="5173037"/>
                <a:ext cx="108000" cy="108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N" sz="900" dirty="0"/>
                  <a:t>3</a:t>
                </a:r>
              </a:p>
            </p:txBody>
          </p:sp>
        </p:grp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D241238A-C1BD-6B50-3979-CCAC7BB653E4}"/>
                </a:ext>
              </a:extLst>
            </p:cNvPr>
            <p:cNvGrpSpPr/>
            <p:nvPr/>
          </p:nvGrpSpPr>
          <p:grpSpPr>
            <a:xfrm>
              <a:off x="5910295" y="4214543"/>
              <a:ext cx="653944" cy="266715"/>
              <a:chOff x="2174981" y="5173037"/>
              <a:chExt cx="653944" cy="266715"/>
            </a:xfrm>
          </p:grpSpPr>
          <p:sp>
            <p:nvSpPr>
              <p:cNvPr id="182" name="矩形 236">
                <a:extLst>
                  <a:ext uri="{FF2B5EF4-FFF2-40B4-BE49-F238E27FC236}">
                    <a16:creationId xmlns:a16="http://schemas.microsoft.com/office/drawing/2014/main" id="{CAC470D0-58F7-D02A-1AB0-32F0941A7EE5}"/>
                  </a:ext>
                </a:extLst>
              </p:cNvPr>
              <p:cNvSpPr/>
              <p:nvPr/>
            </p:nvSpPr>
            <p:spPr>
              <a:xfrm>
                <a:off x="2226945" y="5239092"/>
                <a:ext cx="601980" cy="20066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/>
                  <a:t>Methods</a:t>
                </a:r>
              </a:p>
            </p:txBody>
          </p:sp>
          <p:sp>
            <p:nvSpPr>
              <p:cNvPr id="183" name="Oval 182">
                <a:extLst>
                  <a:ext uri="{FF2B5EF4-FFF2-40B4-BE49-F238E27FC236}">
                    <a16:creationId xmlns:a16="http://schemas.microsoft.com/office/drawing/2014/main" id="{B45C277B-71AB-A00B-2E9A-515618A3FAA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74981" y="5173037"/>
                <a:ext cx="108000" cy="108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N" sz="900" dirty="0"/>
                  <a:t>2</a:t>
                </a:r>
              </a:p>
            </p:txBody>
          </p:sp>
        </p:grpSp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199327D5-E5ED-F791-07DD-6D2D770DD23B}"/>
                </a:ext>
              </a:extLst>
            </p:cNvPr>
            <p:cNvGrpSpPr/>
            <p:nvPr/>
          </p:nvGrpSpPr>
          <p:grpSpPr>
            <a:xfrm>
              <a:off x="5977315" y="4158324"/>
              <a:ext cx="653944" cy="266715"/>
              <a:chOff x="2174981" y="5173037"/>
              <a:chExt cx="653944" cy="266715"/>
            </a:xfrm>
          </p:grpSpPr>
          <p:sp>
            <p:nvSpPr>
              <p:cNvPr id="178" name="矩形 236">
                <a:extLst>
                  <a:ext uri="{FF2B5EF4-FFF2-40B4-BE49-F238E27FC236}">
                    <a16:creationId xmlns:a16="http://schemas.microsoft.com/office/drawing/2014/main" id="{AE77F269-35E6-6F9D-A8D3-62A8C1B0FF43}"/>
                  </a:ext>
                </a:extLst>
              </p:cNvPr>
              <p:cNvSpPr/>
              <p:nvPr/>
            </p:nvSpPr>
            <p:spPr>
              <a:xfrm>
                <a:off x="2226945" y="5239092"/>
                <a:ext cx="601980" cy="20066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/>
                  <a:t>Method</a:t>
                </a:r>
              </a:p>
            </p:txBody>
          </p:sp>
          <p:sp>
            <p:nvSpPr>
              <p:cNvPr id="179" name="Oval 178">
                <a:extLst>
                  <a:ext uri="{FF2B5EF4-FFF2-40B4-BE49-F238E27FC236}">
                    <a16:creationId xmlns:a16="http://schemas.microsoft.com/office/drawing/2014/main" id="{7C6E487A-767F-C47E-D186-A1741207619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74981" y="5173037"/>
                <a:ext cx="108000" cy="108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N" sz="900" dirty="0"/>
                  <a:t>1</a:t>
                </a:r>
              </a:p>
            </p:txBody>
          </p:sp>
        </p:grpSp>
      </p:grpSp>
      <p:pic>
        <p:nvPicPr>
          <p:cNvPr id="198" name="Graphic 197">
            <a:extLst>
              <a:ext uri="{FF2B5EF4-FFF2-40B4-BE49-F238E27FC236}">
                <a16:creationId xmlns:a16="http://schemas.microsoft.com/office/drawing/2014/main" id="{6601BE69-9001-9F39-091B-0D5817FB39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65955" y="3598105"/>
            <a:ext cx="245002" cy="456720"/>
          </a:xfrm>
          <a:prstGeom prst="rect">
            <a:avLst/>
          </a:prstGeom>
        </p:spPr>
      </p:pic>
      <p:pic>
        <p:nvPicPr>
          <p:cNvPr id="207" name="Picture 206">
            <a:extLst>
              <a:ext uri="{FF2B5EF4-FFF2-40B4-BE49-F238E27FC236}">
                <a16:creationId xmlns:a16="http://schemas.microsoft.com/office/drawing/2014/main" id="{CC382B8C-B53F-6919-67FA-4ABE229567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5506" y="990484"/>
            <a:ext cx="411004" cy="411004"/>
          </a:xfrm>
          <a:prstGeom prst="rect">
            <a:avLst/>
          </a:prstGeom>
        </p:spPr>
      </p:pic>
      <p:cxnSp>
        <p:nvCxnSpPr>
          <p:cNvPr id="223" name="直接箭头连接符 240">
            <a:extLst>
              <a:ext uri="{FF2B5EF4-FFF2-40B4-BE49-F238E27FC236}">
                <a16:creationId xmlns:a16="http://schemas.microsoft.com/office/drawing/2014/main" id="{72A4F2A4-8DB9-7AF6-5149-E40951D4DFBE}"/>
              </a:ext>
            </a:extLst>
          </p:cNvPr>
          <p:cNvCxnSpPr>
            <a:cxnSpLocks/>
            <a:stCxn id="238" idx="2"/>
            <a:endCxn id="113" idx="0"/>
          </p:cNvCxnSpPr>
          <p:nvPr/>
        </p:nvCxnSpPr>
        <p:spPr>
          <a:xfrm flipH="1">
            <a:off x="8595100" y="1775613"/>
            <a:ext cx="163477" cy="31936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8" name="矩形 237">
            <a:extLst>
              <a:ext uri="{FF2B5EF4-FFF2-40B4-BE49-F238E27FC236}">
                <a16:creationId xmlns:a16="http://schemas.microsoft.com/office/drawing/2014/main" id="{7632A0FE-BE5B-2FE8-D54B-49904ACD8560}"/>
              </a:ext>
            </a:extLst>
          </p:cNvPr>
          <p:cNvSpPr/>
          <p:nvPr/>
        </p:nvSpPr>
        <p:spPr>
          <a:xfrm>
            <a:off x="7927091" y="2384732"/>
            <a:ext cx="1152000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lt1"/>
                </a:solidFill>
                <a:sym typeface="+mn-ea"/>
              </a:rPr>
              <a:t>Translated</a:t>
            </a:r>
          </a:p>
          <a:p>
            <a:pPr algn="ctr"/>
            <a:r>
              <a:rPr lang="en-US" altLang="zh-CN" sz="800" dirty="0">
                <a:solidFill>
                  <a:schemeClr val="lt1"/>
                </a:solidFill>
                <a:sym typeface="+mn-ea"/>
              </a:rPr>
              <a:t>Target-method-only CPP and Headers</a:t>
            </a:r>
          </a:p>
        </p:txBody>
      </p: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0473ADBE-6CC9-F636-907C-06FD50EA89E0}"/>
              </a:ext>
            </a:extLst>
          </p:cNvPr>
          <p:cNvGrpSpPr/>
          <p:nvPr/>
        </p:nvGrpSpPr>
        <p:grpSpPr>
          <a:xfrm>
            <a:off x="9615236" y="3045909"/>
            <a:ext cx="653944" cy="266715"/>
            <a:chOff x="2174981" y="5173037"/>
            <a:chExt cx="653944" cy="266715"/>
          </a:xfrm>
        </p:grpSpPr>
        <p:sp>
          <p:nvSpPr>
            <p:cNvPr id="262" name="矩形 236">
              <a:extLst>
                <a:ext uri="{FF2B5EF4-FFF2-40B4-BE49-F238E27FC236}">
                  <a16:creationId xmlns:a16="http://schemas.microsoft.com/office/drawing/2014/main" id="{2B5C59D1-0C8D-C0AF-2CC2-C22A7565280B}"/>
                </a:ext>
              </a:extLst>
            </p:cNvPr>
            <p:cNvSpPr/>
            <p:nvPr/>
          </p:nvSpPr>
          <p:spPr>
            <a:xfrm>
              <a:off x="2226945" y="5239092"/>
              <a:ext cx="601980" cy="20066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/>
                <a:t>Methods</a:t>
              </a:r>
            </a:p>
          </p:txBody>
        </p:sp>
        <p:sp>
          <p:nvSpPr>
            <p:cNvPr id="263" name="Oval 262">
              <a:extLst>
                <a:ext uri="{FF2B5EF4-FFF2-40B4-BE49-F238E27FC236}">
                  <a16:creationId xmlns:a16="http://schemas.microsoft.com/office/drawing/2014/main" id="{CF79DA2A-E56E-26EB-FAA0-D8A47F4688A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74981" y="5173037"/>
              <a:ext cx="108000" cy="108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900" dirty="0"/>
                <a:t>3</a:t>
              </a:r>
            </a:p>
          </p:txBody>
        </p:sp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3846A857-BC6D-6F5C-33ED-D8D8C25D2C22}"/>
              </a:ext>
            </a:extLst>
          </p:cNvPr>
          <p:cNvGrpSpPr/>
          <p:nvPr/>
        </p:nvGrpSpPr>
        <p:grpSpPr>
          <a:xfrm>
            <a:off x="9673021" y="2984719"/>
            <a:ext cx="653944" cy="266715"/>
            <a:chOff x="2174981" y="5173037"/>
            <a:chExt cx="653944" cy="266715"/>
          </a:xfrm>
        </p:grpSpPr>
        <p:sp>
          <p:nvSpPr>
            <p:cNvPr id="265" name="矩形 236">
              <a:extLst>
                <a:ext uri="{FF2B5EF4-FFF2-40B4-BE49-F238E27FC236}">
                  <a16:creationId xmlns:a16="http://schemas.microsoft.com/office/drawing/2014/main" id="{C37E0B39-E270-A7D0-B9E3-D39061428045}"/>
                </a:ext>
              </a:extLst>
            </p:cNvPr>
            <p:cNvSpPr/>
            <p:nvPr/>
          </p:nvSpPr>
          <p:spPr>
            <a:xfrm>
              <a:off x="2226945" y="5239092"/>
              <a:ext cx="601980" cy="20066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/>
                <a:t>Methods</a:t>
              </a:r>
            </a:p>
          </p:txBody>
        </p:sp>
        <p:sp>
          <p:nvSpPr>
            <p:cNvPr id="266" name="Oval 265">
              <a:extLst>
                <a:ext uri="{FF2B5EF4-FFF2-40B4-BE49-F238E27FC236}">
                  <a16:creationId xmlns:a16="http://schemas.microsoft.com/office/drawing/2014/main" id="{81EF5C39-8AEF-4F81-B424-0BC24B4B882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74981" y="5173037"/>
              <a:ext cx="108000" cy="108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900" dirty="0"/>
                <a:t>2</a:t>
              </a:r>
            </a:p>
          </p:txBody>
        </p:sp>
      </p:grp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A8119A2F-7851-C644-AEB4-94049E21E533}"/>
              </a:ext>
            </a:extLst>
          </p:cNvPr>
          <p:cNvGrpSpPr/>
          <p:nvPr/>
        </p:nvGrpSpPr>
        <p:grpSpPr>
          <a:xfrm>
            <a:off x="9740041" y="2928500"/>
            <a:ext cx="653944" cy="266715"/>
            <a:chOff x="2174981" y="5173037"/>
            <a:chExt cx="653944" cy="266715"/>
          </a:xfrm>
        </p:grpSpPr>
        <p:sp>
          <p:nvSpPr>
            <p:cNvPr id="268" name="矩形 236">
              <a:extLst>
                <a:ext uri="{FF2B5EF4-FFF2-40B4-BE49-F238E27FC236}">
                  <a16:creationId xmlns:a16="http://schemas.microsoft.com/office/drawing/2014/main" id="{70EB4124-5759-5844-2EB4-93A4F1337993}"/>
                </a:ext>
              </a:extLst>
            </p:cNvPr>
            <p:cNvSpPr/>
            <p:nvPr/>
          </p:nvSpPr>
          <p:spPr>
            <a:xfrm>
              <a:off x="2226945" y="5239092"/>
              <a:ext cx="601980" cy="20066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/>
                <a:t>Method</a:t>
              </a:r>
            </a:p>
          </p:txBody>
        </p:sp>
        <p:sp>
          <p:nvSpPr>
            <p:cNvPr id="271" name="Oval 270">
              <a:extLst>
                <a:ext uri="{FF2B5EF4-FFF2-40B4-BE49-F238E27FC236}">
                  <a16:creationId xmlns:a16="http://schemas.microsoft.com/office/drawing/2014/main" id="{142B2649-3FBA-6BE6-9588-905145FEEA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74981" y="5173037"/>
              <a:ext cx="108000" cy="108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900" dirty="0"/>
                <a:t>1</a:t>
              </a:r>
            </a:p>
          </p:txBody>
        </p:sp>
      </p:grpSp>
      <p:pic>
        <p:nvPicPr>
          <p:cNvPr id="282" name="Picture 281">
            <a:extLst>
              <a:ext uri="{FF2B5EF4-FFF2-40B4-BE49-F238E27FC236}">
                <a16:creationId xmlns:a16="http://schemas.microsoft.com/office/drawing/2014/main" id="{9290BE1F-CC91-DEF1-62A6-0A35DA78E6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1639" y="2957407"/>
            <a:ext cx="411004" cy="411004"/>
          </a:xfrm>
          <a:prstGeom prst="rect">
            <a:avLst/>
          </a:prstGeom>
        </p:spPr>
      </p:pic>
      <p:cxnSp>
        <p:nvCxnSpPr>
          <p:cNvPr id="303" name="肘形连接符 295">
            <a:extLst>
              <a:ext uri="{FF2B5EF4-FFF2-40B4-BE49-F238E27FC236}">
                <a16:creationId xmlns:a16="http://schemas.microsoft.com/office/drawing/2014/main" id="{A30D0E38-09E5-1EC6-149D-2DE105112D70}"/>
              </a:ext>
            </a:extLst>
          </p:cNvPr>
          <p:cNvCxnSpPr>
            <a:cxnSpLocks/>
            <a:stCxn id="32" idx="2"/>
            <a:endCxn id="53" idx="0"/>
          </p:cNvCxnSpPr>
          <p:nvPr/>
        </p:nvCxnSpPr>
        <p:spPr>
          <a:xfrm rot="5400000" flipH="1">
            <a:off x="5384162" y="2608553"/>
            <a:ext cx="42886" cy="1018630"/>
          </a:xfrm>
          <a:prstGeom prst="bentConnector5">
            <a:avLst>
              <a:gd name="adj1" fmla="val -533041"/>
              <a:gd name="adj2" fmla="val 72897"/>
              <a:gd name="adj3" fmla="val 633041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1" name="肘形连接符 290">
            <a:extLst>
              <a:ext uri="{FF2B5EF4-FFF2-40B4-BE49-F238E27FC236}">
                <a16:creationId xmlns:a16="http://schemas.microsoft.com/office/drawing/2014/main" id="{7F245688-6DE5-D210-C9E3-D6346FD7E175}"/>
              </a:ext>
            </a:extLst>
          </p:cNvPr>
          <p:cNvCxnSpPr>
            <a:cxnSpLocks/>
            <a:stCxn id="113" idx="3"/>
            <a:endCxn id="272" idx="1"/>
          </p:cNvCxnSpPr>
          <p:nvPr/>
        </p:nvCxnSpPr>
        <p:spPr>
          <a:xfrm flipV="1">
            <a:off x="8864657" y="1594438"/>
            <a:ext cx="1866235" cy="607218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6" name="圆角矩形 93">
            <a:extLst>
              <a:ext uri="{FF2B5EF4-FFF2-40B4-BE49-F238E27FC236}">
                <a16:creationId xmlns:a16="http://schemas.microsoft.com/office/drawing/2014/main" id="{3F705702-69F0-2B18-4014-B8B59EC90508}"/>
              </a:ext>
            </a:extLst>
          </p:cNvPr>
          <p:cNvSpPr/>
          <p:nvPr/>
        </p:nvSpPr>
        <p:spPr>
          <a:xfrm>
            <a:off x="3929657" y="4394203"/>
            <a:ext cx="1285102" cy="66323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ym typeface="+mn-ea"/>
              </a:rPr>
              <a:t>Call Graph Generation</a:t>
            </a:r>
            <a:endParaRPr lang="en-US" altLang="zh-CN" sz="1400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矩形 335"/>
          <p:cNvSpPr/>
          <p:nvPr/>
        </p:nvSpPr>
        <p:spPr>
          <a:xfrm>
            <a:off x="3228665" y="1940549"/>
            <a:ext cx="2843685" cy="7854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 cmpd="sng">
            <a:noFill/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" name="矩形 146"/>
          <p:cNvSpPr/>
          <p:nvPr/>
        </p:nvSpPr>
        <p:spPr>
          <a:xfrm>
            <a:off x="6505575" y="2795894"/>
            <a:ext cx="1461770" cy="30651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mpd="sng">
            <a:solidFill>
              <a:schemeClr val="accent3">
                <a:lumMod val="75000"/>
                <a:alpha val="36000"/>
              </a:schemeClr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7105650" y="4929018"/>
            <a:ext cx="538480" cy="2006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800"/>
          </a:p>
        </p:txBody>
      </p:sp>
      <p:sp>
        <p:nvSpPr>
          <p:cNvPr id="46" name="文本框 45"/>
          <p:cNvSpPr txBox="1"/>
          <p:nvPr/>
        </p:nvSpPr>
        <p:spPr>
          <a:xfrm>
            <a:off x="7066280" y="4918064"/>
            <a:ext cx="63373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>
                <a:solidFill>
                  <a:schemeClr val="bg1"/>
                </a:solidFill>
              </a:rPr>
              <a:t>Error Info</a:t>
            </a:r>
          </a:p>
        </p:txBody>
      </p:sp>
      <p:sp>
        <p:nvSpPr>
          <p:cNvPr id="90" name="圆角矩形 89"/>
          <p:cNvSpPr/>
          <p:nvPr/>
        </p:nvSpPr>
        <p:spPr>
          <a:xfrm>
            <a:off x="7105333" y="5325893"/>
            <a:ext cx="539115" cy="21336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b="1">
              <a:ln w="12700" cmpd="sng">
                <a:noFill/>
                <a:prstDash val="solid"/>
              </a:ln>
              <a:solidFill>
                <a:schemeClr val="tx1"/>
              </a:solidFill>
            </a:endParaRPr>
          </a:p>
        </p:txBody>
      </p:sp>
      <p:sp>
        <p:nvSpPr>
          <p:cNvPr id="93" name="圆角矩形 92"/>
          <p:cNvSpPr/>
          <p:nvPr/>
        </p:nvSpPr>
        <p:spPr>
          <a:xfrm>
            <a:off x="7105333" y="4519443"/>
            <a:ext cx="539115" cy="21336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ln w="12700" cmpd="sng">
                  <a:noFill/>
                  <a:prstDash val="solid"/>
                </a:ln>
                <a:solidFill>
                  <a:schemeClr val="tx1"/>
                </a:solidFill>
              </a:rPr>
              <a:t>🔨</a:t>
            </a:r>
          </a:p>
        </p:txBody>
      </p:sp>
      <p:sp>
        <p:nvSpPr>
          <p:cNvPr id="137" name="矩形 136"/>
          <p:cNvSpPr/>
          <p:nvPr/>
        </p:nvSpPr>
        <p:spPr>
          <a:xfrm>
            <a:off x="3228665" y="471794"/>
            <a:ext cx="2843686" cy="1356459"/>
          </a:xfrm>
          <a:prstGeom prst="rect">
            <a:avLst/>
          </a:prstGeom>
          <a:solidFill>
            <a:srgbClr val="FBDAF4"/>
          </a:solidFill>
          <a:ln w="12700" cmpd="sng">
            <a:solidFill>
              <a:srgbClr val="FBDAF4">
                <a:alpha val="35686"/>
              </a:srgbClr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8" name="组合 97"/>
          <p:cNvGrpSpPr/>
          <p:nvPr/>
        </p:nvGrpSpPr>
        <p:grpSpPr>
          <a:xfrm>
            <a:off x="248281" y="1983729"/>
            <a:ext cx="628650" cy="560705"/>
            <a:chOff x="86" y="4755"/>
            <a:chExt cx="990" cy="883"/>
          </a:xfrm>
        </p:grpSpPr>
        <p:sp>
          <p:nvSpPr>
            <p:cNvPr id="92" name="剪去单角的矩形 91"/>
            <p:cNvSpPr/>
            <p:nvPr/>
          </p:nvSpPr>
          <p:spPr>
            <a:xfrm>
              <a:off x="86" y="4851"/>
              <a:ext cx="670" cy="787"/>
            </a:xfrm>
            <a:prstGeom prst="snip1Rect">
              <a:avLst>
                <a:gd name="adj" fmla="val 35865"/>
              </a:avLst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900"/>
            </a:p>
          </p:txBody>
        </p:sp>
        <p:sp>
          <p:nvSpPr>
            <p:cNvPr id="114" name="剪去单角的矩形 113"/>
            <p:cNvSpPr/>
            <p:nvPr/>
          </p:nvSpPr>
          <p:spPr>
            <a:xfrm>
              <a:off x="128" y="4801"/>
              <a:ext cx="670" cy="787"/>
            </a:xfrm>
            <a:prstGeom prst="snip1Rect">
              <a:avLst>
                <a:gd name="adj" fmla="val 35865"/>
              </a:avLst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900"/>
            </a:p>
          </p:txBody>
        </p:sp>
        <p:sp>
          <p:nvSpPr>
            <p:cNvPr id="117" name="剪去单角的矩形 116"/>
            <p:cNvSpPr/>
            <p:nvPr/>
          </p:nvSpPr>
          <p:spPr>
            <a:xfrm>
              <a:off x="179" y="4755"/>
              <a:ext cx="670" cy="787"/>
            </a:xfrm>
            <a:prstGeom prst="snip1Rect">
              <a:avLst>
                <a:gd name="adj" fmla="val 35865"/>
              </a:avLst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900"/>
            </a:p>
          </p:txBody>
        </p:sp>
        <p:sp>
          <p:nvSpPr>
            <p:cNvPr id="118" name="文本框 117"/>
            <p:cNvSpPr txBox="1"/>
            <p:nvPr/>
          </p:nvSpPr>
          <p:spPr>
            <a:xfrm>
              <a:off x="176" y="4803"/>
              <a:ext cx="900" cy="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solidFill>
                    <a:schemeClr val="bg1"/>
                  </a:solidFill>
                </a:rPr>
                <a:t>Java</a:t>
              </a:r>
            </a:p>
            <a:p>
              <a:r>
                <a:rPr lang="en-US" altLang="zh-CN" sz="800" dirty="0">
                  <a:solidFill>
                    <a:schemeClr val="bg1"/>
                  </a:solidFill>
                </a:rPr>
                <a:t>Source</a:t>
              </a:r>
            </a:p>
            <a:p>
              <a:r>
                <a:rPr lang="en-US" altLang="zh-CN" sz="800" dirty="0">
                  <a:solidFill>
                    <a:schemeClr val="bg1"/>
                  </a:solidFill>
                </a:rPr>
                <a:t>Files</a:t>
              </a:r>
            </a:p>
          </p:txBody>
        </p:sp>
      </p:grpSp>
      <p:sp>
        <p:nvSpPr>
          <p:cNvPr id="197" name="矩形 196"/>
          <p:cNvSpPr/>
          <p:nvPr/>
        </p:nvSpPr>
        <p:spPr>
          <a:xfrm>
            <a:off x="3329305" y="1420007"/>
            <a:ext cx="882015" cy="36172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/>
              <a:t>Class Fields</a:t>
            </a:r>
          </a:p>
        </p:txBody>
      </p:sp>
      <p:sp>
        <p:nvSpPr>
          <p:cNvPr id="32" name="矩形 31"/>
          <p:cNvSpPr/>
          <p:nvPr/>
        </p:nvSpPr>
        <p:spPr>
          <a:xfrm>
            <a:off x="5338920" y="1496367"/>
            <a:ext cx="615633" cy="2247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/>
              <a:t>Class</a:t>
            </a:r>
          </a:p>
          <a:p>
            <a:pPr algn="ctr"/>
            <a:r>
              <a:rPr lang="en-US" altLang="zh-CN" sz="800" dirty="0"/>
              <a:t>Skeleton</a:t>
            </a:r>
          </a:p>
        </p:txBody>
      </p:sp>
      <p:sp>
        <p:nvSpPr>
          <p:cNvPr id="50" name="矩形 49"/>
          <p:cNvSpPr/>
          <p:nvPr/>
        </p:nvSpPr>
        <p:spPr>
          <a:xfrm>
            <a:off x="3329305" y="771514"/>
            <a:ext cx="882015" cy="41719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/>
              <a:t>External</a:t>
            </a:r>
          </a:p>
          <a:p>
            <a:pPr algn="ctr"/>
            <a:r>
              <a:rPr lang="en-US" altLang="zh-CN" sz="800" dirty="0"/>
              <a:t>Class Dependencies</a:t>
            </a:r>
          </a:p>
        </p:txBody>
      </p:sp>
      <p:sp>
        <p:nvSpPr>
          <p:cNvPr id="41" name="矩形 40"/>
          <p:cNvSpPr/>
          <p:nvPr/>
        </p:nvSpPr>
        <p:spPr>
          <a:xfrm>
            <a:off x="5447260" y="858301"/>
            <a:ext cx="539115" cy="2247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/>
              <a:t>Header</a:t>
            </a:r>
          </a:p>
        </p:txBody>
      </p:sp>
      <p:sp>
        <p:nvSpPr>
          <p:cNvPr id="145" name="矩形 144"/>
          <p:cNvSpPr/>
          <p:nvPr/>
        </p:nvSpPr>
        <p:spPr>
          <a:xfrm>
            <a:off x="4916805" y="2795894"/>
            <a:ext cx="1453515" cy="30651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 cmpd="sng">
            <a:solidFill>
              <a:schemeClr val="accent3">
                <a:lumMod val="75000"/>
                <a:alpha val="36000"/>
              </a:schemeClr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2" name="矩形 251"/>
          <p:cNvSpPr/>
          <p:nvPr/>
        </p:nvSpPr>
        <p:spPr>
          <a:xfrm>
            <a:off x="5380672" y="3941751"/>
            <a:ext cx="790893" cy="3898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/>
              <a:t>Method Skeleton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5477246" y="3403034"/>
            <a:ext cx="539115" cy="21336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400" b="1">
              <a:ln w="12700" cmpd="sng">
                <a:noFill/>
                <a:prstDash val="solid"/>
              </a:ln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266960" y="2782624"/>
            <a:ext cx="891916" cy="4794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lt1"/>
                </a:solidFill>
                <a:sym typeface="+mn-ea"/>
              </a:rPr>
              <a:t>Translated</a:t>
            </a:r>
          </a:p>
          <a:p>
            <a:pPr algn="ctr"/>
            <a:r>
              <a:rPr lang="en-US" altLang="zh-CN" sz="800" dirty="0">
                <a:solidFill>
                  <a:schemeClr val="lt1"/>
                </a:solidFill>
                <a:sym typeface="+mn-ea"/>
              </a:rPr>
              <a:t>Target-method-only CPP</a:t>
            </a:r>
          </a:p>
        </p:txBody>
      </p:sp>
      <p:sp>
        <p:nvSpPr>
          <p:cNvPr id="42" name="矩形 41"/>
          <p:cNvSpPr/>
          <p:nvPr/>
        </p:nvSpPr>
        <p:spPr>
          <a:xfrm>
            <a:off x="5380673" y="5331926"/>
            <a:ext cx="538480" cy="2006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00" dirty="0"/>
              <a:t>Original</a:t>
            </a:r>
          </a:p>
          <a:p>
            <a:pPr algn="ctr"/>
            <a:r>
              <a:rPr lang="en-US" altLang="zh-CN" sz="700" dirty="0"/>
              <a:t>Method</a:t>
            </a:r>
          </a:p>
        </p:txBody>
      </p:sp>
      <p:sp>
        <p:nvSpPr>
          <p:cNvPr id="91" name="圆角矩形 90"/>
          <p:cNvSpPr/>
          <p:nvPr/>
        </p:nvSpPr>
        <p:spPr>
          <a:xfrm>
            <a:off x="5380355" y="4559924"/>
            <a:ext cx="539115" cy="479425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400" b="1">
              <a:ln w="12700" cmpd="sng">
                <a:noFill/>
                <a:prstDash val="solid"/>
              </a:ln>
            </a:endParaRPr>
          </a:p>
        </p:txBody>
      </p:sp>
      <p:sp>
        <p:nvSpPr>
          <p:cNvPr id="232" name="矩形 231"/>
          <p:cNvSpPr/>
          <p:nvPr/>
        </p:nvSpPr>
        <p:spPr>
          <a:xfrm>
            <a:off x="3195320" y="2795259"/>
            <a:ext cx="1548130" cy="29127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mpd="sng">
            <a:noFill/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圆角矩形 93"/>
          <p:cNvSpPr/>
          <p:nvPr/>
        </p:nvSpPr>
        <p:spPr>
          <a:xfrm>
            <a:off x="3672205" y="3403034"/>
            <a:ext cx="539115" cy="21336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ln w="12700" cmpd="sng">
                  <a:noFill/>
                  <a:prstDash val="solid"/>
                </a:ln>
                <a:solidFill>
                  <a:schemeClr val="tx1"/>
                </a:solidFill>
              </a:rPr>
              <a:t>&lt;/&gt;</a:t>
            </a:r>
          </a:p>
        </p:txBody>
      </p:sp>
      <p:sp>
        <p:nvSpPr>
          <p:cNvPr id="95" name="圆角矩形 94"/>
          <p:cNvSpPr/>
          <p:nvPr/>
        </p:nvSpPr>
        <p:spPr>
          <a:xfrm>
            <a:off x="3665855" y="4559924"/>
            <a:ext cx="549275" cy="21336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>
                <a:ln w="12700" cmpd="sng">
                  <a:noFill/>
                  <a:prstDash val="solid"/>
                </a:ln>
                <a:solidFill>
                  <a:schemeClr val="tx1"/>
                </a:solidFill>
              </a:rPr>
              <a:t>Sorter</a:t>
            </a:r>
          </a:p>
        </p:txBody>
      </p:sp>
      <p:sp>
        <p:nvSpPr>
          <p:cNvPr id="96" name="圆角矩形 95"/>
          <p:cNvSpPr/>
          <p:nvPr/>
        </p:nvSpPr>
        <p:spPr>
          <a:xfrm>
            <a:off x="4565333" y="1495732"/>
            <a:ext cx="539115" cy="21336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400" b="1">
              <a:ln w="12700" cmpd="sng">
                <a:noFill/>
                <a:prstDash val="solid"/>
              </a:ln>
            </a:endParaRPr>
          </a:p>
        </p:txBody>
      </p:sp>
      <p:sp>
        <p:nvSpPr>
          <p:cNvPr id="101" name="圆角矩形 100"/>
          <p:cNvSpPr/>
          <p:nvPr/>
        </p:nvSpPr>
        <p:spPr>
          <a:xfrm>
            <a:off x="4577059" y="883345"/>
            <a:ext cx="539115" cy="21336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400" b="1">
              <a:ln w="12700" cmpd="sng">
                <a:noFill/>
                <a:prstDash val="solid"/>
              </a:ln>
            </a:endParaRPr>
          </a:p>
        </p:txBody>
      </p:sp>
      <p:grpSp>
        <p:nvGrpSpPr>
          <p:cNvPr id="205" name="组合 204"/>
          <p:cNvGrpSpPr/>
          <p:nvPr/>
        </p:nvGrpSpPr>
        <p:grpSpPr>
          <a:xfrm rot="10800000">
            <a:off x="3329623" y="3712834"/>
            <a:ext cx="1224280" cy="753745"/>
            <a:chOff x="5747" y="7611"/>
            <a:chExt cx="1928" cy="1187"/>
          </a:xfrm>
        </p:grpSpPr>
        <p:grpSp>
          <p:nvGrpSpPr>
            <p:cNvPr id="185" name="组合 184"/>
            <p:cNvGrpSpPr/>
            <p:nvPr/>
          </p:nvGrpSpPr>
          <p:grpSpPr>
            <a:xfrm>
              <a:off x="5900" y="7680"/>
              <a:ext cx="1587" cy="1006"/>
              <a:chOff x="3940" y="6443"/>
              <a:chExt cx="1944" cy="1232"/>
            </a:xfrm>
          </p:grpSpPr>
          <p:sp>
            <p:nvSpPr>
              <p:cNvPr id="21" name="椭圆 20"/>
              <p:cNvSpPr/>
              <p:nvPr/>
            </p:nvSpPr>
            <p:spPr>
              <a:xfrm>
                <a:off x="4960" y="6443"/>
                <a:ext cx="264" cy="264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900"/>
              </a:p>
            </p:txBody>
          </p:sp>
          <p:sp>
            <p:nvSpPr>
              <p:cNvPr id="22" name="椭圆 21"/>
              <p:cNvSpPr/>
              <p:nvPr/>
            </p:nvSpPr>
            <p:spPr>
              <a:xfrm>
                <a:off x="4696" y="7411"/>
                <a:ext cx="264" cy="264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900"/>
              </a:p>
            </p:txBody>
          </p:sp>
          <p:sp>
            <p:nvSpPr>
              <p:cNvPr id="23" name="椭圆 22"/>
              <p:cNvSpPr/>
              <p:nvPr/>
            </p:nvSpPr>
            <p:spPr>
              <a:xfrm>
                <a:off x="3940" y="7411"/>
                <a:ext cx="264" cy="264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900"/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5248" y="6979"/>
                <a:ext cx="264" cy="264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900"/>
              </a:p>
            </p:txBody>
          </p:sp>
          <p:sp>
            <p:nvSpPr>
              <p:cNvPr id="25" name="椭圆 24"/>
              <p:cNvSpPr/>
              <p:nvPr/>
            </p:nvSpPr>
            <p:spPr>
              <a:xfrm>
                <a:off x="5620" y="7411"/>
                <a:ext cx="264" cy="264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900"/>
              </a:p>
            </p:txBody>
          </p:sp>
          <p:sp>
            <p:nvSpPr>
              <p:cNvPr id="26" name="椭圆 25"/>
              <p:cNvSpPr/>
              <p:nvPr/>
            </p:nvSpPr>
            <p:spPr>
              <a:xfrm>
                <a:off x="4432" y="6823"/>
                <a:ext cx="264" cy="264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900"/>
              </a:p>
            </p:txBody>
          </p:sp>
          <p:cxnSp>
            <p:nvCxnSpPr>
              <p:cNvPr id="28" name="直接箭头连接符 27"/>
              <p:cNvCxnSpPr>
                <a:stCxn id="23" idx="7"/>
                <a:endCxn id="26" idx="3"/>
              </p:cNvCxnSpPr>
              <p:nvPr/>
            </p:nvCxnSpPr>
            <p:spPr>
              <a:xfrm flipV="1">
                <a:off x="4165" y="7048"/>
                <a:ext cx="306" cy="402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9" name="直接箭头连接符 28"/>
              <p:cNvCxnSpPr>
                <a:stCxn id="22" idx="0"/>
                <a:endCxn id="26" idx="5"/>
              </p:cNvCxnSpPr>
              <p:nvPr/>
            </p:nvCxnSpPr>
            <p:spPr>
              <a:xfrm flipH="1" flipV="1">
                <a:off x="4657" y="7048"/>
                <a:ext cx="171" cy="363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1" name="直接箭头连接符 30"/>
              <p:cNvCxnSpPr>
                <a:stCxn id="22" idx="0"/>
                <a:endCxn id="21" idx="4"/>
              </p:cNvCxnSpPr>
              <p:nvPr/>
            </p:nvCxnSpPr>
            <p:spPr>
              <a:xfrm flipV="1">
                <a:off x="4828" y="6707"/>
                <a:ext cx="264" cy="70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3" name="直接箭头连接符 32"/>
              <p:cNvCxnSpPr>
                <a:endCxn id="24" idx="3"/>
              </p:cNvCxnSpPr>
              <p:nvPr/>
            </p:nvCxnSpPr>
            <p:spPr>
              <a:xfrm flipV="1">
                <a:off x="4832" y="7204"/>
                <a:ext cx="455" cy="201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4" name="直接箭头连接符 33"/>
              <p:cNvCxnSpPr>
                <a:stCxn id="25" idx="1"/>
                <a:endCxn id="24" idx="5"/>
              </p:cNvCxnSpPr>
              <p:nvPr/>
            </p:nvCxnSpPr>
            <p:spPr>
              <a:xfrm flipH="1" flipV="1">
                <a:off x="5473" y="7204"/>
                <a:ext cx="186" cy="246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5" name="直接箭头连接符 34"/>
              <p:cNvCxnSpPr>
                <a:stCxn id="26" idx="7"/>
                <a:endCxn id="21" idx="4"/>
              </p:cNvCxnSpPr>
              <p:nvPr/>
            </p:nvCxnSpPr>
            <p:spPr>
              <a:xfrm flipV="1">
                <a:off x="4657" y="6707"/>
                <a:ext cx="435" cy="155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8" name="直接箭头连接符 37"/>
              <p:cNvCxnSpPr>
                <a:stCxn id="24" idx="0"/>
                <a:endCxn id="21" idx="5"/>
              </p:cNvCxnSpPr>
              <p:nvPr/>
            </p:nvCxnSpPr>
            <p:spPr>
              <a:xfrm flipH="1" flipV="1">
                <a:off x="5185" y="6668"/>
                <a:ext cx="195" cy="311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204" name="矩形 203"/>
            <p:cNvSpPr/>
            <p:nvPr/>
          </p:nvSpPr>
          <p:spPr>
            <a:xfrm>
              <a:off x="5747" y="7611"/>
              <a:ext cx="1928" cy="1187"/>
            </a:xfrm>
            <a:prstGeom prst="rect">
              <a:avLst/>
            </a:prstGeom>
            <a:noFill/>
            <a:ln w="6350" cmpd="sng"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09" name="直接箭头连接符 208"/>
          <p:cNvCxnSpPr>
            <a:cxnSpLocks/>
            <a:endCxn id="42" idx="1"/>
          </p:cNvCxnSpPr>
          <p:nvPr/>
        </p:nvCxnSpPr>
        <p:spPr>
          <a:xfrm>
            <a:off x="4533900" y="5432256"/>
            <a:ext cx="84709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0" name="直接箭头连接符 209"/>
          <p:cNvCxnSpPr>
            <a:stCxn id="42" idx="0"/>
            <a:endCxn id="91" idx="2"/>
          </p:cNvCxnSpPr>
          <p:nvPr/>
        </p:nvCxnSpPr>
        <p:spPr>
          <a:xfrm flipV="1">
            <a:off x="5650230" y="5039349"/>
            <a:ext cx="0" cy="2927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2" name="直接箭头连接符 211"/>
          <p:cNvCxnSpPr>
            <a:cxnSpLocks/>
            <a:stCxn id="91" idx="0"/>
            <a:endCxn id="252" idx="2"/>
          </p:cNvCxnSpPr>
          <p:nvPr/>
        </p:nvCxnSpPr>
        <p:spPr>
          <a:xfrm flipV="1">
            <a:off x="5649913" y="4331642"/>
            <a:ext cx="126206" cy="22828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4" name="直接箭头连接符 213"/>
          <p:cNvCxnSpPr>
            <a:cxnSpLocks/>
            <a:stCxn id="252" idx="0"/>
            <a:endCxn id="7" idx="2"/>
          </p:cNvCxnSpPr>
          <p:nvPr/>
        </p:nvCxnSpPr>
        <p:spPr>
          <a:xfrm flipH="1" flipV="1">
            <a:off x="5746804" y="3616394"/>
            <a:ext cx="29315" cy="32535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5" name="直接箭头连接符 214"/>
          <p:cNvCxnSpPr>
            <a:stCxn id="7" idx="0"/>
          </p:cNvCxnSpPr>
          <p:nvPr/>
        </p:nvCxnSpPr>
        <p:spPr>
          <a:xfrm flipV="1">
            <a:off x="5747121" y="3213089"/>
            <a:ext cx="6985" cy="1898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8" name="矩形 237"/>
          <p:cNvSpPr/>
          <p:nvPr/>
        </p:nvSpPr>
        <p:spPr>
          <a:xfrm>
            <a:off x="6843970" y="2781607"/>
            <a:ext cx="800882" cy="64557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lt1"/>
                </a:solidFill>
                <a:sym typeface="+mn-ea"/>
              </a:rPr>
              <a:t>Translated</a:t>
            </a:r>
          </a:p>
          <a:p>
            <a:pPr algn="ctr"/>
            <a:r>
              <a:rPr lang="en-US" altLang="zh-CN" sz="800" dirty="0">
                <a:solidFill>
                  <a:schemeClr val="lt1"/>
                </a:solidFill>
                <a:sym typeface="+mn-ea"/>
              </a:rPr>
              <a:t>Target-method-only CPP</a:t>
            </a:r>
          </a:p>
        </p:txBody>
      </p:sp>
      <p:cxnSp>
        <p:nvCxnSpPr>
          <p:cNvPr id="241" name="直接箭头连接符 240"/>
          <p:cNvCxnSpPr>
            <a:cxnSpLocks/>
            <a:stCxn id="12" idx="3"/>
            <a:endCxn id="238" idx="1"/>
          </p:cNvCxnSpPr>
          <p:nvPr/>
        </p:nvCxnSpPr>
        <p:spPr>
          <a:xfrm>
            <a:off x="6158876" y="3022352"/>
            <a:ext cx="685094" cy="8204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4" name="直接箭头连接符 243"/>
          <p:cNvCxnSpPr>
            <a:cxnSpLocks/>
            <a:endCxn id="93" idx="0"/>
          </p:cNvCxnSpPr>
          <p:nvPr/>
        </p:nvCxnSpPr>
        <p:spPr>
          <a:xfrm flipH="1">
            <a:off x="7375208" y="4281477"/>
            <a:ext cx="635" cy="2374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5" name="直接箭头连接符 244"/>
          <p:cNvCxnSpPr>
            <a:stCxn id="93" idx="2"/>
            <a:endCxn id="44" idx="0"/>
          </p:cNvCxnSpPr>
          <p:nvPr/>
        </p:nvCxnSpPr>
        <p:spPr>
          <a:xfrm flipH="1">
            <a:off x="7374890" y="4732327"/>
            <a:ext cx="635" cy="1962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6" name="直接箭头连接符 245"/>
          <p:cNvCxnSpPr>
            <a:endCxn id="90" idx="0"/>
          </p:cNvCxnSpPr>
          <p:nvPr/>
        </p:nvCxnSpPr>
        <p:spPr>
          <a:xfrm>
            <a:off x="7375525" y="5122852"/>
            <a:ext cx="0" cy="2025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0" name="肘形连接符 249"/>
          <p:cNvCxnSpPr>
            <a:cxnSpLocks/>
            <a:stCxn id="238" idx="0"/>
            <a:endCxn id="90" idx="1"/>
          </p:cNvCxnSpPr>
          <p:nvPr/>
        </p:nvCxnSpPr>
        <p:spPr>
          <a:xfrm rot="16200000" flipH="1" flipV="1">
            <a:off x="5849389" y="4037551"/>
            <a:ext cx="2650966" cy="139078"/>
          </a:xfrm>
          <a:prstGeom prst="bentConnector4">
            <a:avLst>
              <a:gd name="adj1" fmla="val -8623"/>
              <a:gd name="adj2" fmla="val 452294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3" name="肘形连接符 252"/>
          <p:cNvCxnSpPr>
            <a:cxnSpLocks/>
            <a:endCxn id="91" idx="1"/>
          </p:cNvCxnSpPr>
          <p:nvPr/>
        </p:nvCxnSpPr>
        <p:spPr>
          <a:xfrm rot="5400000">
            <a:off x="3997416" y="3108405"/>
            <a:ext cx="3074172" cy="308293"/>
          </a:xfrm>
          <a:prstGeom prst="bentConnector4">
            <a:avLst>
              <a:gd name="adj1" fmla="val 32782"/>
              <a:gd name="adj2" fmla="val 17415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0" name="直接箭头连接符 269"/>
          <p:cNvCxnSpPr>
            <a:cxnSpLocks/>
            <a:stCxn id="93" idx="3"/>
          </p:cNvCxnSpPr>
          <p:nvPr/>
        </p:nvCxnSpPr>
        <p:spPr>
          <a:xfrm flipV="1">
            <a:off x="7644765" y="4622154"/>
            <a:ext cx="532130" cy="38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2" name="圆角矩形 271"/>
          <p:cNvSpPr/>
          <p:nvPr/>
        </p:nvSpPr>
        <p:spPr>
          <a:xfrm>
            <a:off x="9392285" y="2223045"/>
            <a:ext cx="539115" cy="21336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ln w="12700" cmpd="sng">
                  <a:noFill/>
                  <a:prstDash val="solid"/>
                </a:ln>
                <a:solidFill>
                  <a:schemeClr val="tx1"/>
                </a:solidFill>
              </a:rPr>
              <a:t>+</a:t>
            </a:r>
          </a:p>
        </p:txBody>
      </p:sp>
      <p:grpSp>
        <p:nvGrpSpPr>
          <p:cNvPr id="273" name="组合 272"/>
          <p:cNvGrpSpPr/>
          <p:nvPr/>
        </p:nvGrpSpPr>
        <p:grpSpPr>
          <a:xfrm>
            <a:off x="10386060" y="2018892"/>
            <a:ext cx="638175" cy="560705"/>
            <a:chOff x="86" y="4755"/>
            <a:chExt cx="1005" cy="883"/>
          </a:xfrm>
        </p:grpSpPr>
        <p:sp>
          <p:nvSpPr>
            <p:cNvPr id="274" name="剪去单角的矩形 273"/>
            <p:cNvSpPr/>
            <p:nvPr/>
          </p:nvSpPr>
          <p:spPr>
            <a:xfrm>
              <a:off x="86" y="4851"/>
              <a:ext cx="670" cy="787"/>
            </a:xfrm>
            <a:prstGeom prst="snip1Rect">
              <a:avLst>
                <a:gd name="adj" fmla="val 35865"/>
              </a:avLst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900"/>
            </a:p>
          </p:txBody>
        </p:sp>
        <p:sp>
          <p:nvSpPr>
            <p:cNvPr id="275" name="剪去单角的矩形 274"/>
            <p:cNvSpPr/>
            <p:nvPr/>
          </p:nvSpPr>
          <p:spPr>
            <a:xfrm>
              <a:off x="128" y="4801"/>
              <a:ext cx="670" cy="787"/>
            </a:xfrm>
            <a:prstGeom prst="snip1Rect">
              <a:avLst>
                <a:gd name="adj" fmla="val 35865"/>
              </a:avLst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900"/>
            </a:p>
          </p:txBody>
        </p:sp>
        <p:sp>
          <p:nvSpPr>
            <p:cNvPr id="276" name="剪去单角的矩形 275"/>
            <p:cNvSpPr/>
            <p:nvPr/>
          </p:nvSpPr>
          <p:spPr>
            <a:xfrm>
              <a:off x="179" y="4755"/>
              <a:ext cx="670" cy="787"/>
            </a:xfrm>
            <a:prstGeom prst="snip1Rect">
              <a:avLst>
                <a:gd name="adj" fmla="val 35865"/>
              </a:avLst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900"/>
            </a:p>
          </p:txBody>
        </p:sp>
        <p:sp>
          <p:nvSpPr>
            <p:cNvPr id="277" name="文本框 276"/>
            <p:cNvSpPr txBox="1"/>
            <p:nvPr/>
          </p:nvSpPr>
          <p:spPr>
            <a:xfrm>
              <a:off x="191" y="4878"/>
              <a:ext cx="90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>
                  <a:solidFill>
                    <a:schemeClr val="bg1"/>
                  </a:solidFill>
                </a:rPr>
                <a:t>C++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Files</a:t>
              </a:r>
            </a:p>
          </p:txBody>
        </p:sp>
      </p:grpSp>
      <p:cxnSp>
        <p:nvCxnSpPr>
          <p:cNvPr id="284" name="直接箭头连接符 283"/>
          <p:cNvCxnSpPr>
            <a:cxnSpLocks/>
            <a:stCxn id="197" idx="3"/>
            <a:endCxn id="96" idx="1"/>
          </p:cNvCxnSpPr>
          <p:nvPr/>
        </p:nvCxnSpPr>
        <p:spPr>
          <a:xfrm>
            <a:off x="4211320" y="1600870"/>
            <a:ext cx="354013" cy="154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8" name="直接箭头连接符 287"/>
          <p:cNvCxnSpPr>
            <a:stCxn id="101" idx="3"/>
            <a:endCxn id="41" idx="1"/>
          </p:cNvCxnSpPr>
          <p:nvPr/>
        </p:nvCxnSpPr>
        <p:spPr>
          <a:xfrm flipV="1">
            <a:off x="5116174" y="970696"/>
            <a:ext cx="331086" cy="1932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1" name="肘形连接符 290"/>
          <p:cNvCxnSpPr/>
          <p:nvPr/>
        </p:nvCxnSpPr>
        <p:spPr>
          <a:xfrm rot="16200000">
            <a:off x="8007668" y="3080692"/>
            <a:ext cx="2101215" cy="59944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3" name="直接箭头连接符 292"/>
          <p:cNvCxnSpPr>
            <a:stCxn id="272" idx="3"/>
            <a:endCxn id="274" idx="2"/>
          </p:cNvCxnSpPr>
          <p:nvPr/>
        </p:nvCxnSpPr>
        <p:spPr>
          <a:xfrm>
            <a:off x="9931400" y="2329804"/>
            <a:ext cx="4546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6" name="肘形连接符 295"/>
          <p:cNvCxnSpPr>
            <a:cxnSpLocks/>
            <a:stCxn id="5" idx="3"/>
            <a:endCxn id="197" idx="1"/>
          </p:cNvCxnSpPr>
          <p:nvPr/>
        </p:nvCxnSpPr>
        <p:spPr>
          <a:xfrm flipV="1">
            <a:off x="2346956" y="1600870"/>
            <a:ext cx="982349" cy="632731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7" name="肘形连接符 296"/>
          <p:cNvCxnSpPr>
            <a:cxnSpLocks/>
            <a:stCxn id="5" idx="3"/>
            <a:endCxn id="322" idx="1"/>
          </p:cNvCxnSpPr>
          <p:nvPr/>
        </p:nvCxnSpPr>
        <p:spPr>
          <a:xfrm>
            <a:off x="2346956" y="2233601"/>
            <a:ext cx="1241112" cy="717708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33" name="组合 332"/>
          <p:cNvGrpSpPr/>
          <p:nvPr/>
        </p:nvGrpSpPr>
        <p:grpSpPr>
          <a:xfrm>
            <a:off x="4577224" y="2106205"/>
            <a:ext cx="1303020" cy="447675"/>
            <a:chOff x="6700" y="3953"/>
            <a:chExt cx="2052" cy="705"/>
          </a:xfrm>
        </p:grpSpPr>
        <p:sp>
          <p:nvSpPr>
            <p:cNvPr id="308" name="流程图: 磁盘 307"/>
            <p:cNvSpPr/>
            <p:nvPr/>
          </p:nvSpPr>
          <p:spPr>
            <a:xfrm>
              <a:off x="7041" y="4399"/>
              <a:ext cx="716" cy="259"/>
            </a:xfrm>
            <a:prstGeom prst="flowChartMagneticDisk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0" name="流程图: 磁盘 309"/>
            <p:cNvSpPr/>
            <p:nvPr/>
          </p:nvSpPr>
          <p:spPr>
            <a:xfrm>
              <a:off x="7041" y="4176"/>
              <a:ext cx="716" cy="259"/>
            </a:xfrm>
            <a:prstGeom prst="flowChartMagneticDisk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1" name="流程图: 磁盘 310"/>
            <p:cNvSpPr/>
            <p:nvPr/>
          </p:nvSpPr>
          <p:spPr>
            <a:xfrm>
              <a:off x="7041" y="3953"/>
              <a:ext cx="716" cy="259"/>
            </a:xfrm>
            <a:prstGeom prst="flowChartMagneticDisk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2" name="文本框 311"/>
            <p:cNvSpPr txBox="1"/>
            <p:nvPr/>
          </p:nvSpPr>
          <p:spPr>
            <a:xfrm>
              <a:off x="6700" y="4021"/>
              <a:ext cx="2052" cy="5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solidFill>
                    <a:schemeClr val="bg1"/>
                  </a:solidFill>
                </a:rPr>
                <a:t>Grammar Difference Knowledge Base</a:t>
              </a:r>
            </a:p>
          </p:txBody>
        </p:sp>
      </p:grpSp>
      <p:cxnSp>
        <p:nvCxnSpPr>
          <p:cNvPr id="314" name="肘形连接符 313"/>
          <p:cNvCxnSpPr>
            <a:cxnSpLocks/>
            <a:stCxn id="308" idx="3"/>
            <a:endCxn id="7" idx="1"/>
          </p:cNvCxnSpPr>
          <p:nvPr/>
        </p:nvCxnSpPr>
        <p:spPr>
          <a:xfrm rot="16200000" flipH="1">
            <a:off x="4771250" y="2803718"/>
            <a:ext cx="955834" cy="456157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5" name="直接箭头连接符 314"/>
          <p:cNvCxnSpPr>
            <a:stCxn id="311" idx="1"/>
            <a:endCxn id="96" idx="2"/>
          </p:cNvCxnSpPr>
          <p:nvPr/>
        </p:nvCxnSpPr>
        <p:spPr>
          <a:xfrm flipH="1" flipV="1">
            <a:off x="4834891" y="1709092"/>
            <a:ext cx="186198" cy="39711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27" name="组合 326"/>
          <p:cNvGrpSpPr/>
          <p:nvPr/>
        </p:nvGrpSpPr>
        <p:grpSpPr>
          <a:xfrm>
            <a:off x="3588068" y="2796369"/>
            <a:ext cx="707390" cy="309880"/>
            <a:chOff x="5521" y="5372"/>
            <a:chExt cx="1114" cy="488"/>
          </a:xfrm>
        </p:grpSpPr>
        <p:grpSp>
          <p:nvGrpSpPr>
            <p:cNvPr id="234" name="组合 233"/>
            <p:cNvGrpSpPr/>
            <p:nvPr/>
          </p:nvGrpSpPr>
          <p:grpSpPr>
            <a:xfrm>
              <a:off x="5568" y="5412"/>
              <a:ext cx="1016" cy="396"/>
              <a:chOff x="746" y="3412"/>
              <a:chExt cx="1270" cy="396"/>
            </a:xfrm>
          </p:grpSpPr>
          <p:sp>
            <p:nvSpPr>
              <p:cNvPr id="235" name="矩形 234"/>
              <p:cNvSpPr/>
              <p:nvPr/>
            </p:nvSpPr>
            <p:spPr>
              <a:xfrm>
                <a:off x="746" y="3492"/>
                <a:ext cx="1185" cy="316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/>
              </a:p>
            </p:txBody>
          </p:sp>
          <p:sp>
            <p:nvSpPr>
              <p:cNvPr id="236" name="矩形 235"/>
              <p:cNvSpPr/>
              <p:nvPr/>
            </p:nvSpPr>
            <p:spPr>
              <a:xfrm>
                <a:off x="786" y="3452"/>
                <a:ext cx="1185" cy="316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/>
              </a:p>
            </p:txBody>
          </p:sp>
          <p:sp>
            <p:nvSpPr>
              <p:cNvPr id="237" name="矩形 236"/>
              <p:cNvSpPr/>
              <p:nvPr/>
            </p:nvSpPr>
            <p:spPr>
              <a:xfrm>
                <a:off x="831" y="3412"/>
                <a:ext cx="1185" cy="316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/>
                  <a:t>Method</a:t>
                </a:r>
              </a:p>
            </p:txBody>
          </p:sp>
        </p:grpSp>
        <p:sp>
          <p:nvSpPr>
            <p:cNvPr id="322" name="矩形 321"/>
            <p:cNvSpPr/>
            <p:nvPr/>
          </p:nvSpPr>
          <p:spPr>
            <a:xfrm>
              <a:off x="5521" y="5372"/>
              <a:ext cx="1115" cy="488"/>
            </a:xfrm>
            <a:prstGeom prst="rect">
              <a:avLst/>
            </a:prstGeom>
            <a:noFill/>
            <a:ln w="6350" cmpd="sng"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28" name="直接箭头连接符 327"/>
          <p:cNvCxnSpPr>
            <a:cxnSpLocks/>
            <a:stCxn id="95" idx="2"/>
          </p:cNvCxnSpPr>
          <p:nvPr/>
        </p:nvCxnSpPr>
        <p:spPr>
          <a:xfrm>
            <a:off x="3940810" y="4773284"/>
            <a:ext cx="1270" cy="1289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4" name="直接连接符 333"/>
          <p:cNvCxnSpPr>
            <a:cxnSpLocks/>
            <a:stCxn id="94" idx="2"/>
            <a:endCxn id="204" idx="2"/>
          </p:cNvCxnSpPr>
          <p:nvPr/>
        </p:nvCxnSpPr>
        <p:spPr>
          <a:xfrm>
            <a:off x="3941763" y="3616394"/>
            <a:ext cx="0" cy="964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5" name="直接连接符 334"/>
          <p:cNvCxnSpPr>
            <a:cxnSpLocks/>
            <a:stCxn id="204" idx="0"/>
            <a:endCxn id="95" idx="0"/>
          </p:cNvCxnSpPr>
          <p:nvPr/>
        </p:nvCxnSpPr>
        <p:spPr>
          <a:xfrm flipH="1">
            <a:off x="3940493" y="4466579"/>
            <a:ext cx="1270" cy="933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7" name="直接箭头连接符 336"/>
          <p:cNvCxnSpPr>
            <a:cxnSpLocks/>
            <a:stCxn id="117" idx="0"/>
            <a:endCxn id="5" idx="1"/>
          </p:cNvCxnSpPr>
          <p:nvPr/>
        </p:nvCxnSpPr>
        <p:spPr>
          <a:xfrm flipV="1">
            <a:off x="732786" y="2233601"/>
            <a:ext cx="500265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8" name="文本框 337"/>
          <p:cNvSpPr txBox="1"/>
          <p:nvPr/>
        </p:nvSpPr>
        <p:spPr>
          <a:xfrm>
            <a:off x="3120390" y="5692764"/>
            <a:ext cx="173037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b="1"/>
              <a:t>Call Graph Building</a:t>
            </a:r>
          </a:p>
        </p:txBody>
      </p:sp>
      <p:sp>
        <p:nvSpPr>
          <p:cNvPr id="339" name="文本框 338"/>
          <p:cNvSpPr txBox="1"/>
          <p:nvPr/>
        </p:nvSpPr>
        <p:spPr>
          <a:xfrm>
            <a:off x="4855210" y="5687684"/>
            <a:ext cx="173037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b="1"/>
              <a:t>Method Stranslating</a:t>
            </a:r>
          </a:p>
        </p:txBody>
      </p:sp>
      <p:sp>
        <p:nvSpPr>
          <p:cNvPr id="340" name="文本框 339"/>
          <p:cNvSpPr txBox="1"/>
          <p:nvPr/>
        </p:nvSpPr>
        <p:spPr>
          <a:xfrm>
            <a:off x="6455410" y="5692764"/>
            <a:ext cx="173037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b="1"/>
              <a:t>Compiler-based Reviewing</a:t>
            </a:r>
          </a:p>
        </p:txBody>
      </p:sp>
      <p:sp>
        <p:nvSpPr>
          <p:cNvPr id="341" name="文本框 340"/>
          <p:cNvSpPr txBox="1"/>
          <p:nvPr/>
        </p:nvSpPr>
        <p:spPr>
          <a:xfrm>
            <a:off x="3116580" y="1922769"/>
            <a:ext cx="173037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b="1" dirty="0"/>
              <a:t>Global Reference</a:t>
            </a:r>
          </a:p>
        </p:txBody>
      </p:sp>
      <p:sp>
        <p:nvSpPr>
          <p:cNvPr id="342" name="文本框 341"/>
          <p:cNvSpPr txBox="1"/>
          <p:nvPr/>
        </p:nvSpPr>
        <p:spPr>
          <a:xfrm>
            <a:off x="3203165" y="531790"/>
            <a:ext cx="242570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b="1" dirty="0"/>
              <a:t>Field-only C++ Header Generation</a:t>
            </a:r>
          </a:p>
        </p:txBody>
      </p:sp>
      <p:sp>
        <p:nvSpPr>
          <p:cNvPr id="2" name="圆角矩形 1"/>
          <p:cNvSpPr/>
          <p:nvPr/>
        </p:nvSpPr>
        <p:spPr>
          <a:xfrm>
            <a:off x="3671779" y="3135872"/>
            <a:ext cx="539115" cy="21336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 dirty="0">
                <a:ln w="12700" cmpd="sng">
                  <a:noFill/>
                  <a:prstDash val="solid"/>
                </a:ln>
                <a:solidFill>
                  <a:schemeClr val="tx1"/>
                </a:solidFill>
              </a:rPr>
              <a:t>Java</a:t>
            </a:r>
          </a:p>
        </p:txBody>
      </p:sp>
      <p:pic>
        <p:nvPicPr>
          <p:cNvPr id="14" name="图片 13"/>
          <p:cNvPicPr/>
          <p:nvPr/>
        </p:nvPicPr>
        <p:blipFill>
          <a:blip r:embed="rId3"/>
          <a:stretch>
            <a:fillRect/>
          </a:stretch>
        </p:blipFill>
        <p:spPr>
          <a:xfrm>
            <a:off x="5485130" y="4622154"/>
            <a:ext cx="363220" cy="356235"/>
          </a:xfrm>
          <a:prstGeom prst="rect">
            <a:avLst/>
          </a:prstGeom>
        </p:spPr>
      </p:pic>
      <p:sp>
        <p:nvSpPr>
          <p:cNvPr id="30" name="文本框 29"/>
          <p:cNvSpPr txBox="1"/>
          <p:nvPr/>
        </p:nvSpPr>
        <p:spPr>
          <a:xfrm>
            <a:off x="4256538" y="3108549"/>
            <a:ext cx="8286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Compiling</a:t>
            </a:r>
          </a:p>
        </p:txBody>
      </p:sp>
      <p:pic>
        <p:nvPicPr>
          <p:cNvPr id="45" name="图片 44"/>
          <p:cNvPicPr/>
          <p:nvPr/>
        </p:nvPicPr>
        <p:blipFill>
          <a:blip r:embed="rId3"/>
          <a:stretch>
            <a:fillRect/>
          </a:stretch>
        </p:blipFill>
        <p:spPr>
          <a:xfrm>
            <a:off x="4728210" y="1488429"/>
            <a:ext cx="219075" cy="214630"/>
          </a:xfrm>
          <a:prstGeom prst="rect">
            <a:avLst/>
          </a:prstGeom>
        </p:spPr>
      </p:pic>
      <p:sp>
        <p:nvSpPr>
          <p:cNvPr id="52" name="文本框 51"/>
          <p:cNvSpPr txBox="1"/>
          <p:nvPr/>
        </p:nvSpPr>
        <p:spPr>
          <a:xfrm>
            <a:off x="4388326" y="1314397"/>
            <a:ext cx="14268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Generate Class Skeleton</a:t>
            </a:r>
          </a:p>
        </p:txBody>
      </p:sp>
      <p:pic>
        <p:nvPicPr>
          <p:cNvPr id="53" name="图片 52"/>
          <p:cNvPicPr/>
          <p:nvPr/>
        </p:nvPicPr>
        <p:blipFill>
          <a:blip r:embed="rId3"/>
          <a:stretch>
            <a:fillRect/>
          </a:stretch>
        </p:blipFill>
        <p:spPr>
          <a:xfrm>
            <a:off x="4786752" y="881122"/>
            <a:ext cx="219075" cy="214630"/>
          </a:xfrm>
          <a:prstGeom prst="rect">
            <a:avLst/>
          </a:prstGeom>
        </p:spPr>
      </p:pic>
      <p:sp>
        <p:nvSpPr>
          <p:cNvPr id="54" name="文本框 53"/>
          <p:cNvSpPr txBox="1"/>
          <p:nvPr/>
        </p:nvSpPr>
        <p:spPr>
          <a:xfrm>
            <a:off x="4376217" y="653290"/>
            <a:ext cx="11088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Generate Headers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6407968" y="4516883"/>
            <a:ext cx="7042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800" dirty="0"/>
              <a:t>Compiling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6736080" y="5494009"/>
            <a:ext cx="128651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800" dirty="0"/>
              <a:t>Regenerate Methods</a:t>
            </a:r>
          </a:p>
        </p:txBody>
      </p:sp>
      <p:pic>
        <p:nvPicPr>
          <p:cNvPr id="59" name="图片 58"/>
          <p:cNvPicPr/>
          <p:nvPr/>
        </p:nvPicPr>
        <p:blipFill>
          <a:blip r:embed="rId3"/>
          <a:stretch>
            <a:fillRect/>
          </a:stretch>
        </p:blipFill>
        <p:spPr>
          <a:xfrm>
            <a:off x="7273925" y="5324464"/>
            <a:ext cx="219075" cy="214630"/>
          </a:xfrm>
          <a:prstGeom prst="rect">
            <a:avLst/>
          </a:prstGeom>
        </p:spPr>
      </p:pic>
      <p:sp>
        <p:nvSpPr>
          <p:cNvPr id="70" name="文本框 69"/>
          <p:cNvSpPr txBox="1"/>
          <p:nvPr/>
        </p:nvSpPr>
        <p:spPr>
          <a:xfrm>
            <a:off x="4258070" y="3355772"/>
            <a:ext cx="796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ym typeface="+mn-ea"/>
              </a:rPr>
              <a:t>Call Graph Generation</a:t>
            </a:r>
            <a:endParaRPr lang="en-US" altLang="zh-CN" sz="800" dirty="0"/>
          </a:p>
        </p:txBody>
      </p:sp>
      <p:sp>
        <p:nvSpPr>
          <p:cNvPr id="72" name="文本框 71"/>
          <p:cNvSpPr txBox="1"/>
          <p:nvPr/>
        </p:nvSpPr>
        <p:spPr>
          <a:xfrm>
            <a:off x="4157980" y="4469119"/>
            <a:ext cx="899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Method Ordering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5843270" y="4571354"/>
            <a:ext cx="796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Generate</a:t>
            </a:r>
          </a:p>
          <a:p>
            <a:r>
              <a:rPr lang="en-US" altLang="zh-CN" sz="800" dirty="0"/>
              <a:t>Method</a:t>
            </a:r>
          </a:p>
          <a:p>
            <a:r>
              <a:rPr lang="en-US" altLang="zh-CN" sz="800" dirty="0"/>
              <a:t>Skeleton</a:t>
            </a:r>
          </a:p>
        </p:txBody>
      </p:sp>
      <p:sp>
        <p:nvSpPr>
          <p:cNvPr id="74" name="文本框 73"/>
          <p:cNvSpPr txBox="1"/>
          <p:nvPr/>
        </p:nvSpPr>
        <p:spPr>
          <a:xfrm>
            <a:off x="8870950" y="2412354"/>
            <a:ext cx="158178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Merge Headers and Methods</a:t>
            </a:r>
          </a:p>
        </p:txBody>
      </p:sp>
      <p:pic>
        <p:nvPicPr>
          <p:cNvPr id="75" name="图片 74"/>
          <p:cNvPicPr/>
          <p:nvPr/>
        </p:nvPicPr>
        <p:blipFill>
          <a:blip r:embed="rId3"/>
          <a:stretch>
            <a:fillRect/>
          </a:stretch>
        </p:blipFill>
        <p:spPr>
          <a:xfrm>
            <a:off x="5591704" y="3399144"/>
            <a:ext cx="219075" cy="214630"/>
          </a:xfrm>
          <a:prstGeom prst="rect">
            <a:avLst/>
          </a:prstGeom>
        </p:spPr>
      </p:pic>
      <p:sp>
        <p:nvSpPr>
          <p:cNvPr id="76" name="文本框 75"/>
          <p:cNvSpPr txBox="1"/>
          <p:nvPr/>
        </p:nvSpPr>
        <p:spPr>
          <a:xfrm>
            <a:off x="6038215" y="3276366"/>
            <a:ext cx="7962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Translate</a:t>
            </a:r>
          </a:p>
          <a:p>
            <a:r>
              <a:rPr lang="en-US" altLang="zh-CN" sz="800" dirty="0"/>
              <a:t>Method</a:t>
            </a:r>
          </a:p>
        </p:txBody>
      </p:sp>
      <p:sp>
        <p:nvSpPr>
          <p:cNvPr id="112" name="圆角矩形 111"/>
          <p:cNvSpPr/>
          <p:nvPr/>
        </p:nvSpPr>
        <p:spPr>
          <a:xfrm>
            <a:off x="5060852" y="3893760"/>
            <a:ext cx="539115" cy="21336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ln w="12700" cmpd="sng">
                  <a:noFill/>
                  <a:prstDash val="solid"/>
                </a:ln>
                <a:solidFill>
                  <a:schemeClr val="tx1"/>
                </a:solidFill>
              </a:rPr>
              <a:t>{ }</a:t>
            </a:r>
          </a:p>
        </p:txBody>
      </p:sp>
      <p:sp>
        <p:nvSpPr>
          <p:cNvPr id="113" name="圆角矩形 112"/>
          <p:cNvSpPr/>
          <p:nvPr/>
        </p:nvSpPr>
        <p:spPr>
          <a:xfrm>
            <a:off x="6986935" y="3640970"/>
            <a:ext cx="539115" cy="21336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ln w="12700" cmpd="sng">
                  <a:noFill/>
                  <a:prstDash val="solid"/>
                </a:ln>
                <a:solidFill>
                  <a:schemeClr val="tx1"/>
                </a:solidFill>
              </a:rPr>
              <a:t>{ }</a:t>
            </a:r>
          </a:p>
        </p:txBody>
      </p:sp>
      <p:sp>
        <p:nvSpPr>
          <p:cNvPr id="115" name="文本框 114"/>
          <p:cNvSpPr txBox="1"/>
          <p:nvPr/>
        </p:nvSpPr>
        <p:spPr>
          <a:xfrm>
            <a:off x="4994910" y="3551386"/>
            <a:ext cx="6794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Retrieve Related</a:t>
            </a:r>
          </a:p>
          <a:p>
            <a:r>
              <a:rPr lang="en-US" altLang="zh-CN" sz="800" dirty="0"/>
              <a:t>Plans</a:t>
            </a:r>
          </a:p>
        </p:txBody>
      </p:sp>
      <p:sp>
        <p:nvSpPr>
          <p:cNvPr id="116" name="文本框 115"/>
          <p:cNvSpPr txBox="1"/>
          <p:nvPr/>
        </p:nvSpPr>
        <p:spPr>
          <a:xfrm>
            <a:off x="6293131" y="3573085"/>
            <a:ext cx="7689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800" dirty="0"/>
              <a:t>Select</a:t>
            </a:r>
          </a:p>
          <a:p>
            <a:pPr algn="r"/>
            <a:r>
              <a:rPr lang="en-US" altLang="zh-CN" sz="800" dirty="0"/>
              <a:t>Headers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7555997-A48A-01C9-AED9-9EBD7458EE24}"/>
              </a:ext>
            </a:extLst>
          </p:cNvPr>
          <p:cNvSpPr/>
          <p:nvPr/>
        </p:nvSpPr>
        <p:spPr>
          <a:xfrm>
            <a:off x="1233051" y="2060087"/>
            <a:ext cx="1113905" cy="347028"/>
          </a:xfrm>
          <a:prstGeom prst="roundRect">
            <a:avLst>
              <a:gd name="adj" fmla="val 883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Preprocessing</a:t>
            </a:r>
          </a:p>
        </p:txBody>
      </p:sp>
      <p:cxnSp>
        <p:nvCxnSpPr>
          <p:cNvPr id="48" name="肘形连接符 295">
            <a:extLst>
              <a:ext uri="{FF2B5EF4-FFF2-40B4-BE49-F238E27FC236}">
                <a16:creationId xmlns:a16="http://schemas.microsoft.com/office/drawing/2014/main" id="{F2B41C0F-510E-D197-C2F5-18614E21995A}"/>
              </a:ext>
            </a:extLst>
          </p:cNvPr>
          <p:cNvCxnSpPr>
            <a:cxnSpLocks/>
            <a:stCxn id="5" idx="3"/>
            <a:endCxn id="50" idx="1"/>
          </p:cNvCxnSpPr>
          <p:nvPr/>
        </p:nvCxnSpPr>
        <p:spPr>
          <a:xfrm flipV="1">
            <a:off x="2346956" y="980112"/>
            <a:ext cx="982349" cy="1253489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4" name="肘形连接符 295">
            <a:extLst>
              <a:ext uri="{FF2B5EF4-FFF2-40B4-BE49-F238E27FC236}">
                <a16:creationId xmlns:a16="http://schemas.microsoft.com/office/drawing/2014/main" id="{01CD82E9-BB2A-F0D5-D284-0D33E515E239}"/>
              </a:ext>
            </a:extLst>
          </p:cNvPr>
          <p:cNvCxnSpPr>
            <a:cxnSpLocks/>
            <a:stCxn id="50" idx="3"/>
            <a:endCxn id="101" idx="1"/>
          </p:cNvCxnSpPr>
          <p:nvPr/>
        </p:nvCxnSpPr>
        <p:spPr>
          <a:xfrm>
            <a:off x="4211320" y="980112"/>
            <a:ext cx="365739" cy="9913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3" name="肘形连接符 295">
            <a:extLst>
              <a:ext uri="{FF2B5EF4-FFF2-40B4-BE49-F238E27FC236}">
                <a16:creationId xmlns:a16="http://schemas.microsoft.com/office/drawing/2014/main" id="{089E1B5C-B09A-48EE-43CD-85A0B42E9B42}"/>
              </a:ext>
            </a:extLst>
          </p:cNvPr>
          <p:cNvCxnSpPr>
            <a:cxnSpLocks/>
            <a:stCxn id="41" idx="3"/>
            <a:endCxn id="113" idx="3"/>
          </p:cNvCxnSpPr>
          <p:nvPr/>
        </p:nvCxnSpPr>
        <p:spPr>
          <a:xfrm>
            <a:off x="5986375" y="970696"/>
            <a:ext cx="1539675" cy="2776954"/>
          </a:xfrm>
          <a:prstGeom prst="bentConnector3">
            <a:avLst>
              <a:gd name="adj1" fmla="val 114847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38" name="Picture 137">
            <a:extLst>
              <a:ext uri="{FF2B5EF4-FFF2-40B4-BE49-F238E27FC236}">
                <a16:creationId xmlns:a16="http://schemas.microsoft.com/office/drawing/2014/main" id="{B0CC8010-BC41-0126-F594-0251A016CF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9527" y="2168967"/>
            <a:ext cx="411004" cy="411004"/>
          </a:xfrm>
          <a:prstGeom prst="rect">
            <a:avLst/>
          </a:prstGeom>
        </p:spPr>
      </p:pic>
      <p:pic>
        <p:nvPicPr>
          <p:cNvPr id="140" name="Graphic 139">
            <a:extLst>
              <a:ext uri="{FF2B5EF4-FFF2-40B4-BE49-F238E27FC236}">
                <a16:creationId xmlns:a16="http://schemas.microsoft.com/office/drawing/2014/main" id="{8058AC57-CEA5-4424-F855-FB817620A0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83620" y="2145335"/>
            <a:ext cx="245002" cy="456720"/>
          </a:xfrm>
          <a:prstGeom prst="rect">
            <a:avLst/>
          </a:prstGeom>
        </p:spPr>
      </p:pic>
      <p:sp>
        <p:nvSpPr>
          <p:cNvPr id="141" name="Right Arrow 140">
            <a:extLst>
              <a:ext uri="{FF2B5EF4-FFF2-40B4-BE49-F238E27FC236}">
                <a16:creationId xmlns:a16="http://schemas.microsoft.com/office/drawing/2014/main" id="{5A9EDCD0-038D-7FBB-D9CD-B06E8C0AC5BD}"/>
              </a:ext>
            </a:extLst>
          </p:cNvPr>
          <p:cNvSpPr/>
          <p:nvPr/>
        </p:nvSpPr>
        <p:spPr>
          <a:xfrm>
            <a:off x="3671888" y="2239263"/>
            <a:ext cx="252000" cy="14300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2" name="Right Arrow 141">
            <a:extLst>
              <a:ext uri="{FF2B5EF4-FFF2-40B4-BE49-F238E27FC236}">
                <a16:creationId xmlns:a16="http://schemas.microsoft.com/office/drawing/2014/main" id="{2B597580-E509-52AD-148B-631641635D92}"/>
              </a:ext>
            </a:extLst>
          </p:cNvPr>
          <p:cNvSpPr/>
          <p:nvPr/>
        </p:nvSpPr>
        <p:spPr>
          <a:xfrm rot="10800000">
            <a:off x="3605084" y="2342517"/>
            <a:ext cx="252000" cy="14300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3" name="文本框 51">
            <a:extLst>
              <a:ext uri="{FF2B5EF4-FFF2-40B4-BE49-F238E27FC236}">
                <a16:creationId xmlns:a16="http://schemas.microsoft.com/office/drawing/2014/main" id="{1B2308D0-E2BB-4199-2E5F-7E7B9C255EF5}"/>
              </a:ext>
            </a:extLst>
          </p:cNvPr>
          <p:cNvSpPr txBox="1"/>
          <p:nvPr/>
        </p:nvSpPr>
        <p:spPr>
          <a:xfrm>
            <a:off x="3323433" y="2534888"/>
            <a:ext cx="12377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Grammar Difference Comparison</a:t>
            </a:r>
          </a:p>
        </p:txBody>
      </p:sp>
      <p:cxnSp>
        <p:nvCxnSpPr>
          <p:cNvPr id="146" name="直接箭头连接符 283">
            <a:extLst>
              <a:ext uri="{FF2B5EF4-FFF2-40B4-BE49-F238E27FC236}">
                <a16:creationId xmlns:a16="http://schemas.microsoft.com/office/drawing/2014/main" id="{5C4FFAA2-BB3C-3E18-9B77-960D5FB241C5}"/>
              </a:ext>
            </a:extLst>
          </p:cNvPr>
          <p:cNvCxnSpPr>
            <a:cxnSpLocks/>
          </p:cNvCxnSpPr>
          <p:nvPr/>
        </p:nvCxnSpPr>
        <p:spPr>
          <a:xfrm>
            <a:off x="4296727" y="2370093"/>
            <a:ext cx="354013" cy="154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0" name="直接箭头连接符 285">
            <a:extLst>
              <a:ext uri="{FF2B5EF4-FFF2-40B4-BE49-F238E27FC236}">
                <a16:creationId xmlns:a16="http://schemas.microsoft.com/office/drawing/2014/main" id="{B44D4AB3-5942-13FF-EBD2-B4F05C640A21}"/>
              </a:ext>
            </a:extLst>
          </p:cNvPr>
          <p:cNvCxnSpPr>
            <a:cxnSpLocks/>
            <a:stCxn id="96" idx="3"/>
            <a:endCxn id="32" idx="1"/>
          </p:cNvCxnSpPr>
          <p:nvPr/>
        </p:nvCxnSpPr>
        <p:spPr>
          <a:xfrm>
            <a:off x="5104448" y="1602412"/>
            <a:ext cx="234472" cy="63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69" name="组合 326">
            <a:extLst>
              <a:ext uri="{FF2B5EF4-FFF2-40B4-BE49-F238E27FC236}">
                <a16:creationId xmlns:a16="http://schemas.microsoft.com/office/drawing/2014/main" id="{D1B4BD7B-34A2-7008-C160-E2D4897DB31F}"/>
              </a:ext>
            </a:extLst>
          </p:cNvPr>
          <p:cNvGrpSpPr/>
          <p:nvPr/>
        </p:nvGrpSpPr>
        <p:grpSpPr>
          <a:xfrm>
            <a:off x="2457320" y="4142548"/>
            <a:ext cx="707390" cy="309880"/>
            <a:chOff x="5521" y="5372"/>
            <a:chExt cx="1114" cy="488"/>
          </a:xfrm>
        </p:grpSpPr>
        <p:grpSp>
          <p:nvGrpSpPr>
            <p:cNvPr id="170" name="组合 233">
              <a:extLst>
                <a:ext uri="{FF2B5EF4-FFF2-40B4-BE49-F238E27FC236}">
                  <a16:creationId xmlns:a16="http://schemas.microsoft.com/office/drawing/2014/main" id="{C29E569C-AE48-26FF-0CF5-701B1CF6CE43}"/>
                </a:ext>
              </a:extLst>
            </p:cNvPr>
            <p:cNvGrpSpPr/>
            <p:nvPr/>
          </p:nvGrpSpPr>
          <p:grpSpPr>
            <a:xfrm>
              <a:off x="5568" y="5412"/>
              <a:ext cx="1016" cy="396"/>
              <a:chOff x="746" y="3412"/>
              <a:chExt cx="1270" cy="396"/>
            </a:xfrm>
          </p:grpSpPr>
          <p:sp>
            <p:nvSpPr>
              <p:cNvPr id="172" name="矩形 234">
                <a:extLst>
                  <a:ext uri="{FF2B5EF4-FFF2-40B4-BE49-F238E27FC236}">
                    <a16:creationId xmlns:a16="http://schemas.microsoft.com/office/drawing/2014/main" id="{0816FF4C-2F64-D88A-0961-A8E375F72562}"/>
                  </a:ext>
                </a:extLst>
              </p:cNvPr>
              <p:cNvSpPr/>
              <p:nvPr/>
            </p:nvSpPr>
            <p:spPr>
              <a:xfrm>
                <a:off x="746" y="3492"/>
                <a:ext cx="1185" cy="316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/>
              </a:p>
            </p:txBody>
          </p:sp>
          <p:sp>
            <p:nvSpPr>
              <p:cNvPr id="173" name="矩形 235">
                <a:extLst>
                  <a:ext uri="{FF2B5EF4-FFF2-40B4-BE49-F238E27FC236}">
                    <a16:creationId xmlns:a16="http://schemas.microsoft.com/office/drawing/2014/main" id="{91D4C296-2F7F-8BED-073E-EF1E353936F5}"/>
                  </a:ext>
                </a:extLst>
              </p:cNvPr>
              <p:cNvSpPr/>
              <p:nvPr/>
            </p:nvSpPr>
            <p:spPr>
              <a:xfrm>
                <a:off x="786" y="3452"/>
                <a:ext cx="1185" cy="316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/>
              </a:p>
            </p:txBody>
          </p:sp>
          <p:sp>
            <p:nvSpPr>
              <p:cNvPr id="174" name="矩形 236">
                <a:extLst>
                  <a:ext uri="{FF2B5EF4-FFF2-40B4-BE49-F238E27FC236}">
                    <a16:creationId xmlns:a16="http://schemas.microsoft.com/office/drawing/2014/main" id="{DAB5F5CC-823F-100A-6AD6-AF4130FD16AF}"/>
                  </a:ext>
                </a:extLst>
              </p:cNvPr>
              <p:cNvSpPr/>
              <p:nvPr/>
            </p:nvSpPr>
            <p:spPr>
              <a:xfrm>
                <a:off x="831" y="3412"/>
                <a:ext cx="1185" cy="316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/>
                  <a:t>Methods</a:t>
                </a:r>
              </a:p>
            </p:txBody>
          </p:sp>
        </p:grpSp>
        <p:sp>
          <p:nvSpPr>
            <p:cNvPr id="171" name="矩形 321">
              <a:extLst>
                <a:ext uri="{FF2B5EF4-FFF2-40B4-BE49-F238E27FC236}">
                  <a16:creationId xmlns:a16="http://schemas.microsoft.com/office/drawing/2014/main" id="{C4BC59C5-5156-46F8-47C9-1FEBCB4D9154}"/>
                </a:ext>
              </a:extLst>
            </p:cNvPr>
            <p:cNvSpPr/>
            <p:nvPr/>
          </p:nvSpPr>
          <p:spPr>
            <a:xfrm>
              <a:off x="5521" y="5372"/>
              <a:ext cx="1115" cy="488"/>
            </a:xfrm>
            <a:prstGeom prst="rect">
              <a:avLst/>
            </a:prstGeom>
            <a:noFill/>
            <a:ln w="6350" cmpd="sng"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5" name="Oval 174">
            <a:extLst>
              <a:ext uri="{FF2B5EF4-FFF2-40B4-BE49-F238E27FC236}">
                <a16:creationId xmlns:a16="http://schemas.microsoft.com/office/drawing/2014/main" id="{25C4D2D5-E14B-C183-0657-08EADB57DA01}"/>
              </a:ext>
            </a:extLst>
          </p:cNvPr>
          <p:cNvSpPr>
            <a:spLocks noChangeAspect="1"/>
          </p:cNvSpPr>
          <p:nvPr/>
        </p:nvSpPr>
        <p:spPr>
          <a:xfrm>
            <a:off x="2561535" y="3948522"/>
            <a:ext cx="108000" cy="108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900" dirty="0"/>
              <a:t>1</a:t>
            </a:r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CED5D336-E387-1744-5B83-3929E8A7216E}"/>
              </a:ext>
            </a:extLst>
          </p:cNvPr>
          <p:cNvSpPr>
            <a:spLocks noChangeAspect="1"/>
          </p:cNvSpPr>
          <p:nvPr/>
        </p:nvSpPr>
        <p:spPr>
          <a:xfrm>
            <a:off x="2477762" y="4058532"/>
            <a:ext cx="108000" cy="108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900" dirty="0"/>
              <a:t>2</a:t>
            </a:r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184918FB-AAFD-7669-F95B-D1F0565E9451}"/>
              </a:ext>
            </a:extLst>
          </p:cNvPr>
          <p:cNvSpPr>
            <a:spLocks noChangeAspect="1"/>
          </p:cNvSpPr>
          <p:nvPr/>
        </p:nvSpPr>
        <p:spPr>
          <a:xfrm>
            <a:off x="2399039" y="4125143"/>
            <a:ext cx="108000" cy="108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900" dirty="0"/>
              <a:t>3</a:t>
            </a:r>
          </a:p>
        </p:txBody>
      </p: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3FB47CE1-AF2A-0082-2F3C-06ADA7AC58B6}"/>
              </a:ext>
            </a:extLst>
          </p:cNvPr>
          <p:cNvGrpSpPr/>
          <p:nvPr/>
        </p:nvGrpSpPr>
        <p:grpSpPr>
          <a:xfrm>
            <a:off x="3521346" y="5083957"/>
            <a:ext cx="653944" cy="266715"/>
            <a:chOff x="2174981" y="5173037"/>
            <a:chExt cx="653944" cy="266715"/>
          </a:xfrm>
        </p:grpSpPr>
        <p:sp>
          <p:nvSpPr>
            <p:cNvPr id="186" name="矩形 236">
              <a:extLst>
                <a:ext uri="{FF2B5EF4-FFF2-40B4-BE49-F238E27FC236}">
                  <a16:creationId xmlns:a16="http://schemas.microsoft.com/office/drawing/2014/main" id="{F412BB20-F1DC-CAEE-5205-617DAAA8EDFE}"/>
                </a:ext>
              </a:extLst>
            </p:cNvPr>
            <p:cNvSpPr/>
            <p:nvPr/>
          </p:nvSpPr>
          <p:spPr>
            <a:xfrm>
              <a:off x="2226945" y="5239092"/>
              <a:ext cx="601980" cy="20066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/>
                <a:t>Methods</a:t>
              </a:r>
            </a:p>
          </p:txBody>
        </p:sp>
        <p:sp>
          <p:nvSpPr>
            <p:cNvPr id="188" name="Oval 187">
              <a:extLst>
                <a:ext uri="{FF2B5EF4-FFF2-40B4-BE49-F238E27FC236}">
                  <a16:creationId xmlns:a16="http://schemas.microsoft.com/office/drawing/2014/main" id="{E1D9A3DA-E42B-1243-9D1F-B23A3DDB8DD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74981" y="5173037"/>
              <a:ext cx="108000" cy="108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900" dirty="0"/>
                <a:t>3</a:t>
              </a:r>
            </a:p>
          </p:txBody>
        </p:sp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D241238A-C1BD-6B50-3979-CCAC7BB653E4}"/>
              </a:ext>
            </a:extLst>
          </p:cNvPr>
          <p:cNvGrpSpPr/>
          <p:nvPr/>
        </p:nvGrpSpPr>
        <p:grpSpPr>
          <a:xfrm>
            <a:off x="3579131" y="5022767"/>
            <a:ext cx="653944" cy="266715"/>
            <a:chOff x="2174981" y="5173037"/>
            <a:chExt cx="653944" cy="266715"/>
          </a:xfrm>
        </p:grpSpPr>
        <p:sp>
          <p:nvSpPr>
            <p:cNvPr id="182" name="矩形 236">
              <a:extLst>
                <a:ext uri="{FF2B5EF4-FFF2-40B4-BE49-F238E27FC236}">
                  <a16:creationId xmlns:a16="http://schemas.microsoft.com/office/drawing/2014/main" id="{CAC470D0-58F7-D02A-1AB0-32F0941A7EE5}"/>
                </a:ext>
              </a:extLst>
            </p:cNvPr>
            <p:cNvSpPr/>
            <p:nvPr/>
          </p:nvSpPr>
          <p:spPr>
            <a:xfrm>
              <a:off x="2226945" y="5239092"/>
              <a:ext cx="601980" cy="20066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/>
                <a:t>Methods</a:t>
              </a:r>
            </a:p>
          </p:txBody>
        </p:sp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B45C277B-71AB-A00B-2E9A-515618A3FA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74981" y="5173037"/>
              <a:ext cx="108000" cy="108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900" dirty="0"/>
                <a:t>2</a:t>
              </a:r>
            </a:p>
          </p:txBody>
        </p: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199327D5-E5ED-F791-07DD-6D2D770DD23B}"/>
              </a:ext>
            </a:extLst>
          </p:cNvPr>
          <p:cNvGrpSpPr/>
          <p:nvPr/>
        </p:nvGrpSpPr>
        <p:grpSpPr>
          <a:xfrm>
            <a:off x="3646151" y="4966548"/>
            <a:ext cx="653944" cy="266715"/>
            <a:chOff x="2174981" y="5173037"/>
            <a:chExt cx="653944" cy="266715"/>
          </a:xfrm>
        </p:grpSpPr>
        <p:sp>
          <p:nvSpPr>
            <p:cNvPr id="178" name="矩形 236">
              <a:extLst>
                <a:ext uri="{FF2B5EF4-FFF2-40B4-BE49-F238E27FC236}">
                  <a16:creationId xmlns:a16="http://schemas.microsoft.com/office/drawing/2014/main" id="{AE77F269-35E6-6F9D-A8D3-62A8C1B0FF43}"/>
                </a:ext>
              </a:extLst>
            </p:cNvPr>
            <p:cNvSpPr/>
            <p:nvPr/>
          </p:nvSpPr>
          <p:spPr>
            <a:xfrm>
              <a:off x="2226945" y="5239092"/>
              <a:ext cx="601980" cy="20066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/>
                <a:t>Method</a:t>
              </a:r>
            </a:p>
          </p:txBody>
        </p:sp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7C6E487A-767F-C47E-D186-A174120761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74981" y="5173037"/>
              <a:ext cx="108000" cy="108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900" dirty="0"/>
                <a:t>1</a:t>
              </a:r>
            </a:p>
          </p:txBody>
        </p:sp>
      </p:grpSp>
      <p:pic>
        <p:nvPicPr>
          <p:cNvPr id="196" name="Graphic 195">
            <a:extLst>
              <a:ext uri="{FF2B5EF4-FFF2-40B4-BE49-F238E27FC236}">
                <a16:creationId xmlns:a16="http://schemas.microsoft.com/office/drawing/2014/main" id="{EF430C76-EE9B-E90C-1AD9-80BBB0C576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88263" y="4103359"/>
            <a:ext cx="160114" cy="298477"/>
          </a:xfrm>
          <a:prstGeom prst="rect">
            <a:avLst/>
          </a:prstGeom>
        </p:spPr>
      </p:pic>
      <p:pic>
        <p:nvPicPr>
          <p:cNvPr id="198" name="Graphic 197">
            <a:extLst>
              <a:ext uri="{FF2B5EF4-FFF2-40B4-BE49-F238E27FC236}">
                <a16:creationId xmlns:a16="http://schemas.microsoft.com/office/drawing/2014/main" id="{6601BE69-9001-9F39-091B-0D5817FB39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27348" y="5144099"/>
            <a:ext cx="245002" cy="456720"/>
          </a:xfrm>
          <a:prstGeom prst="rect">
            <a:avLst/>
          </a:prstGeom>
        </p:spPr>
      </p:pic>
      <p:pic>
        <p:nvPicPr>
          <p:cNvPr id="207" name="Picture 206">
            <a:extLst>
              <a:ext uri="{FF2B5EF4-FFF2-40B4-BE49-F238E27FC236}">
                <a16:creationId xmlns:a16="http://schemas.microsoft.com/office/drawing/2014/main" id="{CC382B8C-B53F-6919-67FA-4ABE229567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6899" y="2527051"/>
            <a:ext cx="411004" cy="411004"/>
          </a:xfrm>
          <a:prstGeom prst="rect">
            <a:avLst/>
          </a:prstGeom>
        </p:spPr>
      </p:pic>
      <p:cxnSp>
        <p:nvCxnSpPr>
          <p:cNvPr id="223" name="直接箭头连接符 240">
            <a:extLst>
              <a:ext uri="{FF2B5EF4-FFF2-40B4-BE49-F238E27FC236}">
                <a16:creationId xmlns:a16="http://schemas.microsoft.com/office/drawing/2014/main" id="{72A4F2A4-8DB9-7AF6-5149-E40951D4DFBE}"/>
              </a:ext>
            </a:extLst>
          </p:cNvPr>
          <p:cNvCxnSpPr>
            <a:cxnSpLocks/>
            <a:stCxn id="238" idx="2"/>
            <a:endCxn id="113" idx="0"/>
          </p:cNvCxnSpPr>
          <p:nvPr/>
        </p:nvCxnSpPr>
        <p:spPr>
          <a:xfrm>
            <a:off x="7244411" y="3427183"/>
            <a:ext cx="12082" cy="2137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8" name="矩形 237">
            <a:extLst>
              <a:ext uri="{FF2B5EF4-FFF2-40B4-BE49-F238E27FC236}">
                <a16:creationId xmlns:a16="http://schemas.microsoft.com/office/drawing/2014/main" id="{7632A0FE-BE5B-2FE8-D54B-49904ACD8560}"/>
              </a:ext>
            </a:extLst>
          </p:cNvPr>
          <p:cNvSpPr/>
          <p:nvPr/>
        </p:nvSpPr>
        <p:spPr>
          <a:xfrm>
            <a:off x="6588484" y="3930726"/>
            <a:ext cx="1215714" cy="39774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lt1"/>
                </a:solidFill>
                <a:sym typeface="+mn-ea"/>
              </a:rPr>
              <a:t>Translated</a:t>
            </a:r>
          </a:p>
          <a:p>
            <a:pPr algn="ctr"/>
            <a:r>
              <a:rPr lang="en-US" altLang="zh-CN" sz="800" dirty="0">
                <a:solidFill>
                  <a:schemeClr val="lt1"/>
                </a:solidFill>
                <a:sym typeface="+mn-ea"/>
              </a:rPr>
              <a:t>Target-method-only CPP and Headers</a:t>
            </a:r>
          </a:p>
        </p:txBody>
      </p: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0473ADBE-6CC9-F636-907C-06FD50EA89E0}"/>
              </a:ext>
            </a:extLst>
          </p:cNvPr>
          <p:cNvGrpSpPr/>
          <p:nvPr/>
        </p:nvGrpSpPr>
        <p:grpSpPr>
          <a:xfrm>
            <a:off x="8276629" y="4591903"/>
            <a:ext cx="653944" cy="266715"/>
            <a:chOff x="2174981" y="5173037"/>
            <a:chExt cx="653944" cy="266715"/>
          </a:xfrm>
        </p:grpSpPr>
        <p:sp>
          <p:nvSpPr>
            <p:cNvPr id="262" name="矩形 236">
              <a:extLst>
                <a:ext uri="{FF2B5EF4-FFF2-40B4-BE49-F238E27FC236}">
                  <a16:creationId xmlns:a16="http://schemas.microsoft.com/office/drawing/2014/main" id="{2B5C59D1-0C8D-C0AF-2CC2-C22A7565280B}"/>
                </a:ext>
              </a:extLst>
            </p:cNvPr>
            <p:cNvSpPr/>
            <p:nvPr/>
          </p:nvSpPr>
          <p:spPr>
            <a:xfrm>
              <a:off x="2226945" y="5239092"/>
              <a:ext cx="601980" cy="20066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/>
                <a:t>Methods</a:t>
              </a:r>
            </a:p>
          </p:txBody>
        </p:sp>
        <p:sp>
          <p:nvSpPr>
            <p:cNvPr id="263" name="Oval 262">
              <a:extLst>
                <a:ext uri="{FF2B5EF4-FFF2-40B4-BE49-F238E27FC236}">
                  <a16:creationId xmlns:a16="http://schemas.microsoft.com/office/drawing/2014/main" id="{CF79DA2A-E56E-26EB-FAA0-D8A47F4688A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74981" y="5173037"/>
              <a:ext cx="108000" cy="108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900" dirty="0"/>
                <a:t>3</a:t>
              </a:r>
            </a:p>
          </p:txBody>
        </p:sp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3846A857-BC6D-6F5C-33ED-D8D8C25D2C22}"/>
              </a:ext>
            </a:extLst>
          </p:cNvPr>
          <p:cNvGrpSpPr/>
          <p:nvPr/>
        </p:nvGrpSpPr>
        <p:grpSpPr>
          <a:xfrm>
            <a:off x="8334414" y="4530713"/>
            <a:ext cx="653944" cy="266715"/>
            <a:chOff x="2174981" y="5173037"/>
            <a:chExt cx="653944" cy="266715"/>
          </a:xfrm>
        </p:grpSpPr>
        <p:sp>
          <p:nvSpPr>
            <p:cNvPr id="265" name="矩形 236">
              <a:extLst>
                <a:ext uri="{FF2B5EF4-FFF2-40B4-BE49-F238E27FC236}">
                  <a16:creationId xmlns:a16="http://schemas.microsoft.com/office/drawing/2014/main" id="{C37E0B39-E270-A7D0-B9E3-D39061428045}"/>
                </a:ext>
              </a:extLst>
            </p:cNvPr>
            <p:cNvSpPr/>
            <p:nvPr/>
          </p:nvSpPr>
          <p:spPr>
            <a:xfrm>
              <a:off x="2226945" y="5239092"/>
              <a:ext cx="601980" cy="20066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/>
                <a:t>Methods</a:t>
              </a:r>
            </a:p>
          </p:txBody>
        </p:sp>
        <p:sp>
          <p:nvSpPr>
            <p:cNvPr id="266" name="Oval 265">
              <a:extLst>
                <a:ext uri="{FF2B5EF4-FFF2-40B4-BE49-F238E27FC236}">
                  <a16:creationId xmlns:a16="http://schemas.microsoft.com/office/drawing/2014/main" id="{81EF5C39-8AEF-4F81-B424-0BC24B4B882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74981" y="5173037"/>
              <a:ext cx="108000" cy="108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900" dirty="0"/>
                <a:t>2</a:t>
              </a:r>
            </a:p>
          </p:txBody>
        </p:sp>
      </p:grp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A8119A2F-7851-C644-AEB4-94049E21E533}"/>
              </a:ext>
            </a:extLst>
          </p:cNvPr>
          <p:cNvGrpSpPr/>
          <p:nvPr/>
        </p:nvGrpSpPr>
        <p:grpSpPr>
          <a:xfrm>
            <a:off x="8401434" y="4474494"/>
            <a:ext cx="653944" cy="266715"/>
            <a:chOff x="2174981" y="5173037"/>
            <a:chExt cx="653944" cy="266715"/>
          </a:xfrm>
        </p:grpSpPr>
        <p:sp>
          <p:nvSpPr>
            <p:cNvPr id="268" name="矩形 236">
              <a:extLst>
                <a:ext uri="{FF2B5EF4-FFF2-40B4-BE49-F238E27FC236}">
                  <a16:creationId xmlns:a16="http://schemas.microsoft.com/office/drawing/2014/main" id="{70EB4124-5759-5844-2EB4-93A4F1337993}"/>
                </a:ext>
              </a:extLst>
            </p:cNvPr>
            <p:cNvSpPr/>
            <p:nvPr/>
          </p:nvSpPr>
          <p:spPr>
            <a:xfrm>
              <a:off x="2226945" y="5239092"/>
              <a:ext cx="601980" cy="20066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/>
                <a:t>Method</a:t>
              </a:r>
            </a:p>
          </p:txBody>
        </p:sp>
        <p:sp>
          <p:nvSpPr>
            <p:cNvPr id="271" name="Oval 270">
              <a:extLst>
                <a:ext uri="{FF2B5EF4-FFF2-40B4-BE49-F238E27FC236}">
                  <a16:creationId xmlns:a16="http://schemas.microsoft.com/office/drawing/2014/main" id="{142B2649-3FBA-6BE6-9588-905145FEEA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74981" y="5173037"/>
              <a:ext cx="108000" cy="108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900" dirty="0"/>
                <a:t>1</a:t>
              </a:r>
            </a:p>
          </p:txBody>
        </p:sp>
      </p:grpSp>
      <p:pic>
        <p:nvPicPr>
          <p:cNvPr id="282" name="Picture 281">
            <a:extLst>
              <a:ext uri="{FF2B5EF4-FFF2-40B4-BE49-F238E27FC236}">
                <a16:creationId xmlns:a16="http://schemas.microsoft.com/office/drawing/2014/main" id="{9290BE1F-CC91-DEF1-62A6-0A35DA78E6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032" y="4503401"/>
            <a:ext cx="411004" cy="411004"/>
          </a:xfrm>
          <a:prstGeom prst="rect">
            <a:avLst/>
          </a:prstGeom>
        </p:spPr>
      </p:pic>
      <p:cxnSp>
        <p:nvCxnSpPr>
          <p:cNvPr id="303" name="肘形连接符 295">
            <a:extLst>
              <a:ext uri="{FF2B5EF4-FFF2-40B4-BE49-F238E27FC236}">
                <a16:creationId xmlns:a16="http://schemas.microsoft.com/office/drawing/2014/main" id="{A30D0E38-09E5-1EC6-149D-2DE105112D70}"/>
              </a:ext>
            </a:extLst>
          </p:cNvPr>
          <p:cNvCxnSpPr>
            <a:cxnSpLocks/>
            <a:stCxn id="32" idx="0"/>
            <a:endCxn id="101" idx="2"/>
          </p:cNvCxnSpPr>
          <p:nvPr/>
        </p:nvCxnSpPr>
        <p:spPr>
          <a:xfrm rot="16200000" flipV="1">
            <a:off x="5046846" y="896476"/>
            <a:ext cx="399662" cy="80012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2452422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211</Words>
  <Application>Microsoft Macintosh PowerPoint</Application>
  <PresentationFormat>Widescreen</PresentationFormat>
  <Paragraphs>135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Wingdings</vt:lpstr>
      <vt:lpstr>WPS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Kaifeng Huang</cp:lastModifiedBy>
  <cp:revision>175</cp:revision>
  <dcterms:created xsi:type="dcterms:W3CDTF">2019-06-19T02:08:00Z</dcterms:created>
  <dcterms:modified xsi:type="dcterms:W3CDTF">2025-09-03T13:59:58Z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C244C0DF1AF94064BBB9ACC474575FD8_11</vt:lpwstr>
  </property>
</Properties>
</file>