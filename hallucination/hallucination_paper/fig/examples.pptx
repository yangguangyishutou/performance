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2.xml" ContentType="application/vnd.openxmlformats-officedocument.theme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ppt/tags/tag17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6" r:id="rId2"/>
    <p:sldId id="267" r:id="rId3"/>
  </p:sldIdLst>
  <p:sldSz cx="22993350" cy="14057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50" userDrawn="1">
          <p15:clr>
            <a:srgbClr val="A4A3A4"/>
          </p15:clr>
        </p15:guide>
        <p15:guide id="2" pos="718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79" autoAdjust="0"/>
    <p:restoredTop sz="94660"/>
  </p:normalViewPr>
  <p:slideViewPr>
    <p:cSldViewPr snapToGrid="0" showGuides="1">
      <p:cViewPr>
        <p:scale>
          <a:sx n="106" d="100"/>
          <a:sy n="106" d="100"/>
        </p:scale>
        <p:origin x="16" y="-104"/>
      </p:cViewPr>
      <p:guideLst>
        <p:guide orient="horz" pos="4350"/>
        <p:guide pos="718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80D578-83B7-F24E-8F0F-318B1ACDC3B3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75" y="1143000"/>
            <a:ext cx="50482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C507E-ED11-5541-AC6C-3DB8072D034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75" y="1143000"/>
            <a:ext cx="50482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github.com</a:t>
            </a:r>
            <a:r>
              <a:rPr lang="en-GB" dirty="0"/>
              <a:t>/</a:t>
            </a:r>
            <a:r>
              <a:rPr lang="en-GB" dirty="0" err="1"/>
              <a:t>zcaceres</a:t>
            </a:r>
            <a:r>
              <a:rPr lang="en-GB" dirty="0"/>
              <a:t>/</a:t>
            </a:r>
            <a:r>
              <a:rPr lang="en-GB" dirty="0" err="1"/>
              <a:t>markdownify-mcp</a:t>
            </a:r>
            <a:r>
              <a:rPr lang="en-GB" dirty="0"/>
              <a:t>/commit/0284aa8f34d32c65e20d8cda2d429b7943c9af03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75" y="1143000"/>
            <a:ext cx="50482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github.com</a:t>
            </a:r>
            <a:r>
              <a:rPr lang="en-GB" dirty="0"/>
              <a:t>/</a:t>
            </a:r>
            <a:r>
              <a:rPr lang="en-GB" dirty="0" err="1"/>
              <a:t>zcaceres</a:t>
            </a:r>
            <a:r>
              <a:rPr lang="en-GB" dirty="0"/>
              <a:t>/</a:t>
            </a:r>
            <a:r>
              <a:rPr lang="en-GB" dirty="0" err="1"/>
              <a:t>markdownify-mcp</a:t>
            </a:r>
            <a:r>
              <a:rPr lang="en-GB" dirty="0"/>
              <a:t>/commit/0284aa8f34d32c65e20d8cda2d429b7943c9af03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74169" y="2300585"/>
            <a:ext cx="17245013" cy="4894027"/>
          </a:xfrm>
        </p:spPr>
        <p:txBody>
          <a:bodyPr anchor="b"/>
          <a:lstStyle>
            <a:lvl1pPr algn="ctr">
              <a:defRPr sz="113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74169" y="7383344"/>
            <a:ext cx="17245013" cy="3393929"/>
          </a:xfrm>
        </p:spPr>
        <p:txBody>
          <a:bodyPr/>
          <a:lstStyle>
            <a:lvl1pPr marL="0" indent="0" algn="ctr">
              <a:buNone/>
              <a:defRPr sz="4525"/>
            </a:lvl1pPr>
            <a:lvl2pPr marL="862330" indent="0" algn="ctr">
              <a:buNone/>
              <a:defRPr sz="3770"/>
            </a:lvl2pPr>
            <a:lvl3pPr marL="1724660" indent="0" algn="ctr">
              <a:buNone/>
              <a:defRPr sz="3395"/>
            </a:lvl3pPr>
            <a:lvl4pPr marL="2586990" indent="0" algn="ctr">
              <a:buNone/>
              <a:defRPr sz="3015"/>
            </a:lvl4pPr>
            <a:lvl5pPr marL="3448685" indent="0" algn="ctr">
              <a:buNone/>
              <a:defRPr sz="3015"/>
            </a:lvl5pPr>
            <a:lvl6pPr marL="4311015" indent="0" algn="ctr">
              <a:buNone/>
              <a:defRPr sz="3015"/>
            </a:lvl6pPr>
            <a:lvl7pPr marL="5173345" indent="0" algn="ctr">
              <a:buNone/>
              <a:defRPr sz="3015"/>
            </a:lvl7pPr>
            <a:lvl8pPr marL="6035675" indent="0" algn="ctr">
              <a:buNone/>
              <a:defRPr sz="3015"/>
            </a:lvl8pPr>
            <a:lvl9pPr marL="6898005" indent="0" algn="ctr">
              <a:buNone/>
              <a:defRPr sz="301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8817" y="3504568"/>
            <a:ext cx="19831764" cy="5847451"/>
          </a:xfrm>
        </p:spPr>
        <p:txBody>
          <a:bodyPr anchor="b"/>
          <a:lstStyle>
            <a:lvl1pPr>
              <a:defRPr sz="113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8817" y="9407338"/>
            <a:ext cx="19831764" cy="3075036"/>
          </a:xfrm>
        </p:spPr>
        <p:txBody>
          <a:bodyPr/>
          <a:lstStyle>
            <a:lvl1pPr marL="0" indent="0">
              <a:buNone/>
              <a:defRPr sz="4525">
                <a:solidFill>
                  <a:schemeClr val="tx1">
                    <a:tint val="75000"/>
                  </a:schemeClr>
                </a:solidFill>
              </a:defRPr>
            </a:lvl1pPr>
            <a:lvl2pPr marL="862330" indent="0">
              <a:buNone/>
              <a:defRPr sz="3770">
                <a:solidFill>
                  <a:schemeClr val="tx1">
                    <a:tint val="75000"/>
                  </a:schemeClr>
                </a:solidFill>
              </a:defRPr>
            </a:lvl2pPr>
            <a:lvl3pPr marL="1724660" indent="0">
              <a:buNone/>
              <a:defRPr sz="3395">
                <a:solidFill>
                  <a:schemeClr val="tx1">
                    <a:tint val="75000"/>
                  </a:schemeClr>
                </a:solidFill>
              </a:defRPr>
            </a:lvl3pPr>
            <a:lvl4pPr marL="2586990" indent="0">
              <a:buNone/>
              <a:defRPr sz="3015">
                <a:solidFill>
                  <a:schemeClr val="tx1">
                    <a:tint val="75000"/>
                  </a:schemeClr>
                </a:solidFill>
              </a:defRPr>
            </a:lvl4pPr>
            <a:lvl5pPr marL="3448685" indent="0">
              <a:buNone/>
              <a:defRPr sz="3015">
                <a:solidFill>
                  <a:schemeClr val="tx1">
                    <a:tint val="75000"/>
                  </a:schemeClr>
                </a:solidFill>
              </a:defRPr>
            </a:lvl5pPr>
            <a:lvl6pPr marL="4311015" indent="0">
              <a:buNone/>
              <a:defRPr sz="3015">
                <a:solidFill>
                  <a:schemeClr val="tx1">
                    <a:tint val="75000"/>
                  </a:schemeClr>
                </a:solidFill>
              </a:defRPr>
            </a:lvl6pPr>
            <a:lvl7pPr marL="5173345" indent="0">
              <a:buNone/>
              <a:defRPr sz="3015">
                <a:solidFill>
                  <a:schemeClr val="tx1">
                    <a:tint val="75000"/>
                  </a:schemeClr>
                </a:solidFill>
              </a:defRPr>
            </a:lvl7pPr>
            <a:lvl8pPr marL="6035675" indent="0">
              <a:buNone/>
              <a:defRPr sz="3015">
                <a:solidFill>
                  <a:schemeClr val="tx1">
                    <a:tint val="75000"/>
                  </a:schemeClr>
                </a:solidFill>
              </a:defRPr>
            </a:lvl8pPr>
            <a:lvl9pPr marL="6898005" indent="0">
              <a:buNone/>
              <a:defRPr sz="301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0793" y="3742109"/>
            <a:ext cx="9772174" cy="8919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640383" y="3742109"/>
            <a:ext cx="9772174" cy="8919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3788" y="748423"/>
            <a:ext cx="19831764" cy="27170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789" y="3445995"/>
            <a:ext cx="9727264" cy="1688829"/>
          </a:xfrm>
        </p:spPr>
        <p:txBody>
          <a:bodyPr anchor="b"/>
          <a:lstStyle>
            <a:lvl1pPr marL="0" indent="0">
              <a:buNone/>
              <a:defRPr sz="4525" b="1"/>
            </a:lvl1pPr>
            <a:lvl2pPr marL="862330" indent="0">
              <a:buNone/>
              <a:defRPr sz="3770" b="1"/>
            </a:lvl2pPr>
            <a:lvl3pPr marL="1724660" indent="0">
              <a:buNone/>
              <a:defRPr sz="3395" b="1"/>
            </a:lvl3pPr>
            <a:lvl4pPr marL="2586990" indent="0">
              <a:buNone/>
              <a:defRPr sz="3015" b="1"/>
            </a:lvl4pPr>
            <a:lvl5pPr marL="3448685" indent="0">
              <a:buNone/>
              <a:defRPr sz="3015" b="1"/>
            </a:lvl5pPr>
            <a:lvl6pPr marL="4311015" indent="0">
              <a:buNone/>
              <a:defRPr sz="3015" b="1"/>
            </a:lvl6pPr>
            <a:lvl7pPr marL="5173345" indent="0">
              <a:buNone/>
              <a:defRPr sz="3015" b="1"/>
            </a:lvl7pPr>
            <a:lvl8pPr marL="6035675" indent="0">
              <a:buNone/>
              <a:defRPr sz="3015" b="1"/>
            </a:lvl8pPr>
            <a:lvl9pPr marL="6898005" indent="0">
              <a:buNone/>
              <a:defRPr sz="301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789" y="5134824"/>
            <a:ext cx="9727264" cy="75525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640383" y="3445995"/>
            <a:ext cx="9775169" cy="1688829"/>
          </a:xfrm>
        </p:spPr>
        <p:txBody>
          <a:bodyPr anchor="b"/>
          <a:lstStyle>
            <a:lvl1pPr marL="0" indent="0">
              <a:buNone/>
              <a:defRPr sz="4525" b="1"/>
            </a:lvl1pPr>
            <a:lvl2pPr marL="862330" indent="0">
              <a:buNone/>
              <a:defRPr sz="3770" b="1"/>
            </a:lvl2pPr>
            <a:lvl3pPr marL="1724660" indent="0">
              <a:buNone/>
              <a:defRPr sz="3395" b="1"/>
            </a:lvl3pPr>
            <a:lvl4pPr marL="2586990" indent="0">
              <a:buNone/>
              <a:defRPr sz="3015" b="1"/>
            </a:lvl4pPr>
            <a:lvl5pPr marL="3448685" indent="0">
              <a:buNone/>
              <a:defRPr sz="3015" b="1"/>
            </a:lvl5pPr>
            <a:lvl6pPr marL="4311015" indent="0">
              <a:buNone/>
              <a:defRPr sz="3015" b="1"/>
            </a:lvl6pPr>
            <a:lvl7pPr marL="5173345" indent="0">
              <a:buNone/>
              <a:defRPr sz="3015" b="1"/>
            </a:lvl7pPr>
            <a:lvl8pPr marL="6035675" indent="0">
              <a:buNone/>
              <a:defRPr sz="3015" b="1"/>
            </a:lvl8pPr>
            <a:lvl9pPr marL="6898005" indent="0">
              <a:buNone/>
              <a:defRPr sz="301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640383" y="5134824"/>
            <a:ext cx="9775169" cy="75525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3789" y="937154"/>
            <a:ext cx="7415953" cy="3280040"/>
          </a:xfrm>
        </p:spPr>
        <p:txBody>
          <a:bodyPr anchor="b"/>
          <a:lstStyle>
            <a:lvl1pPr>
              <a:defRPr sz="60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75169" y="2023994"/>
            <a:ext cx="11640383" cy="9989803"/>
          </a:xfrm>
        </p:spPr>
        <p:txBody>
          <a:bodyPr/>
          <a:lstStyle>
            <a:lvl1pPr>
              <a:defRPr sz="6035"/>
            </a:lvl1pPr>
            <a:lvl2pPr>
              <a:defRPr sz="5280"/>
            </a:lvl2pPr>
            <a:lvl3pPr>
              <a:defRPr sz="4525"/>
            </a:lvl3pPr>
            <a:lvl4pPr>
              <a:defRPr sz="3770"/>
            </a:lvl4pPr>
            <a:lvl5pPr>
              <a:defRPr sz="3770"/>
            </a:lvl5pPr>
            <a:lvl6pPr>
              <a:defRPr sz="3770"/>
            </a:lvl6pPr>
            <a:lvl7pPr>
              <a:defRPr sz="3770"/>
            </a:lvl7pPr>
            <a:lvl8pPr>
              <a:defRPr sz="3770"/>
            </a:lvl8pPr>
            <a:lvl9pPr>
              <a:defRPr sz="377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83789" y="4217194"/>
            <a:ext cx="7415953" cy="7812873"/>
          </a:xfrm>
        </p:spPr>
        <p:txBody>
          <a:bodyPr/>
          <a:lstStyle>
            <a:lvl1pPr marL="0" indent="0">
              <a:buNone/>
              <a:defRPr sz="3015"/>
            </a:lvl1pPr>
            <a:lvl2pPr marL="862330" indent="0">
              <a:buNone/>
              <a:defRPr sz="2640"/>
            </a:lvl2pPr>
            <a:lvl3pPr marL="1724660" indent="0">
              <a:buNone/>
              <a:defRPr sz="2265"/>
            </a:lvl3pPr>
            <a:lvl4pPr marL="2586990" indent="0">
              <a:buNone/>
              <a:defRPr sz="1885"/>
            </a:lvl4pPr>
            <a:lvl5pPr marL="3448685" indent="0">
              <a:buNone/>
              <a:defRPr sz="1885"/>
            </a:lvl5pPr>
            <a:lvl6pPr marL="4311015" indent="0">
              <a:buNone/>
              <a:defRPr sz="1885"/>
            </a:lvl6pPr>
            <a:lvl7pPr marL="5173345" indent="0">
              <a:buNone/>
              <a:defRPr sz="1885"/>
            </a:lvl7pPr>
            <a:lvl8pPr marL="6035675" indent="0">
              <a:buNone/>
              <a:defRPr sz="1885"/>
            </a:lvl8pPr>
            <a:lvl9pPr marL="6898005" indent="0">
              <a:buNone/>
              <a:defRPr sz="188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3789" y="937154"/>
            <a:ext cx="7415953" cy="3280040"/>
          </a:xfrm>
        </p:spPr>
        <p:txBody>
          <a:bodyPr anchor="b"/>
          <a:lstStyle>
            <a:lvl1pPr>
              <a:defRPr sz="60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75169" y="2023994"/>
            <a:ext cx="11640383" cy="9989803"/>
          </a:xfrm>
        </p:spPr>
        <p:txBody>
          <a:bodyPr anchor="t"/>
          <a:lstStyle>
            <a:lvl1pPr marL="0" indent="0">
              <a:buNone/>
              <a:defRPr sz="6035"/>
            </a:lvl1pPr>
            <a:lvl2pPr marL="862330" indent="0">
              <a:buNone/>
              <a:defRPr sz="5280"/>
            </a:lvl2pPr>
            <a:lvl3pPr marL="1724660" indent="0">
              <a:buNone/>
              <a:defRPr sz="4525"/>
            </a:lvl3pPr>
            <a:lvl4pPr marL="2586990" indent="0">
              <a:buNone/>
              <a:defRPr sz="3770"/>
            </a:lvl4pPr>
            <a:lvl5pPr marL="3448685" indent="0">
              <a:buNone/>
              <a:defRPr sz="3770"/>
            </a:lvl5pPr>
            <a:lvl6pPr marL="4311015" indent="0">
              <a:buNone/>
              <a:defRPr sz="3770"/>
            </a:lvl6pPr>
            <a:lvl7pPr marL="5173345" indent="0">
              <a:buNone/>
              <a:defRPr sz="3770"/>
            </a:lvl7pPr>
            <a:lvl8pPr marL="6035675" indent="0">
              <a:buNone/>
              <a:defRPr sz="3770"/>
            </a:lvl8pPr>
            <a:lvl9pPr marL="6898005" indent="0">
              <a:buNone/>
              <a:defRPr sz="377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83789" y="4217194"/>
            <a:ext cx="7415953" cy="7812873"/>
          </a:xfrm>
        </p:spPr>
        <p:txBody>
          <a:bodyPr/>
          <a:lstStyle>
            <a:lvl1pPr marL="0" indent="0">
              <a:buNone/>
              <a:defRPr sz="3015"/>
            </a:lvl1pPr>
            <a:lvl2pPr marL="862330" indent="0">
              <a:buNone/>
              <a:defRPr sz="2640"/>
            </a:lvl2pPr>
            <a:lvl3pPr marL="1724660" indent="0">
              <a:buNone/>
              <a:defRPr sz="2265"/>
            </a:lvl3pPr>
            <a:lvl4pPr marL="2586990" indent="0">
              <a:buNone/>
              <a:defRPr sz="1885"/>
            </a:lvl4pPr>
            <a:lvl5pPr marL="3448685" indent="0">
              <a:buNone/>
              <a:defRPr sz="1885"/>
            </a:lvl5pPr>
            <a:lvl6pPr marL="4311015" indent="0">
              <a:buNone/>
              <a:defRPr sz="1885"/>
            </a:lvl6pPr>
            <a:lvl7pPr marL="5173345" indent="0">
              <a:buNone/>
              <a:defRPr sz="1885"/>
            </a:lvl7pPr>
            <a:lvl8pPr marL="6035675" indent="0">
              <a:buNone/>
              <a:defRPr sz="1885"/>
            </a:lvl8pPr>
            <a:lvl9pPr marL="6898005" indent="0">
              <a:buNone/>
              <a:defRPr sz="188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454616" y="748422"/>
            <a:ext cx="4957941" cy="119129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80793" y="748422"/>
            <a:ext cx="14586406" cy="119129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1147405" y="3187800"/>
            <a:ext cx="9869256" cy="94453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11976458" y="3187800"/>
            <a:ext cx="9858173" cy="94453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2026/3/9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147405" y="1586521"/>
            <a:ext cx="20694015" cy="112384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2260862" y="5091625"/>
            <a:ext cx="18480679" cy="208830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2260862" y="7297996"/>
            <a:ext cx="18480679" cy="966671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80793" y="748423"/>
            <a:ext cx="19831764" cy="2717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0793" y="3742109"/>
            <a:ext cx="19831764" cy="8919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80793" y="13029047"/>
            <a:ext cx="5173504" cy="7484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6547" y="13029047"/>
            <a:ext cx="7760256" cy="7484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39053" y="13029047"/>
            <a:ext cx="5173504" cy="7484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1724660" rtl="0" eaLnBrk="1" latinLnBrk="0" hangingPunct="1">
        <a:lnSpc>
          <a:spcPct val="90000"/>
        </a:lnSpc>
        <a:spcBef>
          <a:spcPct val="0"/>
        </a:spcBef>
        <a:buNone/>
        <a:defRPr sz="8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165" indent="-431165" algn="l" defTabSz="1724660" rtl="0" eaLnBrk="1" latinLnBrk="0" hangingPunct="1">
        <a:lnSpc>
          <a:spcPct val="90000"/>
        </a:lnSpc>
        <a:spcBef>
          <a:spcPts val="1885"/>
        </a:spcBef>
        <a:buFont typeface="Arial" panose="020B0604020202020204" pitchFamily="34" charset="0"/>
        <a:buChar char="•"/>
        <a:defRPr sz="5280" kern="1200">
          <a:solidFill>
            <a:schemeClr val="tx1"/>
          </a:solidFill>
          <a:latin typeface="+mn-lt"/>
          <a:ea typeface="+mn-ea"/>
          <a:cs typeface="+mn-cs"/>
        </a:defRPr>
      </a:lvl1pPr>
      <a:lvl2pPr marL="1293495" indent="-431165" algn="l" defTabSz="1724660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4525" kern="1200">
          <a:solidFill>
            <a:schemeClr val="tx1"/>
          </a:solidFill>
          <a:latin typeface="+mn-lt"/>
          <a:ea typeface="+mn-ea"/>
          <a:cs typeface="+mn-cs"/>
        </a:defRPr>
      </a:lvl2pPr>
      <a:lvl3pPr marL="2155825" indent="-431165" algn="l" defTabSz="1724660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770" kern="1200">
          <a:solidFill>
            <a:schemeClr val="tx1"/>
          </a:solidFill>
          <a:latin typeface="+mn-lt"/>
          <a:ea typeface="+mn-ea"/>
          <a:cs typeface="+mn-cs"/>
        </a:defRPr>
      </a:lvl3pPr>
      <a:lvl4pPr marL="3017520" indent="-431165" algn="l" defTabSz="1724660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395" kern="1200">
          <a:solidFill>
            <a:schemeClr val="tx1"/>
          </a:solidFill>
          <a:latin typeface="+mn-lt"/>
          <a:ea typeface="+mn-ea"/>
          <a:cs typeface="+mn-cs"/>
        </a:defRPr>
      </a:lvl4pPr>
      <a:lvl5pPr marL="3879850" indent="-431165" algn="l" defTabSz="1724660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395" kern="1200">
          <a:solidFill>
            <a:schemeClr val="tx1"/>
          </a:solidFill>
          <a:latin typeface="+mn-lt"/>
          <a:ea typeface="+mn-ea"/>
          <a:cs typeface="+mn-cs"/>
        </a:defRPr>
      </a:lvl5pPr>
      <a:lvl6pPr marL="4742180" indent="-431165" algn="l" defTabSz="1724660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395" kern="1200">
          <a:solidFill>
            <a:schemeClr val="tx1"/>
          </a:solidFill>
          <a:latin typeface="+mn-lt"/>
          <a:ea typeface="+mn-ea"/>
          <a:cs typeface="+mn-cs"/>
        </a:defRPr>
      </a:lvl6pPr>
      <a:lvl7pPr marL="5604510" indent="-431165" algn="l" defTabSz="1724660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395" kern="1200">
          <a:solidFill>
            <a:schemeClr val="tx1"/>
          </a:solidFill>
          <a:latin typeface="+mn-lt"/>
          <a:ea typeface="+mn-ea"/>
          <a:cs typeface="+mn-cs"/>
        </a:defRPr>
      </a:lvl7pPr>
      <a:lvl8pPr marL="6466840" indent="-431165" algn="l" defTabSz="1724660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395" kern="1200">
          <a:solidFill>
            <a:schemeClr val="tx1"/>
          </a:solidFill>
          <a:latin typeface="+mn-lt"/>
          <a:ea typeface="+mn-ea"/>
          <a:cs typeface="+mn-cs"/>
        </a:defRPr>
      </a:lvl8pPr>
      <a:lvl9pPr marL="7329170" indent="-431165" algn="l" defTabSz="1724660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3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24660" rtl="0" eaLnBrk="1" latinLnBrk="0" hangingPunct="1">
        <a:defRPr sz="3395" kern="1200">
          <a:solidFill>
            <a:schemeClr val="tx1"/>
          </a:solidFill>
          <a:latin typeface="+mn-lt"/>
          <a:ea typeface="+mn-ea"/>
          <a:cs typeface="+mn-cs"/>
        </a:defRPr>
      </a:lvl1pPr>
      <a:lvl2pPr marL="862330" algn="l" defTabSz="1724660" rtl="0" eaLnBrk="1" latinLnBrk="0" hangingPunct="1">
        <a:defRPr sz="3395" kern="1200">
          <a:solidFill>
            <a:schemeClr val="tx1"/>
          </a:solidFill>
          <a:latin typeface="+mn-lt"/>
          <a:ea typeface="+mn-ea"/>
          <a:cs typeface="+mn-cs"/>
        </a:defRPr>
      </a:lvl2pPr>
      <a:lvl3pPr marL="1724660" algn="l" defTabSz="1724660" rtl="0" eaLnBrk="1" latinLnBrk="0" hangingPunct="1">
        <a:defRPr sz="3395" kern="1200">
          <a:solidFill>
            <a:schemeClr val="tx1"/>
          </a:solidFill>
          <a:latin typeface="+mn-lt"/>
          <a:ea typeface="+mn-ea"/>
          <a:cs typeface="+mn-cs"/>
        </a:defRPr>
      </a:lvl3pPr>
      <a:lvl4pPr marL="2586990" algn="l" defTabSz="1724660" rtl="0" eaLnBrk="1" latinLnBrk="0" hangingPunct="1">
        <a:defRPr sz="3395" kern="1200">
          <a:solidFill>
            <a:schemeClr val="tx1"/>
          </a:solidFill>
          <a:latin typeface="+mn-lt"/>
          <a:ea typeface="+mn-ea"/>
          <a:cs typeface="+mn-cs"/>
        </a:defRPr>
      </a:lvl4pPr>
      <a:lvl5pPr marL="3448685" algn="l" defTabSz="1724660" rtl="0" eaLnBrk="1" latinLnBrk="0" hangingPunct="1">
        <a:defRPr sz="3395" kern="1200">
          <a:solidFill>
            <a:schemeClr val="tx1"/>
          </a:solidFill>
          <a:latin typeface="+mn-lt"/>
          <a:ea typeface="+mn-ea"/>
          <a:cs typeface="+mn-cs"/>
        </a:defRPr>
      </a:lvl5pPr>
      <a:lvl6pPr marL="4311015" algn="l" defTabSz="1724660" rtl="0" eaLnBrk="1" latinLnBrk="0" hangingPunct="1">
        <a:defRPr sz="3395" kern="1200">
          <a:solidFill>
            <a:schemeClr val="tx1"/>
          </a:solidFill>
          <a:latin typeface="+mn-lt"/>
          <a:ea typeface="+mn-ea"/>
          <a:cs typeface="+mn-cs"/>
        </a:defRPr>
      </a:lvl6pPr>
      <a:lvl7pPr marL="5173345" algn="l" defTabSz="1724660" rtl="0" eaLnBrk="1" latinLnBrk="0" hangingPunct="1">
        <a:defRPr sz="3395" kern="1200">
          <a:solidFill>
            <a:schemeClr val="tx1"/>
          </a:solidFill>
          <a:latin typeface="+mn-lt"/>
          <a:ea typeface="+mn-ea"/>
          <a:cs typeface="+mn-cs"/>
        </a:defRPr>
      </a:lvl7pPr>
      <a:lvl8pPr marL="6035675" algn="l" defTabSz="1724660" rtl="0" eaLnBrk="1" latinLnBrk="0" hangingPunct="1">
        <a:defRPr sz="3395" kern="1200">
          <a:solidFill>
            <a:schemeClr val="tx1"/>
          </a:solidFill>
          <a:latin typeface="+mn-lt"/>
          <a:ea typeface="+mn-ea"/>
          <a:cs typeface="+mn-cs"/>
        </a:defRPr>
      </a:lvl8pPr>
      <a:lvl9pPr marL="6898005" algn="l" defTabSz="1724660" rtl="0" eaLnBrk="1" latinLnBrk="0" hangingPunct="1">
        <a:defRPr sz="33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1"/>
          <p:cNvSpPr/>
          <p:nvPr/>
        </p:nvSpPr>
        <p:spPr>
          <a:xfrm>
            <a:off x="1328249" y="4160993"/>
            <a:ext cx="4644000" cy="953637"/>
          </a:xfrm>
          <a:prstGeom prst="rect">
            <a:avLst/>
          </a:prstGeom>
          <a:solidFill>
            <a:schemeClr val="accent1">
              <a:lumMod val="20000"/>
              <a:lumOff val="80000"/>
              <a:alpha val="27738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4" name="TextBox 3"/>
          <p:cNvSpPr txBox="1"/>
          <p:nvPr/>
        </p:nvSpPr>
        <p:spPr>
          <a:xfrm>
            <a:off x="2644851" y="5175374"/>
            <a:ext cx="1998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>
                <a:ea typeface="Microsoft YaHei UI" panose="020B0503020204020204" pitchFamily="34" charset="-122"/>
              </a:rPr>
              <a:t>Syntax Rule Violation</a:t>
            </a:r>
          </a:p>
        </p:txBody>
      </p:sp>
      <p:sp>
        <p:nvSpPr>
          <p:cNvPr id="8" name="bg1"/>
          <p:cNvSpPr/>
          <p:nvPr/>
        </p:nvSpPr>
        <p:spPr>
          <a:xfrm>
            <a:off x="6135937" y="3467082"/>
            <a:ext cx="4644000" cy="1680653"/>
          </a:xfrm>
          <a:prstGeom prst="rect">
            <a:avLst/>
          </a:prstGeom>
          <a:solidFill>
            <a:schemeClr val="accent1">
              <a:lumMod val="20000"/>
              <a:lumOff val="80000"/>
              <a:alpha val="27738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12" name="TextBox 11"/>
          <p:cNvSpPr txBox="1"/>
          <p:nvPr/>
        </p:nvSpPr>
        <p:spPr>
          <a:xfrm>
            <a:off x="8160240" y="5175374"/>
            <a:ext cx="10472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>
                <a:ea typeface="Microsoft YaHei UI" panose="020B0503020204020204" pitchFamily="34" charset="-122"/>
              </a:rPr>
              <a:t>Type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49472" y="5175374"/>
            <a:ext cx="20708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i="1" dirty="0">
                <a:ea typeface="Microsoft YaHei UI" panose="020B0503020204020204" pitchFamily="34" charset="-122"/>
              </a:rPr>
              <a:t>Declaration Mismatch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35231" y="9082868"/>
            <a:ext cx="21989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i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Undefined Symbols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5420" y="9082868"/>
            <a:ext cx="2498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i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Duplicated Definitions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91339" y="9082868"/>
            <a:ext cx="19228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i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Header File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943" y="1532529"/>
            <a:ext cx="491673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Java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623" y="4555367"/>
            <a:ext cx="461729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C++</a:t>
            </a:r>
          </a:p>
        </p:txBody>
      </p:sp>
      <p:sp>
        <p:nvSpPr>
          <p:cNvPr id="23" name="bg1"/>
          <p:cNvSpPr/>
          <p:nvPr/>
        </p:nvSpPr>
        <p:spPr>
          <a:xfrm>
            <a:off x="1346160" y="1345588"/>
            <a:ext cx="4644000" cy="982227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25" name="bg1"/>
          <p:cNvSpPr/>
          <p:nvPr/>
        </p:nvSpPr>
        <p:spPr>
          <a:xfrm>
            <a:off x="6135937" y="1327299"/>
            <a:ext cx="4644000" cy="2037977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26" name="bg1"/>
          <p:cNvSpPr/>
          <p:nvPr/>
        </p:nvSpPr>
        <p:spPr>
          <a:xfrm>
            <a:off x="10981743" y="1327300"/>
            <a:ext cx="4644000" cy="918718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27" name="bg1"/>
          <p:cNvSpPr/>
          <p:nvPr/>
        </p:nvSpPr>
        <p:spPr>
          <a:xfrm>
            <a:off x="10959971" y="3296100"/>
            <a:ext cx="4644000" cy="1847656"/>
          </a:xfrm>
          <a:prstGeom prst="rect">
            <a:avLst/>
          </a:prstGeom>
          <a:solidFill>
            <a:schemeClr val="accent1">
              <a:lumMod val="20000"/>
              <a:lumOff val="80000"/>
              <a:alpha val="27738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28" name="bg1"/>
          <p:cNvSpPr/>
          <p:nvPr/>
        </p:nvSpPr>
        <p:spPr>
          <a:xfrm>
            <a:off x="1315565" y="5691580"/>
            <a:ext cx="4644000" cy="972046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29" name="bg1"/>
          <p:cNvSpPr/>
          <p:nvPr/>
        </p:nvSpPr>
        <p:spPr>
          <a:xfrm>
            <a:off x="1322930" y="7340683"/>
            <a:ext cx="4644000" cy="1664208"/>
          </a:xfrm>
          <a:prstGeom prst="rect">
            <a:avLst/>
          </a:prstGeom>
          <a:solidFill>
            <a:schemeClr val="accent1">
              <a:lumMod val="20000"/>
              <a:lumOff val="80000"/>
              <a:alpha val="27738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30" name="bg1"/>
          <p:cNvSpPr/>
          <p:nvPr/>
        </p:nvSpPr>
        <p:spPr>
          <a:xfrm>
            <a:off x="6117695" y="5691930"/>
            <a:ext cx="4644000" cy="1169551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31" name="bg1"/>
          <p:cNvSpPr/>
          <p:nvPr/>
        </p:nvSpPr>
        <p:spPr>
          <a:xfrm>
            <a:off x="6117694" y="7676366"/>
            <a:ext cx="4644000" cy="1319324"/>
          </a:xfrm>
          <a:prstGeom prst="rect">
            <a:avLst/>
          </a:prstGeom>
          <a:solidFill>
            <a:schemeClr val="accent1">
              <a:lumMod val="20000"/>
              <a:lumOff val="80000"/>
              <a:alpha val="27738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32" name="bg1"/>
          <p:cNvSpPr/>
          <p:nvPr/>
        </p:nvSpPr>
        <p:spPr>
          <a:xfrm>
            <a:off x="10961565" y="5705628"/>
            <a:ext cx="4644000" cy="1363934"/>
          </a:xfrm>
          <a:prstGeom prst="rect">
            <a:avLst/>
          </a:prstGeom>
          <a:solidFill>
            <a:schemeClr val="accent2">
              <a:lumMod val="20000"/>
              <a:lumOff val="80000"/>
              <a:alpha val="42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33" name="bg1"/>
          <p:cNvSpPr/>
          <p:nvPr/>
        </p:nvSpPr>
        <p:spPr>
          <a:xfrm>
            <a:off x="10961564" y="7306123"/>
            <a:ext cx="4644000" cy="1680653"/>
          </a:xfrm>
          <a:prstGeom prst="rect">
            <a:avLst/>
          </a:prstGeom>
          <a:solidFill>
            <a:schemeClr val="accent1">
              <a:lumMod val="20000"/>
              <a:lumOff val="80000"/>
              <a:alpha val="27738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6" name="文本框 5"/>
          <p:cNvSpPr txBox="1"/>
          <p:nvPr/>
        </p:nvSpPr>
        <p:spPr>
          <a:xfrm>
            <a:off x="1332626" y="4189961"/>
            <a:ext cx="4105538" cy="8865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ToStringBuilder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ToStringBuilder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 void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*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obj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zh-CN" altLang="en-US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std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 dirty="0" err="1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type_info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&amp;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type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</a:t>
            </a:r>
            <a:r>
              <a:rPr lang="en-US" altLang="zh-CN" sz="1400" dirty="0" err="1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typeid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*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 dirty="0" err="1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typeName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 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ReflectionUtils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getSimpleName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type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);</a:t>
            </a:r>
          </a:p>
          <a:p>
            <a:pPr>
              <a:lnSpc>
                <a:spcPts val="1100"/>
              </a:lnSpc>
            </a:pP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346292" y="1360456"/>
            <a:ext cx="410991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</a:t>
            </a:r>
            <a:r>
              <a:rPr lang="zh-CN" altLang="en-US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ToStringBuilder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Object</a:t>
            </a:r>
            <a:r>
              <a:rPr lang="zh-CN" altLang="en-US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Preconditions</a:t>
            </a:r>
            <a:r>
              <a:rPr lang="en-US" altLang="zh-CN" sz="1400" dirty="0" err="1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notNull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, 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"Object must not be null"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).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getClass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().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getSimpleName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());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180499" y="1299122"/>
            <a:ext cx="467798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</a:t>
            </a:r>
            <a:r>
              <a:rPr lang="zh-CN" altLang="en-US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boolean</a:t>
            </a:r>
            <a:r>
              <a:rPr lang="zh-CN" altLang="en-US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equals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Object</a:t>
            </a:r>
            <a:r>
              <a:rPr lang="zh-CN" altLang="en-US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  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if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(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</a:t>
            </a:r>
            <a:r>
              <a:rPr lang="zh-CN" altLang="en-US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 err="1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instanceof</a:t>
            </a:r>
            <a:r>
              <a:rPr lang="zh-CN" altLang="en-US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       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</a:t>
            </a:r>
            <a:r>
              <a:rPr lang="zh-CN" altLang="en-US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that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(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      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 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LangUtils</a:t>
            </a:r>
            <a:r>
              <a:rPr lang="en-US" altLang="zh-CN" sz="1400" dirty="0" err="1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equals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 err="1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400" dirty="0" err="1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getName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(), </a:t>
            </a:r>
            <a:r>
              <a:rPr lang="en-US" altLang="zh-CN" sz="1400" dirty="0" err="1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that</a:t>
            </a:r>
            <a:r>
              <a:rPr lang="en-US" altLang="zh-CN" sz="1400" dirty="0" err="1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getName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())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&amp;&amp;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LangUtils</a:t>
            </a:r>
            <a:r>
              <a:rPr lang="en-US" altLang="zh-CN" sz="1400" dirty="0" err="1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equals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 err="1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400" dirty="0" err="1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1400" dirty="0" err="1">
                <a:solidFill>
                  <a:srgbClr val="17181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cookieDomain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, </a:t>
            </a:r>
            <a:r>
              <a:rPr lang="en-US" altLang="zh-CN" sz="1400" dirty="0" err="1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that</a:t>
            </a:r>
            <a:r>
              <a:rPr lang="en-US" altLang="zh-CN" sz="1400" dirty="0" err="1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1400" dirty="0" err="1">
                <a:solidFill>
                  <a:srgbClr val="17181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cookieDomain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&amp;&amp;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LangUtils</a:t>
            </a:r>
            <a:r>
              <a:rPr lang="en-US" altLang="zh-CN" sz="1400" dirty="0" err="1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equals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 err="1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400" dirty="0" err="1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1400" dirty="0" err="1">
                <a:solidFill>
                  <a:srgbClr val="17181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cookiePath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, </a:t>
            </a:r>
            <a:r>
              <a:rPr lang="en-US" altLang="zh-CN" sz="1400" dirty="0" err="1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that</a:t>
            </a:r>
            <a:r>
              <a:rPr lang="en-US" altLang="zh-CN" sz="1400" dirty="0" err="1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1400" dirty="0" err="1">
                <a:solidFill>
                  <a:srgbClr val="17181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cookiePath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}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else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 </a:t>
            </a:r>
            <a:r>
              <a:rPr lang="en-US" altLang="zh-CN" sz="1400" dirty="0">
                <a:solidFill>
                  <a:srgbClr val="175CE6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false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}}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203297" y="3515922"/>
            <a:ext cx="508000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bool</a:t>
            </a:r>
            <a:r>
              <a:rPr lang="zh-CN" altLang="en-US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 dirty="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equals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 void*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Cookie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*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that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</a:t>
            </a:r>
            <a:r>
              <a:rPr lang="en-US" altLang="zh-CN" sz="1400" dirty="0" err="1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static_cast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Cookie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*&gt;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(obj);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 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LangUtils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 dirty="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equals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-&gt;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getName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(), 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that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-&gt;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getName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())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&amp;&amp;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LangUtils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 dirty="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equals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-&gt;</a:t>
            </a:r>
            <a:r>
              <a:rPr lang="en-US" altLang="zh-CN" sz="1400" dirty="0" err="1">
                <a:solidFill>
                  <a:srgbClr val="17181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cookieDomain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, 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       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that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-&gt;</a:t>
            </a:r>
            <a:r>
              <a:rPr lang="en-US" altLang="zh-CN" sz="1400" dirty="0" err="1">
                <a:solidFill>
                  <a:srgbClr val="17181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cookieDomain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&amp;&amp;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LangUtils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 dirty="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equals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-&gt;</a:t>
            </a:r>
            <a:r>
              <a:rPr lang="en-US" altLang="zh-CN" sz="1400" dirty="0" err="1">
                <a:solidFill>
                  <a:srgbClr val="17181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cookiePath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, 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that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-&gt;</a:t>
            </a:r>
            <a:r>
              <a:rPr lang="en-US" altLang="zh-CN" sz="1400" dirty="0" err="1">
                <a:solidFill>
                  <a:srgbClr val="17181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cookiePath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346160" y="5709519"/>
            <a:ext cx="424922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 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int 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compareTo</a:t>
            </a:r>
            <a:r>
              <a:rPr lang="en-US" altLang="zh-CN" sz="1400" dirty="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Delayed 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other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if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(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other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==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{</a:t>
            </a:r>
            <a:r>
              <a:rPr lang="zh-CN" altLang="en-US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 </a:t>
            </a:r>
            <a:r>
              <a:rPr lang="en-US" altLang="zh-CN" sz="1400" dirty="0">
                <a:solidFill>
                  <a:srgbClr val="E54595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0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  <a:r>
              <a:rPr lang="zh-CN" altLang="en-US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 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     ...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346796" y="7409828"/>
            <a:ext cx="4067872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int 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DelegatingScheduler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ScheduledCompletableFuture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compareTo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 err="1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std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shared_ptr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Delayed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&gt;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&amp;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other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if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(</a:t>
            </a:r>
            <a:r>
              <a:rPr lang="en-US" altLang="zh-CN" sz="1400" dirty="0" err="1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other</a:t>
            </a:r>
            <a:r>
              <a:rPr lang="en-US" altLang="zh-CN" sz="1400" dirty="0" err="1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get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==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{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</a:t>
            </a:r>
            <a:r>
              <a:rPr lang="en-US" altLang="zh-CN" sz="1400" dirty="0">
                <a:solidFill>
                  <a:srgbClr val="E54595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0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 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   …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092956" y="7610694"/>
            <a:ext cx="331279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class</a:t>
            </a:r>
            <a:r>
              <a:rPr lang="zh-CN" altLang="en-US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Header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 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NameValuePair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private: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bool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 err="1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isAutogenerated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public: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bool 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isAutogenerated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};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133261" y="5660366"/>
            <a:ext cx="413493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 class 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Header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extends </a:t>
            </a:r>
            <a:r>
              <a:rPr lang="en-US" altLang="zh-CN" sz="1400" dirty="0" err="1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NameValuePair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private</a:t>
            </a:r>
            <a:r>
              <a:rPr lang="zh-CN" altLang="en-US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boolean</a:t>
            </a:r>
            <a:r>
              <a:rPr lang="zh-CN" altLang="en-US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 err="1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isAutogenerated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</a:t>
            </a:r>
            <a:r>
              <a:rPr lang="en-US" altLang="zh-CN" sz="1400" dirty="0">
                <a:solidFill>
                  <a:srgbClr val="175CE6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false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</a:t>
            </a:r>
            <a:r>
              <a:rPr lang="zh-CN" altLang="en-US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boolean</a:t>
            </a:r>
            <a:r>
              <a:rPr lang="zh-CN" altLang="en-US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isAutogenerated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 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 err="1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isAutogenerated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}}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10940129" y="5697706"/>
            <a:ext cx="466543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 class 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ExecutionAttemptedEvent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&gt; </a:t>
            </a:r>
            <a:r>
              <a:rPr lang="en-US" altLang="zh-CN" sz="1400" dirty="0" err="1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extendsExecutionEvent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{</a:t>
            </a:r>
            <a:endParaRPr lang="en-US" altLang="zh-CN" sz="1400" dirty="0">
              <a:solidFill>
                <a:srgbClr val="4DA621"/>
              </a:solidFill>
              <a:latin typeface="Times New Roman" panose="02020603050405020304" charset="0"/>
              <a:ea typeface="霞鹜文楷等宽" panose="02020509000000000000" charset="-122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  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 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String 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toString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 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 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 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</a:t>
            </a:r>
            <a:r>
              <a:rPr lang="en-US" altLang="zh-CN" sz="1400" dirty="0" err="1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ExecutionAttemptedEvent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["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+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"result="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+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result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+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", exception="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+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exception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+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']'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10931238" y="7339623"/>
            <a:ext cx="4968045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#</a:t>
            </a:r>
            <a:r>
              <a:rPr lang="en-US" altLang="zh-CN" sz="1400" dirty="0" err="1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include</a:t>
            </a:r>
            <a:r>
              <a:rPr lang="en-US" altLang="zh-CN" sz="1400" dirty="0" err="1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"ExecutionAttemptedEvent.h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template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</a:t>
            </a:r>
            <a:r>
              <a:rPr lang="en-US" altLang="zh-CN" sz="1400" dirty="0" err="1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typename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&gt;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std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 dirty="0" err="1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stringExecutionAttemptedEvent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&gt;::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toString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std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 dirty="0" err="1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ostringstream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 err="1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oss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 dirty="0" err="1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oss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&lt;&lt;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</a:t>
            </a:r>
            <a:r>
              <a:rPr lang="en-US" altLang="zh-CN" sz="1400" dirty="0" err="1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ExecutionAttemptedEvent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["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&lt;&lt;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"result="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&lt;&lt;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result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&lt;&lt;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", exception="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&lt;&lt;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(exception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?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"exception_</a:t>
            </a:r>
            <a:r>
              <a:rPr lang="en-US" altLang="zh-CN" sz="1400" dirty="0" err="1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ptr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</a:t>
            </a:r>
            <a:r>
              <a:rPr lang="en-US" altLang="zh-CN" sz="1400" dirty="0" err="1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nullptr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") 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&lt;&lt;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']'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 </a:t>
            </a:r>
            <a:r>
              <a:rPr lang="en-US" altLang="zh-CN" sz="1400" dirty="0" err="1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oss</a:t>
            </a:r>
            <a:r>
              <a:rPr lang="en-US" altLang="zh-CN" sz="1400" dirty="0" err="1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1400" dirty="0" err="1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str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002301" y="1345287"/>
            <a:ext cx="400323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 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int </a:t>
            </a:r>
            <a:r>
              <a:rPr lang="en-US" altLang="zh-CN" sz="1400" dirty="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compare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Object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o1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, 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Object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o2</a:t>
            </a: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   …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0953765" y="3334226"/>
            <a:ext cx="454637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dirty="0" err="1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Cookie.h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class</a:t>
            </a:r>
            <a:r>
              <a:rPr lang="zh-CN" altLang="en-US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static</a:t>
            </a:r>
            <a:r>
              <a:rPr lang="zh-CN" altLang="en-US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bool</a:t>
            </a:r>
            <a:r>
              <a:rPr lang="zh-CN" altLang="en-US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compare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zh-CN" altLang="en-US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*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o1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, 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zh-CN" altLang="en-US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*</a:t>
            </a:r>
            <a:r>
              <a:rPr lang="en-US" altLang="zh-CN" sz="1400" dirty="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o2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);</a:t>
            </a:r>
            <a:r>
              <a:rPr lang="zh-CN" altLang="en-US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</a:t>
            </a:r>
            <a:endParaRPr lang="en-US" altLang="zh-CN" sz="1400" dirty="0">
              <a:latin typeface="Times New Roman" panose="02020603050405020304" charset="0"/>
              <a:ea typeface="霞鹜文楷等宽" panose="02020509000000000000" charset="-122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  <a:p>
            <a:pPr>
              <a:lnSpc>
                <a:spcPct val="100000"/>
              </a:lnSpc>
            </a:pPr>
            <a:r>
              <a:rPr lang="en-US" altLang="zh-CN" sz="1400" dirty="0" err="1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Cookie.cpp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 dirty="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compare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 dirty="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Cookie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*</a:t>
            </a: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other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){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...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0423" y="6045374"/>
            <a:ext cx="491673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Java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2103" y="7864177"/>
            <a:ext cx="461729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C++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1766" y="8525912"/>
            <a:ext cx="2196000" cy="252000"/>
          </a:xfrm>
          <a:prstGeom prst="rect">
            <a:avLst/>
          </a:prstGeom>
          <a:solidFill>
            <a:srgbClr val="FF0000">
              <a:alpha val="1479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6351766" y="8074465"/>
            <a:ext cx="2196000" cy="252000"/>
          </a:xfrm>
          <a:prstGeom prst="rect">
            <a:avLst/>
          </a:prstGeom>
          <a:solidFill>
            <a:srgbClr val="FF0000">
              <a:alpha val="1479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748768" y="7892554"/>
            <a:ext cx="779780" cy="252000"/>
          </a:xfrm>
          <a:prstGeom prst="rect">
            <a:avLst/>
          </a:prstGeom>
          <a:solidFill>
            <a:srgbClr val="FF0000">
              <a:alpha val="1479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12238691" y="4451201"/>
            <a:ext cx="1620000" cy="252000"/>
          </a:xfrm>
          <a:prstGeom prst="rect">
            <a:avLst/>
          </a:prstGeom>
          <a:solidFill>
            <a:srgbClr val="FF0000">
              <a:alpha val="1479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12565180" y="3806933"/>
            <a:ext cx="2592000" cy="252000"/>
          </a:xfrm>
          <a:prstGeom prst="rect">
            <a:avLst/>
          </a:prstGeom>
          <a:solidFill>
            <a:srgbClr val="FF0000">
              <a:alpha val="1479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11221734" y="8004663"/>
            <a:ext cx="1548000" cy="252000"/>
          </a:xfrm>
          <a:prstGeom prst="rect">
            <a:avLst/>
          </a:prstGeom>
          <a:solidFill>
            <a:srgbClr val="FF0000">
              <a:alpha val="1479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38"/>
          <p:cNvSpPr/>
          <p:nvPr/>
        </p:nvSpPr>
        <p:spPr>
          <a:xfrm>
            <a:off x="3637643" y="4458722"/>
            <a:ext cx="996315" cy="252000"/>
          </a:xfrm>
          <a:prstGeom prst="rect">
            <a:avLst/>
          </a:prstGeom>
          <a:solidFill>
            <a:srgbClr val="FF0000">
              <a:alpha val="1479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38"/>
          <p:cNvSpPr/>
          <p:nvPr/>
        </p:nvSpPr>
        <p:spPr>
          <a:xfrm>
            <a:off x="6406188" y="3983915"/>
            <a:ext cx="4391788" cy="927238"/>
          </a:xfrm>
          <a:prstGeom prst="rect">
            <a:avLst/>
          </a:prstGeom>
          <a:solidFill>
            <a:srgbClr val="FF0000">
              <a:alpha val="1479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ular Callout 42">
            <a:extLst>
              <a:ext uri="{FF2B5EF4-FFF2-40B4-BE49-F238E27FC236}">
                <a16:creationId xmlns:a16="http://schemas.microsoft.com/office/drawing/2014/main" id="{CFC529B7-1B07-E792-2BDA-D03673E6CC89}"/>
              </a:ext>
            </a:extLst>
          </p:cNvPr>
          <p:cNvSpPr/>
          <p:nvPr/>
        </p:nvSpPr>
        <p:spPr>
          <a:xfrm>
            <a:off x="1346160" y="3521234"/>
            <a:ext cx="3507894" cy="455242"/>
          </a:xfrm>
          <a:prstGeom prst="wedgeRectCallout">
            <a:avLst>
              <a:gd name="adj1" fmla="val 38235"/>
              <a:gd name="adj2" fmla="val 15113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i="1" dirty="0">
                <a:solidFill>
                  <a:schemeClr val="tx1"/>
                </a:solidFill>
              </a:rPr>
              <a:t>A void pointer cannot be dereferenced.</a:t>
            </a:r>
          </a:p>
        </p:txBody>
      </p:sp>
      <p:sp>
        <p:nvSpPr>
          <p:cNvPr id="49" name="Rectangular Callout 48">
            <a:extLst>
              <a:ext uri="{FF2B5EF4-FFF2-40B4-BE49-F238E27FC236}">
                <a16:creationId xmlns:a16="http://schemas.microsoft.com/office/drawing/2014/main" id="{47EC71A5-664C-BD20-3AC3-18499BB20482}"/>
              </a:ext>
            </a:extLst>
          </p:cNvPr>
          <p:cNvSpPr/>
          <p:nvPr/>
        </p:nvSpPr>
        <p:spPr>
          <a:xfrm>
            <a:off x="1479884" y="2453530"/>
            <a:ext cx="3911047" cy="691376"/>
          </a:xfrm>
          <a:prstGeom prst="wedgeRectCallout">
            <a:avLst>
              <a:gd name="adj1" fmla="val 124747"/>
              <a:gd name="adj2" fmla="val 19307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i="1" dirty="0" err="1">
                <a:solidFill>
                  <a:schemeClr val="tx1"/>
                </a:solidFill>
              </a:rPr>
              <a:t>LangUtils</a:t>
            </a:r>
            <a:r>
              <a:rPr lang="en-US" altLang="zh-CN" sz="1600" i="1" dirty="0">
                <a:solidFill>
                  <a:schemeClr val="tx1"/>
                </a:solidFill>
              </a:rPr>
              <a:t>::equals expects const void* arguments. No viable conversion from 'std::string' to 'const void*‘.</a:t>
            </a:r>
          </a:p>
        </p:txBody>
      </p:sp>
      <p:sp>
        <p:nvSpPr>
          <p:cNvPr id="50" name="Rectangular Callout 49">
            <a:extLst>
              <a:ext uri="{FF2B5EF4-FFF2-40B4-BE49-F238E27FC236}">
                <a16:creationId xmlns:a16="http://schemas.microsoft.com/office/drawing/2014/main" id="{325101AD-96D8-B554-A708-9134518FEA82}"/>
              </a:ext>
            </a:extLst>
          </p:cNvPr>
          <p:cNvSpPr/>
          <p:nvPr/>
        </p:nvSpPr>
        <p:spPr>
          <a:xfrm>
            <a:off x="11002301" y="2416790"/>
            <a:ext cx="3293063" cy="617524"/>
          </a:xfrm>
          <a:prstGeom prst="wedgeRectCallout">
            <a:avLst>
              <a:gd name="adj1" fmla="val 28584"/>
              <a:gd name="adj2" fmla="val 17463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i="1" dirty="0">
                <a:solidFill>
                  <a:schemeClr val="tx1"/>
                </a:solidFill>
              </a:rPr>
              <a:t>Mismatched method declaration and implementation</a:t>
            </a:r>
          </a:p>
        </p:txBody>
      </p:sp>
      <p:sp>
        <p:nvSpPr>
          <p:cNvPr id="51" name="Rectangular Callout 50">
            <a:extLst>
              <a:ext uri="{FF2B5EF4-FFF2-40B4-BE49-F238E27FC236}">
                <a16:creationId xmlns:a16="http://schemas.microsoft.com/office/drawing/2014/main" id="{C3562386-E3B3-AFA7-C466-5D37DF1D4259}"/>
              </a:ext>
            </a:extLst>
          </p:cNvPr>
          <p:cNvSpPr/>
          <p:nvPr/>
        </p:nvSpPr>
        <p:spPr>
          <a:xfrm>
            <a:off x="1315565" y="6802129"/>
            <a:ext cx="2472821" cy="438289"/>
          </a:xfrm>
          <a:prstGeom prst="wedgeRectCallout">
            <a:avLst>
              <a:gd name="adj1" fmla="val 55468"/>
              <a:gd name="adj2" fmla="val 21713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i="1" dirty="0">
                <a:solidFill>
                  <a:schemeClr val="tx1"/>
                </a:solidFill>
              </a:rPr>
              <a:t>`Delayed`</a:t>
            </a:r>
            <a:r>
              <a:rPr lang="zh-CN" altLang="en-US" sz="1600" i="1" dirty="0">
                <a:solidFill>
                  <a:schemeClr val="tx1"/>
                </a:solidFill>
              </a:rPr>
              <a:t> </a:t>
            </a:r>
            <a:r>
              <a:rPr lang="en-US" altLang="zh-CN" sz="1600" i="1" dirty="0">
                <a:solidFill>
                  <a:schemeClr val="tx1"/>
                </a:solidFill>
              </a:rPr>
              <a:t>undefined</a:t>
            </a:r>
          </a:p>
        </p:txBody>
      </p:sp>
      <p:sp>
        <p:nvSpPr>
          <p:cNvPr id="52" name="Rectangular Callout 51">
            <a:extLst>
              <a:ext uri="{FF2B5EF4-FFF2-40B4-BE49-F238E27FC236}">
                <a16:creationId xmlns:a16="http://schemas.microsoft.com/office/drawing/2014/main" id="{78A70FB1-DE62-5A57-0E6B-BE99F488E44F}"/>
              </a:ext>
            </a:extLst>
          </p:cNvPr>
          <p:cNvSpPr/>
          <p:nvPr/>
        </p:nvSpPr>
        <p:spPr>
          <a:xfrm>
            <a:off x="6117694" y="6962121"/>
            <a:ext cx="1706612" cy="509007"/>
          </a:xfrm>
          <a:prstGeom prst="wedgeRectCallout">
            <a:avLst>
              <a:gd name="adj1" fmla="val 49726"/>
              <a:gd name="adj2" fmla="val 17723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i="1" dirty="0" err="1">
                <a:solidFill>
                  <a:schemeClr val="tx1"/>
                </a:solidFill>
              </a:rPr>
              <a:t>isAutogenerated</a:t>
            </a:r>
            <a:r>
              <a:rPr lang="en-US" altLang="zh-CN" sz="1600" i="1" dirty="0">
                <a:solidFill>
                  <a:schemeClr val="tx1"/>
                </a:solidFill>
              </a:rPr>
              <a:t> redefined</a:t>
            </a:r>
          </a:p>
        </p:txBody>
      </p:sp>
      <p:sp>
        <p:nvSpPr>
          <p:cNvPr id="53" name="Rectangular Callout 52">
            <a:extLst>
              <a:ext uri="{FF2B5EF4-FFF2-40B4-BE49-F238E27FC236}">
                <a16:creationId xmlns:a16="http://schemas.microsoft.com/office/drawing/2014/main" id="{15EB2C9D-28FE-E0E7-605D-241F4C352A9F}"/>
              </a:ext>
            </a:extLst>
          </p:cNvPr>
          <p:cNvSpPr/>
          <p:nvPr/>
        </p:nvSpPr>
        <p:spPr>
          <a:xfrm>
            <a:off x="7885356" y="6962121"/>
            <a:ext cx="2864836" cy="561395"/>
          </a:xfrm>
          <a:prstGeom prst="wedgeRectCallout">
            <a:avLst>
              <a:gd name="adj1" fmla="val 65632"/>
              <a:gd name="adj2" fmla="val 17646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i="1" dirty="0">
                <a:solidFill>
                  <a:schemeClr val="tx1"/>
                </a:solidFill>
              </a:rPr>
              <a:t>Missing Header file </a:t>
            </a:r>
            <a:r>
              <a:rPr lang="en-US" altLang="zh-CN" sz="1600" i="1" dirty="0" err="1">
                <a:solidFill>
                  <a:schemeClr val="tx1"/>
                </a:solidFill>
              </a:rPr>
              <a:t>sstream.h</a:t>
            </a:r>
            <a:endParaRPr lang="en-US" altLang="zh-CN" sz="1600" i="1" dirty="0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83EEAAF-ADE4-2B06-BCF7-8F35F98496A9}"/>
              </a:ext>
            </a:extLst>
          </p:cNvPr>
          <p:cNvSpPr/>
          <p:nvPr/>
        </p:nvSpPr>
        <p:spPr>
          <a:xfrm>
            <a:off x="1315565" y="1299123"/>
            <a:ext cx="4716535" cy="421480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7B63A53-AEDA-C073-CB19-FFEA35389B6A}"/>
              </a:ext>
            </a:extLst>
          </p:cNvPr>
          <p:cNvSpPr/>
          <p:nvPr/>
        </p:nvSpPr>
        <p:spPr>
          <a:xfrm>
            <a:off x="6085214" y="1294824"/>
            <a:ext cx="4716535" cy="421480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0CBBDAF-A7CB-9F31-8C0D-7473C6160FEF}"/>
              </a:ext>
            </a:extLst>
          </p:cNvPr>
          <p:cNvSpPr/>
          <p:nvPr/>
        </p:nvSpPr>
        <p:spPr>
          <a:xfrm>
            <a:off x="10933728" y="1309781"/>
            <a:ext cx="4716535" cy="421480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621F0FF-389B-7A1A-153B-C2E672953886}"/>
              </a:ext>
            </a:extLst>
          </p:cNvPr>
          <p:cNvSpPr/>
          <p:nvPr/>
        </p:nvSpPr>
        <p:spPr>
          <a:xfrm>
            <a:off x="1287728" y="5638931"/>
            <a:ext cx="4716535" cy="37718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6531BC5-7926-6E12-A4D7-471A55576863}"/>
              </a:ext>
            </a:extLst>
          </p:cNvPr>
          <p:cNvSpPr/>
          <p:nvPr/>
        </p:nvSpPr>
        <p:spPr>
          <a:xfrm>
            <a:off x="6081441" y="5634632"/>
            <a:ext cx="4716535" cy="37718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65F6969-0633-27A2-43CE-E8F056B77F71}"/>
              </a:ext>
            </a:extLst>
          </p:cNvPr>
          <p:cNvSpPr/>
          <p:nvPr/>
        </p:nvSpPr>
        <p:spPr>
          <a:xfrm>
            <a:off x="10893859" y="5649589"/>
            <a:ext cx="4716535" cy="37718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1"/>
          <p:cNvSpPr/>
          <p:nvPr/>
        </p:nvSpPr>
        <p:spPr>
          <a:xfrm>
            <a:off x="1159662" y="7399851"/>
            <a:ext cx="3371969" cy="16806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4" name="TextBox 3"/>
          <p:cNvSpPr txBox="1"/>
          <p:nvPr/>
        </p:nvSpPr>
        <p:spPr>
          <a:xfrm>
            <a:off x="1911479" y="9263952"/>
            <a:ext cx="1614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Syntax Rule Violation</a:t>
            </a:r>
          </a:p>
        </p:txBody>
      </p:sp>
      <p:sp>
        <p:nvSpPr>
          <p:cNvPr id="8" name="bg1"/>
          <p:cNvSpPr/>
          <p:nvPr/>
        </p:nvSpPr>
        <p:spPr>
          <a:xfrm>
            <a:off x="4765698" y="7415624"/>
            <a:ext cx="3371969" cy="16806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12" name="TextBox 11"/>
          <p:cNvSpPr txBox="1"/>
          <p:nvPr/>
        </p:nvSpPr>
        <p:spPr>
          <a:xfrm>
            <a:off x="5770671" y="9263952"/>
            <a:ext cx="8819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Type Error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1851" y="9267127"/>
            <a:ext cx="15023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Undefined Symbols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8833" y="9267127"/>
            <a:ext cx="16850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Duplicated Definitions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38555" y="9267127"/>
            <a:ext cx="13195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Header File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355" y="564732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Java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035" y="8099024"/>
            <a:ext cx="540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C++</a:t>
            </a:r>
          </a:p>
        </p:txBody>
      </p:sp>
      <p:sp>
        <p:nvSpPr>
          <p:cNvPr id="23" name="bg1"/>
          <p:cNvSpPr/>
          <p:nvPr/>
        </p:nvSpPr>
        <p:spPr>
          <a:xfrm>
            <a:off x="1177573" y="5460388"/>
            <a:ext cx="3371969" cy="16806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25" name="bg1"/>
          <p:cNvSpPr/>
          <p:nvPr/>
        </p:nvSpPr>
        <p:spPr>
          <a:xfrm>
            <a:off x="4765698" y="5442099"/>
            <a:ext cx="3371969" cy="16806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28" name="bg1"/>
          <p:cNvSpPr/>
          <p:nvPr/>
        </p:nvSpPr>
        <p:spPr>
          <a:xfrm>
            <a:off x="8354961" y="5445274"/>
            <a:ext cx="3371969" cy="16806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29" name="bg1"/>
          <p:cNvSpPr/>
          <p:nvPr/>
        </p:nvSpPr>
        <p:spPr>
          <a:xfrm>
            <a:off x="8354960" y="7403189"/>
            <a:ext cx="3371969" cy="16806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30" name="bg1"/>
          <p:cNvSpPr/>
          <p:nvPr/>
        </p:nvSpPr>
        <p:spPr>
          <a:xfrm>
            <a:off x="12025605" y="5428829"/>
            <a:ext cx="3371969" cy="16806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31" name="bg1"/>
          <p:cNvSpPr/>
          <p:nvPr/>
        </p:nvSpPr>
        <p:spPr>
          <a:xfrm>
            <a:off x="12025604" y="7386744"/>
            <a:ext cx="3371969" cy="16806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32" name="bg1"/>
          <p:cNvSpPr/>
          <p:nvPr/>
        </p:nvSpPr>
        <p:spPr>
          <a:xfrm>
            <a:off x="15631641" y="5412547"/>
            <a:ext cx="3371969" cy="16806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33" name="bg1"/>
          <p:cNvSpPr/>
          <p:nvPr/>
        </p:nvSpPr>
        <p:spPr>
          <a:xfrm>
            <a:off x="15631640" y="7370462"/>
            <a:ext cx="3371969" cy="168065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80"/>
          </a:p>
        </p:txBody>
      </p:sp>
      <p:sp>
        <p:nvSpPr>
          <p:cNvPr id="6" name="文本框 5"/>
          <p:cNvSpPr txBox="1"/>
          <p:nvPr/>
        </p:nvSpPr>
        <p:spPr>
          <a:xfrm>
            <a:off x="1177291" y="7548086"/>
            <a:ext cx="3447415" cy="13093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ToStringBuilder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ToStringBuilder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 void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*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obj) {</a:t>
            </a:r>
          </a:p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en-US" altLang="zh-CN" sz="14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std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::type_info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&amp;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type 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</a:t>
            </a: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typeid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*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obj);</a:t>
            </a:r>
          </a:p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typeName 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</a:t>
            </a:r>
            <a:r>
              <a:rPr lang="en-US" altLang="zh-CN" sz="14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ReflectionUtils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getSimpleName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(type);</a:t>
            </a:r>
          </a:p>
          <a:p>
            <a:pPr>
              <a:lnSpc>
                <a:spcPts val="1100"/>
              </a:lnSpc>
            </a:pP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243965" y="5647531"/>
            <a:ext cx="3152140" cy="1322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</a:t>
            </a:r>
            <a:r>
              <a:rPr lang="en-US" altLang="zh-CN" sz="16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ToStringBuilder</a:t>
            </a: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6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Object</a:t>
            </a:r>
            <a:r>
              <a:rPr lang="en-US" altLang="zh-CN" sz="16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</a:t>
            </a: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{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</a:t>
            </a:r>
            <a:r>
              <a:rPr lang="en-US" altLang="zh-CN" sz="16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6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Preconditions</a:t>
            </a: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16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notNull</a:t>
            </a: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6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</a:t>
            </a: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, </a:t>
            </a:r>
            <a:r>
              <a:rPr lang="en-US" altLang="zh-CN" sz="16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"Object must not be null"</a:t>
            </a: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).</a:t>
            </a:r>
            <a:r>
              <a:rPr lang="en-US" altLang="zh-CN" sz="16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getClass</a:t>
            </a: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().</a:t>
            </a:r>
            <a:r>
              <a:rPr lang="en-US" altLang="zh-CN" sz="16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getSimpleName</a:t>
            </a: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());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}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779646" y="5422742"/>
            <a:ext cx="3615055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9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</a:t>
            </a:r>
            <a:r>
              <a:rPr lang="en-US" altLang="zh-CN" sz="9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boolean</a:t>
            </a:r>
            <a:r>
              <a:rPr lang="en-US" altLang="zh-CN" sz="9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equals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9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Object</a:t>
            </a:r>
            <a:r>
              <a:rPr lang="en-US" altLang="zh-CN" sz="9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{</a:t>
            </a:r>
          </a:p>
          <a:p>
            <a:pPr>
              <a:lnSpc>
                <a:spcPct val="100000"/>
              </a:lnSpc>
            </a:pP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</a:t>
            </a:r>
            <a:r>
              <a:rPr lang="en-US" altLang="zh-CN" sz="9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if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(</a:t>
            </a:r>
            <a:r>
              <a:rPr lang="en-US" altLang="zh-CN" sz="9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</a:t>
            </a:r>
            <a:r>
              <a:rPr lang="en-US" altLang="zh-CN" sz="9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==</a:t>
            </a:r>
            <a:r>
              <a:rPr lang="en-US" altLang="zh-CN" sz="900">
                <a:solidFill>
                  <a:srgbClr val="175CE6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null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</a:t>
            </a:r>
            <a:r>
              <a:rPr lang="en-US" altLang="zh-CN" sz="9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</a:t>
            </a:r>
            <a:r>
              <a:rPr lang="en-US" altLang="zh-CN" sz="900">
                <a:solidFill>
                  <a:srgbClr val="175CE6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false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</a:t>
            </a:r>
            <a:r>
              <a:rPr lang="en-US" altLang="zh-CN" sz="9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if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(</a:t>
            </a:r>
            <a:r>
              <a:rPr lang="en-US" altLang="zh-CN" sz="9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9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==</a:t>
            </a:r>
            <a:r>
              <a:rPr lang="en-US" altLang="zh-CN" sz="9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</a:t>
            </a:r>
            <a:r>
              <a:rPr lang="en-US" altLang="zh-CN" sz="9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</a:t>
            </a:r>
            <a:r>
              <a:rPr lang="en-US" altLang="zh-CN" sz="900">
                <a:solidFill>
                  <a:srgbClr val="175CE6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true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</a:t>
            </a:r>
            <a:r>
              <a:rPr lang="en-US" altLang="zh-CN" sz="9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if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(</a:t>
            </a:r>
            <a:r>
              <a:rPr lang="en-US" altLang="zh-CN" sz="9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</a:t>
            </a:r>
            <a:r>
              <a:rPr lang="en-US" altLang="zh-CN" sz="9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instanceof</a:t>
            </a:r>
            <a:r>
              <a:rPr lang="en-US" altLang="zh-CN" sz="9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{</a:t>
            </a:r>
          </a:p>
          <a:p>
            <a:pPr>
              <a:lnSpc>
                <a:spcPct val="100000"/>
              </a:lnSpc>
            </a:pP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    </a:t>
            </a:r>
            <a:r>
              <a:rPr lang="en-US" altLang="zh-CN" sz="9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</a:t>
            </a:r>
            <a:r>
              <a:rPr lang="en-US" altLang="zh-CN" sz="9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that</a:t>
            </a:r>
            <a:r>
              <a:rPr lang="en-US" altLang="zh-CN" sz="9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(</a:t>
            </a:r>
            <a:r>
              <a:rPr lang="en-US" altLang="zh-CN" sz="9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</a:t>
            </a:r>
            <a:r>
              <a:rPr lang="en-US" altLang="zh-CN" sz="9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    </a:t>
            </a:r>
            <a:r>
              <a:rPr lang="en-US" altLang="zh-CN" sz="9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</a:t>
            </a:r>
            <a:r>
              <a:rPr lang="en-US" altLang="zh-CN" sz="9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LangUtils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9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equals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9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9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getName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(), </a:t>
            </a:r>
            <a:r>
              <a:rPr lang="en-US" altLang="zh-CN" sz="9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that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9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getName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())</a:t>
            </a:r>
          </a:p>
          <a:p>
            <a:pPr>
              <a:lnSpc>
                <a:spcPct val="100000"/>
              </a:lnSpc>
            </a:pP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      </a:t>
            </a:r>
            <a:r>
              <a:rPr lang="en-US" altLang="zh-CN" sz="9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&amp;&amp;</a:t>
            </a:r>
            <a:r>
              <a:rPr lang="en-US" altLang="zh-CN" sz="9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LangUtils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9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equals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9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900">
                <a:solidFill>
                  <a:srgbClr val="17181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cookieDomain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, </a:t>
            </a:r>
            <a:r>
              <a:rPr lang="en-US" altLang="zh-CN" sz="9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that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900">
                <a:solidFill>
                  <a:srgbClr val="17181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cookieDomain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      </a:t>
            </a:r>
            <a:r>
              <a:rPr lang="en-US" altLang="zh-CN" sz="9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&amp;&amp;</a:t>
            </a:r>
            <a:r>
              <a:rPr lang="en-US" altLang="zh-CN" sz="9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LangUtils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9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equals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9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900">
                <a:solidFill>
                  <a:srgbClr val="17181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cookiePath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, </a:t>
            </a:r>
            <a:r>
              <a:rPr lang="en-US" altLang="zh-CN" sz="9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that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900">
                <a:solidFill>
                  <a:srgbClr val="17181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cookiePath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);</a:t>
            </a:r>
          </a:p>
          <a:p>
            <a:pPr>
              <a:lnSpc>
                <a:spcPct val="100000"/>
              </a:lnSpc>
            </a:pP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} </a:t>
            </a:r>
            <a:r>
              <a:rPr lang="en-US" altLang="zh-CN" sz="9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else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{</a:t>
            </a:r>
          </a:p>
          <a:p>
            <a:pPr>
              <a:lnSpc>
                <a:spcPct val="100000"/>
              </a:lnSpc>
            </a:pP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    </a:t>
            </a:r>
            <a:r>
              <a:rPr lang="en-US" altLang="zh-CN" sz="9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</a:t>
            </a:r>
            <a:r>
              <a:rPr lang="en-US" altLang="zh-CN" sz="900">
                <a:solidFill>
                  <a:srgbClr val="175CE6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false</a:t>
            </a: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}</a:t>
            </a:r>
          </a:p>
          <a:p>
            <a:pPr>
              <a:lnSpc>
                <a:spcPct val="100000"/>
              </a:lnSpc>
            </a:pPr>
            <a:r>
              <a:rPr lang="en-US" altLang="zh-CN" sz="9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752340" y="7374732"/>
            <a:ext cx="3392170" cy="1783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0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bool</a:t>
            </a:r>
            <a:r>
              <a:rPr lang="en-US" altLang="zh-CN" sz="10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0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equals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0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constvoid*</a:t>
            </a:r>
            <a:r>
              <a:rPr lang="en-US" altLang="zh-CN" sz="10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obj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</a:t>
            </a:r>
            <a:r>
              <a:rPr lang="en-US" altLang="zh-CN" sz="10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{</a:t>
            </a:r>
          </a:p>
          <a:p>
            <a:pPr>
              <a:lnSpc>
                <a:spcPct val="100000"/>
              </a:lnSpc>
            </a:pP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0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if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(obj </a:t>
            </a:r>
            <a:r>
              <a:rPr lang="en-US" altLang="zh-CN" sz="10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==</a:t>
            </a:r>
            <a:r>
              <a:rPr lang="en-US" altLang="zh-CN" sz="1000">
                <a:solidFill>
                  <a:srgbClr val="175CE6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nullptr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</a:t>
            </a:r>
            <a:r>
              <a:rPr lang="en-US" altLang="zh-CN" sz="10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</a:t>
            </a:r>
            <a:r>
              <a:rPr lang="en-US" altLang="zh-CN" sz="1000">
                <a:solidFill>
                  <a:srgbClr val="175CE6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false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0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if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(</a:t>
            </a:r>
            <a:r>
              <a:rPr lang="en-US" altLang="zh-CN" sz="10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0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==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obj)</a:t>
            </a:r>
          </a:p>
          <a:p>
            <a:pPr>
              <a:lnSpc>
                <a:spcPct val="100000"/>
              </a:lnSpc>
            </a:pP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</a:t>
            </a:r>
            <a:r>
              <a:rPr lang="en-US" altLang="zh-CN" sz="10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</a:t>
            </a:r>
            <a:r>
              <a:rPr lang="en-US" altLang="zh-CN" sz="1000">
                <a:solidFill>
                  <a:srgbClr val="175CE6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true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0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Cookie</a:t>
            </a:r>
            <a:r>
              <a:rPr lang="en-US" altLang="zh-CN" sz="10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*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that </a:t>
            </a:r>
            <a:r>
              <a:rPr lang="en-US" altLang="zh-CN" sz="10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</a:t>
            </a:r>
            <a:r>
              <a:rPr lang="en-US" altLang="zh-CN" sz="10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static_cast</a:t>
            </a:r>
            <a:r>
              <a:rPr lang="en-US" altLang="zh-CN" sz="10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</a:t>
            </a:r>
            <a:r>
              <a:rPr lang="en-US" altLang="zh-CN" sz="10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Cookie</a:t>
            </a:r>
            <a:r>
              <a:rPr lang="en-US" altLang="zh-CN" sz="10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*&gt;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(obj);</a:t>
            </a:r>
          </a:p>
          <a:p>
            <a:pPr>
              <a:lnSpc>
                <a:spcPct val="100000"/>
              </a:lnSpc>
            </a:pP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0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</a:t>
            </a:r>
            <a:r>
              <a:rPr lang="en-US" altLang="zh-CN" sz="10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LangUtils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0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equals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0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-&gt;</a:t>
            </a:r>
            <a:r>
              <a:rPr lang="en-US" altLang="zh-CN" sz="10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getName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(), </a:t>
            </a:r>
            <a:r>
              <a:rPr lang="en-US" altLang="zh-CN" sz="10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that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-&gt;</a:t>
            </a:r>
            <a:r>
              <a:rPr lang="en-US" altLang="zh-CN" sz="10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getName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()) </a:t>
            </a:r>
            <a:r>
              <a:rPr lang="en-US" altLang="zh-CN" sz="10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&amp;&amp;</a:t>
            </a:r>
            <a:r>
              <a:rPr lang="en-US" altLang="zh-CN" sz="10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LangUtils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0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equals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0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-&gt;</a:t>
            </a:r>
            <a:r>
              <a:rPr lang="en-US" altLang="zh-CN" sz="1000">
                <a:solidFill>
                  <a:srgbClr val="17181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cookieDomain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, </a:t>
            </a:r>
          </a:p>
          <a:p>
            <a:pPr>
              <a:lnSpc>
                <a:spcPct val="100000"/>
              </a:lnSpc>
            </a:pP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       </a:t>
            </a:r>
            <a:r>
              <a:rPr lang="en-US" altLang="zh-CN" sz="10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that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-&gt;</a:t>
            </a:r>
            <a:r>
              <a:rPr lang="en-US" altLang="zh-CN" sz="1000">
                <a:solidFill>
                  <a:srgbClr val="17181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cookieDomain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</a:t>
            </a:r>
          </a:p>
          <a:p>
            <a:pPr>
              <a:lnSpc>
                <a:spcPct val="100000"/>
              </a:lnSpc>
            </a:pPr>
            <a:r>
              <a:rPr lang="en-US" altLang="zh-CN" sz="10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&amp;&amp;</a:t>
            </a:r>
            <a:r>
              <a:rPr lang="en-US" altLang="zh-CN" sz="10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LangUtils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0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equals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0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-&gt;</a:t>
            </a:r>
            <a:r>
              <a:rPr lang="en-US" altLang="zh-CN" sz="1000">
                <a:solidFill>
                  <a:srgbClr val="17181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cookiePath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, </a:t>
            </a:r>
            <a:r>
              <a:rPr lang="en-US" altLang="zh-CN" sz="10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that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-&gt;</a:t>
            </a:r>
            <a:r>
              <a:rPr lang="en-US" altLang="zh-CN" sz="1000">
                <a:solidFill>
                  <a:srgbClr val="17181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cookiePath</a:t>
            </a: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);</a:t>
            </a:r>
          </a:p>
          <a:p>
            <a:pPr>
              <a:lnSpc>
                <a:spcPct val="100000"/>
              </a:lnSpc>
            </a:pPr>
            <a:r>
              <a:rPr lang="en-US" altLang="zh-CN" sz="10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8353425" y="5445283"/>
            <a:ext cx="5080000" cy="15684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 </a:t>
            </a:r>
            <a:r>
              <a:rPr lang="en-US" altLang="zh-CN" sz="16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int </a:t>
            </a:r>
            <a:r>
              <a:rPr lang="en-US" altLang="zh-CN" sz="16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compareTo</a:t>
            </a: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6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Delayed </a:t>
            </a:r>
            <a:r>
              <a:rPr lang="en-US" altLang="zh-CN" sz="16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other</a:t>
            </a: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{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</a:t>
            </a:r>
            <a:r>
              <a:rPr lang="en-US" altLang="zh-CN" sz="16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if</a:t>
            </a: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(</a:t>
            </a:r>
            <a:r>
              <a:rPr lang="en-US" altLang="zh-CN" sz="16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other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==</a:t>
            </a:r>
            <a:r>
              <a:rPr lang="en-US" altLang="zh-CN" sz="16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{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</a:t>
            </a:r>
            <a:r>
              <a:rPr lang="en-US" altLang="zh-CN" sz="16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</a:t>
            </a:r>
            <a:r>
              <a:rPr lang="en-US" altLang="zh-CN" sz="1600">
                <a:solidFill>
                  <a:srgbClr val="E54595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0</a:t>
            </a: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} 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     ...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31353A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8354695" y="7451567"/>
            <a:ext cx="3412490" cy="1599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int</a:t>
            </a:r>
            <a:r>
              <a:rPr lang="en-US" altLang="zh-CN" sz="14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DelegatingScheduler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ScheduledCompletableFuture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compareTo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</a:t>
            </a: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en-US" altLang="zh-CN" sz="14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std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4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shared_ptr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</a:t>
            </a:r>
            <a:r>
              <a:rPr lang="en-US" altLang="zh-CN" sz="14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Delayed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&gt;</a:t>
            </a: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&amp;</a:t>
            </a:r>
            <a:r>
              <a:rPr lang="en-US" altLang="zh-CN" sz="14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other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</a:t>
            </a: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{</a:t>
            </a:r>
          </a:p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if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(</a:t>
            </a:r>
            <a:r>
              <a:rPr lang="en-US" altLang="zh-CN" sz="14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other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14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get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 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==</a:t>
            </a:r>
            <a:r>
              <a:rPr lang="en-US" altLang="zh-CN" sz="14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this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) {</a:t>
            </a:r>
          </a:p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</a:t>
            </a: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</a:t>
            </a:r>
            <a:r>
              <a:rPr lang="en-US" altLang="zh-CN" sz="1400">
                <a:solidFill>
                  <a:srgbClr val="E54595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0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}</a:t>
            </a:r>
          </a:p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...}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2000865" y="7321073"/>
            <a:ext cx="5080000" cy="18148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class</a:t>
            </a:r>
            <a:r>
              <a:rPr lang="en-US" altLang="zh-CN" sz="16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Header</a:t>
            </a:r>
            <a:r>
              <a:rPr lang="en-US" altLang="zh-CN" sz="16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: </a:t>
            </a:r>
            <a:r>
              <a:rPr lang="en-US" altLang="zh-CN" sz="16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</a:t>
            </a:r>
            <a:r>
              <a:rPr lang="en-US" altLang="zh-CN" sz="16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NameValuePair</a:t>
            </a:r>
            <a:r>
              <a:rPr lang="en-US" altLang="zh-CN" sz="16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{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private: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6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bool</a:t>
            </a:r>
            <a:r>
              <a:rPr lang="en-US" altLang="zh-CN" sz="16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isAutogenerated;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public: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...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6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bool</a:t>
            </a:r>
            <a:r>
              <a:rPr lang="en-US" altLang="zh-CN" sz="16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isAutogenerated</a:t>
            </a:r>
            <a:r>
              <a:rPr lang="en-US" altLang="zh-CN" sz="16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 </a:t>
            </a:r>
            <a:r>
              <a:rPr lang="en-US" altLang="zh-CN" sz="16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en-US" altLang="zh-CN" sz="16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};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1944350" y="5375751"/>
            <a:ext cx="3369310" cy="181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 class </a:t>
            </a:r>
            <a:r>
              <a:rPr lang="en-US" altLang="zh-CN" sz="14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Header </a:t>
            </a: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extends NameValuePair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{</a:t>
            </a:r>
          </a:p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private</a:t>
            </a:r>
            <a:r>
              <a:rPr lang="en-US" altLang="zh-CN" sz="14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boolean</a:t>
            </a:r>
            <a:r>
              <a:rPr lang="en-US" altLang="zh-CN" sz="14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isAutogenerated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=</a:t>
            </a:r>
            <a:r>
              <a:rPr lang="en-US" altLang="zh-CN" sz="1400">
                <a:solidFill>
                  <a:srgbClr val="175CE6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false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...</a:t>
            </a:r>
          </a:p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</a:t>
            </a:r>
            <a:r>
              <a:rPr lang="en-US" altLang="zh-CN" sz="14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boolean</a:t>
            </a:r>
            <a:r>
              <a:rPr lang="en-US" altLang="zh-CN" sz="14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isAutogenerated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 {</a:t>
            </a:r>
          </a:p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    </a:t>
            </a: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isAutogenerated;</a:t>
            </a:r>
          </a:p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}</a:t>
            </a:r>
          </a:p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15610205" y="5444967"/>
            <a:ext cx="3418840" cy="1599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publicclass</a:t>
            </a:r>
            <a:r>
              <a:rPr lang="en-US" altLang="zh-CN" sz="14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ExecutionAttemptedEvent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</a:t>
            </a:r>
            <a:r>
              <a:rPr lang="en-US" altLang="zh-CN" sz="14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&gt; </a:t>
            </a: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extendsExecutionEvent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{</a:t>
            </a:r>
          </a:p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...</a:t>
            </a:r>
          </a:p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</a:t>
            </a: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public</a:t>
            </a:r>
            <a:r>
              <a:rPr lang="en-US" altLang="zh-CN" sz="14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String</a:t>
            </a:r>
            <a:r>
              <a:rPr lang="en-US" altLang="zh-CN" sz="14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toString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 {</a:t>
            </a:r>
          </a:p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</a:t>
            </a:r>
            <a:r>
              <a:rPr lang="en-US" altLang="zh-CN" sz="14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"ExecutionAttemptedEvent["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+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"result="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+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result 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+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", exception="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+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exception </a:t>
            </a:r>
            <a:r>
              <a:rPr lang="en-US" altLang="zh-CN" sz="14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+</a:t>
            </a: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']';</a:t>
            </a:r>
          </a:p>
          <a:p>
            <a:pPr>
              <a:lnSpc>
                <a:spcPct val="100000"/>
              </a:lnSpc>
            </a:pPr>
            <a:r>
              <a:rPr lang="en-US" altLang="zh-CN" sz="14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}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15601315" y="7329011"/>
            <a:ext cx="342773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2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#include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"ExecutionAttemptedEvent.h"</a:t>
            </a:r>
          </a:p>
          <a:p>
            <a:pPr>
              <a:lnSpc>
                <a:spcPct val="100000"/>
              </a:lnSpc>
            </a:pPr>
            <a:r>
              <a:rPr lang="en-US" altLang="zh-CN" sz="12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template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</a:t>
            </a:r>
            <a:r>
              <a:rPr lang="en-US" altLang="zh-CN" sz="12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typename</a:t>
            </a:r>
            <a:r>
              <a:rPr lang="en-US" altLang="zh-CN" sz="12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&gt;</a:t>
            </a:r>
          </a:p>
          <a:p>
            <a:pPr>
              <a:lnSpc>
                <a:spcPct val="100000"/>
              </a:lnSpc>
            </a:pPr>
            <a:r>
              <a:rPr lang="en-US" altLang="zh-CN" sz="12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std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</a:t>
            </a:r>
            <a:r>
              <a:rPr lang="en-US" altLang="zh-CN" sz="12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stringExecutionAttemptedEvent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</a:t>
            </a:r>
            <a:r>
              <a:rPr lang="en-US" altLang="zh-CN" sz="12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&gt;::</a:t>
            </a:r>
            <a:r>
              <a:rPr lang="en-US" altLang="zh-CN" sz="12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toString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 </a:t>
            </a:r>
            <a:r>
              <a:rPr lang="en-US" altLang="zh-CN" sz="12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const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{</a:t>
            </a:r>
          </a:p>
          <a:p>
            <a:pPr>
              <a:lnSpc>
                <a:spcPct val="100000"/>
              </a:lnSpc>
            </a:pP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200">
                <a:solidFill>
                  <a:srgbClr val="B15E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std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::ostringstream oss;</a:t>
            </a:r>
          </a:p>
          <a:p>
            <a:pPr>
              <a:lnSpc>
                <a:spcPct val="100000"/>
              </a:lnSpc>
            </a:pP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oss 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&lt;&lt;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"ExecutionAttemptedEvent["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&lt;&lt;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"result="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&lt;&lt;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result 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&lt;&lt;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", exception="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&lt;&lt;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 (exception 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?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"exception_ptr"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: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"nullptr") 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&lt;&lt;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']';</a:t>
            </a:r>
          </a:p>
          <a:p>
            <a:pPr>
              <a:lnSpc>
                <a:spcPct val="100000"/>
              </a:lnSpc>
            </a:pP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    </a:t>
            </a:r>
            <a:r>
              <a:rPr lang="en-US" altLang="zh-CN" sz="1200">
                <a:solidFill>
                  <a:srgbClr val="5F36B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return</a:t>
            </a:r>
            <a:r>
              <a:rPr lang="en-US" altLang="zh-CN" sz="1200">
                <a:solidFill>
                  <a:srgbClr val="C99100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oss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.</a:t>
            </a:r>
            <a:r>
              <a:rPr lang="en-US" altLang="zh-CN" sz="1200">
                <a:solidFill>
                  <a:srgbClr val="4078F2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str</a:t>
            </a:r>
            <a:r>
              <a:rPr lang="en-US" altLang="zh-CN" sz="1200">
                <a:solidFill>
                  <a:srgbClr val="4DA621"/>
                </a:solidFill>
                <a:latin typeface="Times New Roman" panose="02020603050405020304" charset="0"/>
                <a:ea typeface="霞鹜文楷等宽" panose="02020509000000000000" charset="-122"/>
                <a:cs typeface="Times New Roman" panose="02020603050405020304" charset="0"/>
              </a:rPr>
              <a:t>();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45</TotalTime>
  <Words>969</Words>
  <Application>Microsoft Macintosh PowerPoint</Application>
  <PresentationFormat>Custom</PresentationFormat>
  <Paragraphs>154</Paragraphs>
  <Slides>2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Microsoft YaHei UI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Kaifeng Huang</cp:lastModifiedBy>
  <cp:revision>178</cp:revision>
  <dcterms:created xsi:type="dcterms:W3CDTF">2019-06-19T02:08:00Z</dcterms:created>
  <dcterms:modified xsi:type="dcterms:W3CDTF">2026-03-09T06:48:14Z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F807F5442C0E47F58A7CD450A144909E_13</vt:lpwstr>
  </property>
</Properties>
</file>