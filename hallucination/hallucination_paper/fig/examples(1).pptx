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1"/>
  </p:sldMasterIdLst>
  <p:notesMasterIdLst>
    <p:notesMasterId r:id="rId4"/>
  </p:notesMasterIdLst>
  <p:sldIdLst>
    <p:sldId id="266" r:id="rId2"/>
    <p:sldId id="267" r:id="rId3"/>
  </p:sldIdLst>
  <p:sldSz cx="22993350" cy="14057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50" userDrawn="1">
          <p15:clr>
            <a:srgbClr val="A4A3A4"/>
          </p15:clr>
        </p15:guide>
        <p15:guide id="2" pos="71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03" autoAdjust="0"/>
    <p:restoredTop sz="94660"/>
  </p:normalViewPr>
  <p:slideViewPr>
    <p:cSldViewPr snapToGrid="0" showGuides="1">
      <p:cViewPr>
        <p:scale>
          <a:sx n="48" d="100"/>
          <a:sy n="48" d="100"/>
        </p:scale>
        <p:origin x="352" y="912"/>
      </p:cViewPr>
      <p:guideLst>
        <p:guide orient="horz" pos="4350"/>
        <p:guide pos="718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0D578-83B7-F24E-8F0F-318B1ACDC3B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75" y="1143000"/>
            <a:ext cx="5048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C507E-ED11-5541-AC6C-3DB8072D034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75" y="1143000"/>
            <a:ext cx="50482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zcaceres</a:t>
            </a:r>
            <a:r>
              <a:rPr lang="en-GB" dirty="0"/>
              <a:t>/</a:t>
            </a:r>
            <a:r>
              <a:rPr lang="en-GB" dirty="0" err="1"/>
              <a:t>markdownify-mcp</a:t>
            </a:r>
            <a:r>
              <a:rPr lang="en-GB" dirty="0"/>
              <a:t>/commit/0284aa8f34d32c65e20d8cda2d429b7943c9af03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75" y="1143000"/>
            <a:ext cx="50482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zcaceres</a:t>
            </a:r>
            <a:r>
              <a:rPr lang="en-GB" dirty="0"/>
              <a:t>/</a:t>
            </a:r>
            <a:r>
              <a:rPr lang="en-GB" dirty="0" err="1"/>
              <a:t>markdownify-mcp</a:t>
            </a:r>
            <a:r>
              <a:rPr lang="en-GB" dirty="0"/>
              <a:t>/commit/0284aa8f34d32c65e20d8cda2d429b7943c9af03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4169" y="2300585"/>
            <a:ext cx="17245013" cy="4894027"/>
          </a:xfrm>
        </p:spPr>
        <p:txBody>
          <a:bodyPr anchor="b"/>
          <a:lstStyle>
            <a:lvl1pPr algn="ctr">
              <a:defRPr sz="11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4169" y="7383344"/>
            <a:ext cx="17245013" cy="3393929"/>
          </a:xfrm>
        </p:spPr>
        <p:txBody>
          <a:bodyPr/>
          <a:lstStyle>
            <a:lvl1pPr marL="0" indent="0" algn="ctr">
              <a:buNone/>
              <a:defRPr sz="4526"/>
            </a:lvl1pPr>
            <a:lvl2pPr marL="862233" indent="0" algn="ctr">
              <a:buNone/>
              <a:defRPr sz="3772"/>
            </a:lvl2pPr>
            <a:lvl3pPr marL="1724467" indent="0" algn="ctr">
              <a:buNone/>
              <a:defRPr sz="3395"/>
            </a:lvl3pPr>
            <a:lvl4pPr marL="2586700" indent="0" algn="ctr">
              <a:buNone/>
              <a:defRPr sz="3017"/>
            </a:lvl4pPr>
            <a:lvl5pPr marL="3448934" indent="0" algn="ctr">
              <a:buNone/>
              <a:defRPr sz="3017"/>
            </a:lvl5pPr>
            <a:lvl6pPr marL="4311167" indent="0" algn="ctr">
              <a:buNone/>
              <a:defRPr sz="3017"/>
            </a:lvl6pPr>
            <a:lvl7pPr marL="5173401" indent="0" algn="ctr">
              <a:buNone/>
              <a:defRPr sz="3017"/>
            </a:lvl7pPr>
            <a:lvl8pPr marL="6035634" indent="0" algn="ctr">
              <a:buNone/>
              <a:defRPr sz="3017"/>
            </a:lvl8pPr>
            <a:lvl9pPr marL="6897868" indent="0" algn="ctr">
              <a:buNone/>
              <a:defRPr sz="301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582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755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8817" y="3504568"/>
            <a:ext cx="19831764" cy="5847451"/>
          </a:xfrm>
        </p:spPr>
        <p:txBody>
          <a:bodyPr anchor="b"/>
          <a:lstStyle>
            <a:lvl1pPr>
              <a:defRPr sz="11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8817" y="9407338"/>
            <a:ext cx="19831764" cy="3075036"/>
          </a:xfrm>
        </p:spPr>
        <p:txBody>
          <a:bodyPr/>
          <a:lstStyle>
            <a:lvl1pPr marL="0" indent="0">
              <a:buNone/>
              <a:defRPr sz="4526">
                <a:solidFill>
                  <a:schemeClr val="tx1">
                    <a:tint val="75000"/>
                  </a:schemeClr>
                </a:solidFill>
              </a:defRPr>
            </a:lvl1pPr>
            <a:lvl2pPr marL="862233" indent="0">
              <a:buNone/>
              <a:defRPr sz="3772">
                <a:solidFill>
                  <a:schemeClr val="tx1">
                    <a:tint val="75000"/>
                  </a:schemeClr>
                </a:solidFill>
              </a:defRPr>
            </a:lvl2pPr>
            <a:lvl3pPr marL="1724467" indent="0">
              <a:buNone/>
              <a:defRPr sz="3395">
                <a:solidFill>
                  <a:schemeClr val="tx1">
                    <a:tint val="75000"/>
                  </a:schemeClr>
                </a:solidFill>
              </a:defRPr>
            </a:lvl3pPr>
            <a:lvl4pPr marL="2586700" indent="0">
              <a:buNone/>
              <a:defRPr sz="3017">
                <a:solidFill>
                  <a:schemeClr val="tx1">
                    <a:tint val="75000"/>
                  </a:schemeClr>
                </a:solidFill>
              </a:defRPr>
            </a:lvl4pPr>
            <a:lvl5pPr marL="3448934" indent="0">
              <a:buNone/>
              <a:defRPr sz="3017">
                <a:solidFill>
                  <a:schemeClr val="tx1">
                    <a:tint val="75000"/>
                  </a:schemeClr>
                </a:solidFill>
              </a:defRPr>
            </a:lvl5pPr>
            <a:lvl6pPr marL="4311167" indent="0">
              <a:buNone/>
              <a:defRPr sz="3017">
                <a:solidFill>
                  <a:schemeClr val="tx1">
                    <a:tint val="75000"/>
                  </a:schemeClr>
                </a:solidFill>
              </a:defRPr>
            </a:lvl6pPr>
            <a:lvl7pPr marL="5173401" indent="0">
              <a:buNone/>
              <a:defRPr sz="3017">
                <a:solidFill>
                  <a:schemeClr val="tx1">
                    <a:tint val="75000"/>
                  </a:schemeClr>
                </a:solidFill>
              </a:defRPr>
            </a:lvl7pPr>
            <a:lvl8pPr marL="6035634" indent="0">
              <a:buNone/>
              <a:defRPr sz="3017">
                <a:solidFill>
                  <a:schemeClr val="tx1">
                    <a:tint val="75000"/>
                  </a:schemeClr>
                </a:solidFill>
              </a:defRPr>
            </a:lvl8pPr>
            <a:lvl9pPr marL="6897868" indent="0">
              <a:buNone/>
              <a:defRPr sz="30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973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0793" y="3742109"/>
            <a:ext cx="9772174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40383" y="3742109"/>
            <a:ext cx="9772174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09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788" y="748423"/>
            <a:ext cx="19831764" cy="2717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789" y="3445995"/>
            <a:ext cx="9727264" cy="1688829"/>
          </a:xfrm>
        </p:spPr>
        <p:txBody>
          <a:bodyPr anchor="b"/>
          <a:lstStyle>
            <a:lvl1pPr marL="0" indent="0">
              <a:buNone/>
              <a:defRPr sz="4526" b="1"/>
            </a:lvl1pPr>
            <a:lvl2pPr marL="862233" indent="0">
              <a:buNone/>
              <a:defRPr sz="3772" b="1"/>
            </a:lvl2pPr>
            <a:lvl3pPr marL="1724467" indent="0">
              <a:buNone/>
              <a:defRPr sz="3395" b="1"/>
            </a:lvl3pPr>
            <a:lvl4pPr marL="2586700" indent="0">
              <a:buNone/>
              <a:defRPr sz="3017" b="1"/>
            </a:lvl4pPr>
            <a:lvl5pPr marL="3448934" indent="0">
              <a:buNone/>
              <a:defRPr sz="3017" b="1"/>
            </a:lvl5pPr>
            <a:lvl6pPr marL="4311167" indent="0">
              <a:buNone/>
              <a:defRPr sz="3017" b="1"/>
            </a:lvl6pPr>
            <a:lvl7pPr marL="5173401" indent="0">
              <a:buNone/>
              <a:defRPr sz="3017" b="1"/>
            </a:lvl7pPr>
            <a:lvl8pPr marL="6035634" indent="0">
              <a:buNone/>
              <a:defRPr sz="3017" b="1"/>
            </a:lvl8pPr>
            <a:lvl9pPr marL="6897868" indent="0">
              <a:buNone/>
              <a:defRPr sz="30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789" y="5134824"/>
            <a:ext cx="9727264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40383" y="3445995"/>
            <a:ext cx="9775169" cy="1688829"/>
          </a:xfrm>
        </p:spPr>
        <p:txBody>
          <a:bodyPr anchor="b"/>
          <a:lstStyle>
            <a:lvl1pPr marL="0" indent="0">
              <a:buNone/>
              <a:defRPr sz="4526" b="1"/>
            </a:lvl1pPr>
            <a:lvl2pPr marL="862233" indent="0">
              <a:buNone/>
              <a:defRPr sz="3772" b="1"/>
            </a:lvl2pPr>
            <a:lvl3pPr marL="1724467" indent="0">
              <a:buNone/>
              <a:defRPr sz="3395" b="1"/>
            </a:lvl3pPr>
            <a:lvl4pPr marL="2586700" indent="0">
              <a:buNone/>
              <a:defRPr sz="3017" b="1"/>
            </a:lvl4pPr>
            <a:lvl5pPr marL="3448934" indent="0">
              <a:buNone/>
              <a:defRPr sz="3017" b="1"/>
            </a:lvl5pPr>
            <a:lvl6pPr marL="4311167" indent="0">
              <a:buNone/>
              <a:defRPr sz="3017" b="1"/>
            </a:lvl6pPr>
            <a:lvl7pPr marL="5173401" indent="0">
              <a:buNone/>
              <a:defRPr sz="3017" b="1"/>
            </a:lvl7pPr>
            <a:lvl8pPr marL="6035634" indent="0">
              <a:buNone/>
              <a:defRPr sz="3017" b="1"/>
            </a:lvl8pPr>
            <a:lvl9pPr marL="6897868" indent="0">
              <a:buNone/>
              <a:defRPr sz="30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40383" y="5134824"/>
            <a:ext cx="9775169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2032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90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258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789" y="937154"/>
            <a:ext cx="7415953" cy="3280040"/>
          </a:xfrm>
        </p:spPr>
        <p:txBody>
          <a:bodyPr anchor="b"/>
          <a:lstStyle>
            <a:lvl1pPr>
              <a:defRPr sz="60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5169" y="2023994"/>
            <a:ext cx="11640383" cy="9989803"/>
          </a:xfrm>
        </p:spPr>
        <p:txBody>
          <a:bodyPr/>
          <a:lstStyle>
            <a:lvl1pPr>
              <a:defRPr sz="6035"/>
            </a:lvl1pPr>
            <a:lvl2pPr>
              <a:defRPr sz="5281"/>
            </a:lvl2pPr>
            <a:lvl3pPr>
              <a:defRPr sz="4526"/>
            </a:lvl3pPr>
            <a:lvl4pPr>
              <a:defRPr sz="3772"/>
            </a:lvl4pPr>
            <a:lvl5pPr>
              <a:defRPr sz="3772"/>
            </a:lvl5pPr>
            <a:lvl6pPr>
              <a:defRPr sz="3772"/>
            </a:lvl6pPr>
            <a:lvl7pPr>
              <a:defRPr sz="3772"/>
            </a:lvl7pPr>
            <a:lvl8pPr>
              <a:defRPr sz="3772"/>
            </a:lvl8pPr>
            <a:lvl9pPr>
              <a:defRPr sz="37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3789" y="4217194"/>
            <a:ext cx="7415953" cy="7812873"/>
          </a:xfrm>
        </p:spPr>
        <p:txBody>
          <a:bodyPr/>
          <a:lstStyle>
            <a:lvl1pPr marL="0" indent="0">
              <a:buNone/>
              <a:defRPr sz="3017"/>
            </a:lvl1pPr>
            <a:lvl2pPr marL="862233" indent="0">
              <a:buNone/>
              <a:defRPr sz="2640"/>
            </a:lvl2pPr>
            <a:lvl3pPr marL="1724467" indent="0">
              <a:buNone/>
              <a:defRPr sz="2263"/>
            </a:lvl3pPr>
            <a:lvl4pPr marL="2586700" indent="0">
              <a:buNone/>
              <a:defRPr sz="1886"/>
            </a:lvl4pPr>
            <a:lvl5pPr marL="3448934" indent="0">
              <a:buNone/>
              <a:defRPr sz="1886"/>
            </a:lvl5pPr>
            <a:lvl6pPr marL="4311167" indent="0">
              <a:buNone/>
              <a:defRPr sz="1886"/>
            </a:lvl6pPr>
            <a:lvl7pPr marL="5173401" indent="0">
              <a:buNone/>
              <a:defRPr sz="1886"/>
            </a:lvl7pPr>
            <a:lvl8pPr marL="6035634" indent="0">
              <a:buNone/>
              <a:defRPr sz="1886"/>
            </a:lvl8pPr>
            <a:lvl9pPr marL="6897868" indent="0">
              <a:buNone/>
              <a:defRPr sz="18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931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789" y="937154"/>
            <a:ext cx="7415953" cy="3280040"/>
          </a:xfrm>
        </p:spPr>
        <p:txBody>
          <a:bodyPr anchor="b"/>
          <a:lstStyle>
            <a:lvl1pPr>
              <a:defRPr sz="60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75169" y="2023994"/>
            <a:ext cx="11640383" cy="9989803"/>
          </a:xfrm>
        </p:spPr>
        <p:txBody>
          <a:bodyPr anchor="t"/>
          <a:lstStyle>
            <a:lvl1pPr marL="0" indent="0">
              <a:buNone/>
              <a:defRPr sz="6035"/>
            </a:lvl1pPr>
            <a:lvl2pPr marL="862233" indent="0">
              <a:buNone/>
              <a:defRPr sz="5281"/>
            </a:lvl2pPr>
            <a:lvl3pPr marL="1724467" indent="0">
              <a:buNone/>
              <a:defRPr sz="4526"/>
            </a:lvl3pPr>
            <a:lvl4pPr marL="2586700" indent="0">
              <a:buNone/>
              <a:defRPr sz="3772"/>
            </a:lvl4pPr>
            <a:lvl5pPr marL="3448934" indent="0">
              <a:buNone/>
              <a:defRPr sz="3772"/>
            </a:lvl5pPr>
            <a:lvl6pPr marL="4311167" indent="0">
              <a:buNone/>
              <a:defRPr sz="3772"/>
            </a:lvl6pPr>
            <a:lvl7pPr marL="5173401" indent="0">
              <a:buNone/>
              <a:defRPr sz="3772"/>
            </a:lvl7pPr>
            <a:lvl8pPr marL="6035634" indent="0">
              <a:buNone/>
              <a:defRPr sz="3772"/>
            </a:lvl8pPr>
            <a:lvl9pPr marL="6897868" indent="0">
              <a:buNone/>
              <a:defRPr sz="377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3789" y="4217194"/>
            <a:ext cx="7415953" cy="7812873"/>
          </a:xfrm>
        </p:spPr>
        <p:txBody>
          <a:bodyPr/>
          <a:lstStyle>
            <a:lvl1pPr marL="0" indent="0">
              <a:buNone/>
              <a:defRPr sz="3017"/>
            </a:lvl1pPr>
            <a:lvl2pPr marL="862233" indent="0">
              <a:buNone/>
              <a:defRPr sz="2640"/>
            </a:lvl2pPr>
            <a:lvl3pPr marL="1724467" indent="0">
              <a:buNone/>
              <a:defRPr sz="2263"/>
            </a:lvl3pPr>
            <a:lvl4pPr marL="2586700" indent="0">
              <a:buNone/>
              <a:defRPr sz="1886"/>
            </a:lvl4pPr>
            <a:lvl5pPr marL="3448934" indent="0">
              <a:buNone/>
              <a:defRPr sz="1886"/>
            </a:lvl5pPr>
            <a:lvl6pPr marL="4311167" indent="0">
              <a:buNone/>
              <a:defRPr sz="1886"/>
            </a:lvl6pPr>
            <a:lvl7pPr marL="5173401" indent="0">
              <a:buNone/>
              <a:defRPr sz="1886"/>
            </a:lvl7pPr>
            <a:lvl8pPr marL="6035634" indent="0">
              <a:buNone/>
              <a:defRPr sz="1886"/>
            </a:lvl8pPr>
            <a:lvl9pPr marL="6897868" indent="0">
              <a:buNone/>
              <a:defRPr sz="18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636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691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54616" y="748422"/>
            <a:ext cx="4957941" cy="119129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0793" y="748422"/>
            <a:ext cx="14586406" cy="119129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1094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1147405" y="3187800"/>
            <a:ext cx="9869256" cy="94453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11976458" y="3187800"/>
            <a:ext cx="9858173" cy="94453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147405" y="1586521"/>
            <a:ext cx="20694015" cy="112384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260862" y="5091625"/>
            <a:ext cx="18480679" cy="208830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2260862" y="7297996"/>
            <a:ext cx="18480679" cy="96667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0793" y="748423"/>
            <a:ext cx="19831764" cy="2717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0793" y="3742109"/>
            <a:ext cx="19831764" cy="891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0793" y="13029047"/>
            <a:ext cx="5173504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6547" y="13029047"/>
            <a:ext cx="7760256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39053" y="13029047"/>
            <a:ext cx="5173504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963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60" r:id="rId12"/>
    <p:sldLayoutId id="2147483661" r:id="rId13"/>
    <p:sldLayoutId id="2147483662" r:id="rId14"/>
  </p:sldLayoutIdLst>
  <p:txStyles>
    <p:titleStyle>
      <a:lvl1pPr algn="l" defTabSz="1724467" rtl="0" eaLnBrk="1" latinLnBrk="0" hangingPunct="1">
        <a:lnSpc>
          <a:spcPct val="90000"/>
        </a:lnSpc>
        <a:spcBef>
          <a:spcPct val="0"/>
        </a:spcBef>
        <a:buNone/>
        <a:defRPr sz="82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117" indent="-431117" algn="l" defTabSz="1724467" rtl="0" eaLnBrk="1" latinLnBrk="0" hangingPunct="1">
        <a:lnSpc>
          <a:spcPct val="90000"/>
        </a:lnSpc>
        <a:spcBef>
          <a:spcPts val="1886"/>
        </a:spcBef>
        <a:buFont typeface="Arial" panose="020B0604020202020204" pitchFamily="34" charset="0"/>
        <a:buChar char="•"/>
        <a:defRPr sz="5281" kern="1200">
          <a:solidFill>
            <a:schemeClr val="tx1"/>
          </a:solidFill>
          <a:latin typeface="+mn-lt"/>
          <a:ea typeface="+mn-ea"/>
          <a:cs typeface="+mn-cs"/>
        </a:defRPr>
      </a:lvl1pPr>
      <a:lvl2pPr marL="1293350" indent="-431117" algn="l" defTabSz="1724467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4526" kern="1200">
          <a:solidFill>
            <a:schemeClr val="tx1"/>
          </a:solidFill>
          <a:latin typeface="+mn-lt"/>
          <a:ea typeface="+mn-ea"/>
          <a:cs typeface="+mn-cs"/>
        </a:defRPr>
      </a:lvl2pPr>
      <a:lvl3pPr marL="2155584" indent="-431117" algn="l" defTabSz="1724467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3772" kern="1200">
          <a:solidFill>
            <a:schemeClr val="tx1"/>
          </a:solidFill>
          <a:latin typeface="+mn-lt"/>
          <a:ea typeface="+mn-ea"/>
          <a:cs typeface="+mn-cs"/>
        </a:defRPr>
      </a:lvl3pPr>
      <a:lvl4pPr marL="3017817" indent="-431117" algn="l" defTabSz="1724467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4pPr>
      <a:lvl5pPr marL="3880051" indent="-431117" algn="l" defTabSz="1724467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5pPr>
      <a:lvl6pPr marL="4742284" indent="-431117" algn="l" defTabSz="1724467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6pPr>
      <a:lvl7pPr marL="5604518" indent="-431117" algn="l" defTabSz="1724467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7pPr>
      <a:lvl8pPr marL="6466751" indent="-431117" algn="l" defTabSz="1724467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8pPr>
      <a:lvl9pPr marL="7328985" indent="-431117" algn="l" defTabSz="1724467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1pPr>
      <a:lvl2pPr marL="862233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2pPr>
      <a:lvl3pPr marL="1724467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3pPr>
      <a:lvl4pPr marL="2586700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4pPr>
      <a:lvl5pPr marL="3448934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5pPr>
      <a:lvl6pPr marL="4311167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6pPr>
      <a:lvl7pPr marL="5173401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7pPr>
      <a:lvl8pPr marL="6035634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8pPr>
      <a:lvl9pPr marL="6897868" algn="l" defTabSz="1724467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1"/>
          <p:cNvSpPr/>
          <p:nvPr/>
        </p:nvSpPr>
        <p:spPr>
          <a:xfrm>
            <a:off x="878306" y="2489920"/>
            <a:ext cx="4068000" cy="9536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4" name="TextBox 3"/>
          <p:cNvSpPr txBox="1"/>
          <p:nvPr/>
        </p:nvSpPr>
        <p:spPr>
          <a:xfrm>
            <a:off x="2134948" y="3596549"/>
            <a:ext cx="1614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Syntax Rule Violation</a:t>
            </a:r>
          </a:p>
        </p:txBody>
      </p:sp>
      <p:sp>
        <p:nvSpPr>
          <p:cNvPr id="8" name="bg1"/>
          <p:cNvSpPr/>
          <p:nvPr/>
        </p:nvSpPr>
        <p:spPr>
          <a:xfrm>
            <a:off x="6025760" y="3300824"/>
            <a:ext cx="4068000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12" name="TextBox 11"/>
          <p:cNvSpPr txBox="1"/>
          <p:nvPr/>
        </p:nvSpPr>
        <p:spPr>
          <a:xfrm>
            <a:off x="7030734" y="5149152"/>
            <a:ext cx="8819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Type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1534" y="5149152"/>
            <a:ext cx="1659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Declaration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3373" y="10186227"/>
            <a:ext cx="1502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Undefined Symbols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9602" y="10257945"/>
            <a:ext cx="1685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Duplicated Definitions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0205" y="10257945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Header File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1532529"/>
            <a:ext cx="491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80" y="2884294"/>
            <a:ext cx="461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C++</a:t>
            </a:r>
          </a:p>
        </p:txBody>
      </p:sp>
      <p:sp>
        <p:nvSpPr>
          <p:cNvPr id="23" name="bg1"/>
          <p:cNvSpPr/>
          <p:nvPr/>
        </p:nvSpPr>
        <p:spPr>
          <a:xfrm>
            <a:off x="896217" y="1345588"/>
            <a:ext cx="4068000" cy="9822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5" name="bg1"/>
          <p:cNvSpPr/>
          <p:nvPr/>
        </p:nvSpPr>
        <p:spPr>
          <a:xfrm>
            <a:off x="6025760" y="1327299"/>
            <a:ext cx="4068000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6" name="bg1"/>
          <p:cNvSpPr/>
          <p:nvPr/>
        </p:nvSpPr>
        <p:spPr>
          <a:xfrm>
            <a:off x="10718065" y="1327299"/>
            <a:ext cx="4068000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7" name="bg1"/>
          <p:cNvSpPr/>
          <p:nvPr/>
        </p:nvSpPr>
        <p:spPr>
          <a:xfrm>
            <a:off x="10718065" y="3285214"/>
            <a:ext cx="4068000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8" name="bg1"/>
          <p:cNvSpPr/>
          <p:nvPr/>
        </p:nvSpPr>
        <p:spPr>
          <a:xfrm>
            <a:off x="896482" y="6436093"/>
            <a:ext cx="4068000" cy="14392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9" name="bg1"/>
          <p:cNvSpPr/>
          <p:nvPr/>
        </p:nvSpPr>
        <p:spPr>
          <a:xfrm>
            <a:off x="896482" y="8394008"/>
            <a:ext cx="4068000" cy="16642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0" name="bg1"/>
          <p:cNvSpPr/>
          <p:nvPr/>
        </p:nvSpPr>
        <p:spPr>
          <a:xfrm>
            <a:off x="5266373" y="6419647"/>
            <a:ext cx="4068000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1" name="bg1"/>
          <p:cNvSpPr/>
          <p:nvPr/>
        </p:nvSpPr>
        <p:spPr>
          <a:xfrm>
            <a:off x="5266372" y="8377562"/>
            <a:ext cx="4068000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2" name="bg1"/>
          <p:cNvSpPr/>
          <p:nvPr/>
        </p:nvSpPr>
        <p:spPr>
          <a:xfrm>
            <a:off x="9683291" y="6403365"/>
            <a:ext cx="4068000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3" name="bg1"/>
          <p:cNvSpPr/>
          <p:nvPr/>
        </p:nvSpPr>
        <p:spPr>
          <a:xfrm>
            <a:off x="9683290" y="8361280"/>
            <a:ext cx="4068000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6" name="文本框 5"/>
          <p:cNvSpPr txBox="1"/>
          <p:nvPr/>
        </p:nvSpPr>
        <p:spPr>
          <a:xfrm>
            <a:off x="882683" y="2518888"/>
            <a:ext cx="4105538" cy="886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 void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obj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type_info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type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typeid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typeName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ReflectionUtils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getSimpleName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ts val="11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96349" y="1360456"/>
            <a:ext cx="41099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Preconditions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notNull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"Object must not be null"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getClass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getSimpleName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273113" y="347611"/>
            <a:ext cx="488219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null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true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zh-CN" altLang="en-US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instanceof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(),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 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 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}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else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}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00462" y="3011060"/>
            <a:ext cx="494540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constvoid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(obj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 dirty="0" err="1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nullptr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obj)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true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that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static_cast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*&gt;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(obj);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(),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 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6217" y="6467217"/>
            <a:ext cx="42492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compareTo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Delayed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>
                <a:solidFill>
                  <a:srgbClr val="E54595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0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} 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...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20348" y="8463153"/>
            <a:ext cx="406787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DelegatingScheduler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ScheduledCompletableFuture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compareTo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shared_ptr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Delayed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 dirty="0">
                <a:solidFill>
                  <a:srgbClr val="E54595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0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…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241634" y="8311891"/>
            <a:ext cx="331279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class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Header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NameValuePair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private: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public: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};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85119" y="6366569"/>
            <a:ext cx="336931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class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Header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extends 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NameValuePair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private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}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661855" y="6395444"/>
            <a:ext cx="5080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class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ExecutionAttemptedEvent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 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extendsExecutionEvent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{</a:t>
            </a:r>
            <a:endParaRPr lang="en-US" altLang="zh-CN" sz="1400" dirty="0">
              <a:solidFill>
                <a:srgbClr val="4DA621"/>
              </a:solidFill>
              <a:latin typeface="Times New Roman" panose="02020603050405020304" charset="0"/>
              <a:ea typeface="霞鹜文楷等宽" panose="02020509000000000000" charset="-122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String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 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ExecutionAttemptedEvent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["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"result="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result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", exception="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exception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']'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9652964" y="8319830"/>
            <a:ext cx="496804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#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include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"ExecutionAttemptedEvent.h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template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typename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stringExecutionAttemptedEvent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&gt;::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ostringstream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ExecutionAttemptedEvent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["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"result="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result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", exception="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(exception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?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"exception_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nullptr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")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']'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oss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738623" y="1636236"/>
            <a:ext cx="33045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 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o1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o2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…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812918" y="3334226"/>
            <a:ext cx="521250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 err="1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Cookie.h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class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static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o1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o2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  <a:r>
              <a:rPr lang="zh-CN" altLang="en-US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endParaRPr lang="en-US" altLang="zh-CN" sz="1400" dirty="0">
              <a:latin typeface="Times New Roman" panose="02020603050405020304" charset="0"/>
              <a:ea typeface="霞鹜文楷等宽" panose="02020509000000000000" charset="-122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altLang="zh-CN" sz="1400" dirty="0" err="1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Cookie.cpp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other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...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B4979-ED28-1B8B-570B-6F99104B7FF5}"/>
              </a:ext>
            </a:extLst>
          </p:cNvPr>
          <p:cNvSpPr txBox="1"/>
          <p:nvPr/>
        </p:nvSpPr>
        <p:spPr>
          <a:xfrm>
            <a:off x="30480" y="7567569"/>
            <a:ext cx="491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Java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AFD531-139A-206C-FFC4-768F2F7BCEF2}"/>
              </a:ext>
            </a:extLst>
          </p:cNvPr>
          <p:cNvSpPr txBox="1"/>
          <p:nvPr/>
        </p:nvSpPr>
        <p:spPr>
          <a:xfrm>
            <a:off x="122160" y="8919334"/>
            <a:ext cx="461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C++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52E221-0FBC-499F-DED6-D6B868E91230}"/>
              </a:ext>
            </a:extLst>
          </p:cNvPr>
          <p:cNvSpPr/>
          <p:nvPr/>
        </p:nvSpPr>
        <p:spPr>
          <a:xfrm>
            <a:off x="5474360" y="9227110"/>
            <a:ext cx="2617218" cy="268113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675629-61A9-5D1C-4E8C-C4DB820041C9}"/>
              </a:ext>
            </a:extLst>
          </p:cNvPr>
          <p:cNvSpPr/>
          <p:nvPr/>
        </p:nvSpPr>
        <p:spPr>
          <a:xfrm>
            <a:off x="5402472" y="8775663"/>
            <a:ext cx="2617218" cy="268113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590B9F-A689-5EF2-DE6B-926BB9206281}"/>
              </a:ext>
            </a:extLst>
          </p:cNvPr>
          <p:cNvSpPr/>
          <p:nvPr/>
        </p:nvSpPr>
        <p:spPr>
          <a:xfrm>
            <a:off x="1045930" y="8718975"/>
            <a:ext cx="3846785" cy="200359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5BF738-B26E-A2E1-1696-C8BA38ADE2C9}"/>
              </a:ext>
            </a:extLst>
          </p:cNvPr>
          <p:cNvSpPr/>
          <p:nvPr/>
        </p:nvSpPr>
        <p:spPr>
          <a:xfrm>
            <a:off x="12067625" y="4527403"/>
            <a:ext cx="1930208" cy="164716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EE57A1-B8B9-72DE-D22E-8A1336007C3E}"/>
              </a:ext>
            </a:extLst>
          </p:cNvPr>
          <p:cNvSpPr/>
          <p:nvPr/>
        </p:nvSpPr>
        <p:spPr>
          <a:xfrm>
            <a:off x="12454066" y="3850476"/>
            <a:ext cx="2676666" cy="164716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86CACB-EDED-F558-10B4-20243977C885}"/>
              </a:ext>
            </a:extLst>
          </p:cNvPr>
          <p:cNvSpPr/>
          <p:nvPr/>
        </p:nvSpPr>
        <p:spPr>
          <a:xfrm>
            <a:off x="9752960" y="8377561"/>
            <a:ext cx="2873827" cy="245847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1"/>
          <p:cNvSpPr/>
          <p:nvPr/>
        </p:nvSpPr>
        <p:spPr>
          <a:xfrm>
            <a:off x="1159662" y="7399851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4" name="TextBox 3"/>
          <p:cNvSpPr txBox="1"/>
          <p:nvPr/>
        </p:nvSpPr>
        <p:spPr>
          <a:xfrm>
            <a:off x="1911479" y="9263952"/>
            <a:ext cx="1614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Syntax Rule Violation</a:t>
            </a:r>
          </a:p>
        </p:txBody>
      </p:sp>
      <p:sp>
        <p:nvSpPr>
          <p:cNvPr id="8" name="bg1"/>
          <p:cNvSpPr/>
          <p:nvPr/>
        </p:nvSpPr>
        <p:spPr>
          <a:xfrm>
            <a:off x="4765698" y="7415624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12" name="TextBox 11"/>
          <p:cNvSpPr txBox="1"/>
          <p:nvPr/>
        </p:nvSpPr>
        <p:spPr>
          <a:xfrm>
            <a:off x="5770671" y="9263952"/>
            <a:ext cx="8819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Type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851" y="9267127"/>
            <a:ext cx="1502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Undefined Symbols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8833" y="9267127"/>
            <a:ext cx="1685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Duplicated Definitions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38555" y="9267127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Header File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355" y="564732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35" y="8099024"/>
            <a:ext cx="54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C++</a:t>
            </a:r>
          </a:p>
        </p:txBody>
      </p:sp>
      <p:sp>
        <p:nvSpPr>
          <p:cNvPr id="23" name="bg1"/>
          <p:cNvSpPr/>
          <p:nvPr/>
        </p:nvSpPr>
        <p:spPr>
          <a:xfrm>
            <a:off x="1177573" y="5460388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5" name="bg1"/>
          <p:cNvSpPr/>
          <p:nvPr/>
        </p:nvSpPr>
        <p:spPr>
          <a:xfrm>
            <a:off x="4765698" y="5442099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8" name="bg1"/>
          <p:cNvSpPr/>
          <p:nvPr/>
        </p:nvSpPr>
        <p:spPr>
          <a:xfrm>
            <a:off x="8354961" y="5445274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9" name="bg1"/>
          <p:cNvSpPr/>
          <p:nvPr/>
        </p:nvSpPr>
        <p:spPr>
          <a:xfrm>
            <a:off x="8354960" y="7403189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0" name="bg1"/>
          <p:cNvSpPr/>
          <p:nvPr/>
        </p:nvSpPr>
        <p:spPr>
          <a:xfrm>
            <a:off x="12025605" y="5428829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1" name="bg1"/>
          <p:cNvSpPr/>
          <p:nvPr/>
        </p:nvSpPr>
        <p:spPr>
          <a:xfrm>
            <a:off x="12025604" y="7386744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2" name="bg1"/>
          <p:cNvSpPr/>
          <p:nvPr/>
        </p:nvSpPr>
        <p:spPr>
          <a:xfrm>
            <a:off x="15631641" y="5412547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3" name="bg1"/>
          <p:cNvSpPr/>
          <p:nvPr/>
        </p:nvSpPr>
        <p:spPr>
          <a:xfrm>
            <a:off x="15631640" y="7370462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6" name="文本框 5"/>
          <p:cNvSpPr txBox="1"/>
          <p:nvPr/>
        </p:nvSpPr>
        <p:spPr>
          <a:xfrm>
            <a:off x="1177291" y="7548086"/>
            <a:ext cx="3447415" cy="1309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 void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obj)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::type_info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type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typeid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obj);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typeName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ReflectionUtils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getSimpleName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(type);</a:t>
            </a:r>
          </a:p>
          <a:p>
            <a:pPr>
              <a:lnSpc>
                <a:spcPts val="1100"/>
              </a:lnSpc>
            </a:pP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43965" y="5647531"/>
            <a:ext cx="315214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Preconditions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notNull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"Object must not be null"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).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getClass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().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getSimpleName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}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79646" y="5422742"/>
            <a:ext cx="361505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9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null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9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9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true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instanceof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(), 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  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  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}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else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9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}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752340" y="7374732"/>
            <a:ext cx="3392170" cy="1783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en-US" altLang="zh-CN" sz="10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constvoid*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(obj 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0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nullptr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0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obj)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0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true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that 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static_cast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*&gt;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(obj);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0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(), 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 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0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  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0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353425" y="5445283"/>
            <a:ext cx="5080000" cy="15684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 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compareTo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Delayed 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600">
                <a:solidFill>
                  <a:srgbClr val="E54595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0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} 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...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354695" y="7451567"/>
            <a:ext cx="3412490" cy="1599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DelegatingScheduler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ScheduledCompletableFuture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compareTo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shared_ptr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Delayed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</a:t>
            </a:r>
            <a:r>
              <a:rPr lang="en-US" altLang="zh-CN" sz="14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>
                <a:solidFill>
                  <a:srgbClr val="E54595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0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}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...}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2000865" y="7321073"/>
            <a:ext cx="5080000" cy="18148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class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Header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: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NameValuePair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private: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isAutogenerated;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public: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...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};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944350" y="5375751"/>
            <a:ext cx="3369310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class 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Header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extends NameValuePair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private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en-US" altLang="zh-CN" sz="14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...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isAutogenerated;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}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5610205" y="5444967"/>
            <a:ext cx="3418840" cy="1599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publicclass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ExecutionAttemptedEvent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extendsExecutionEvent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...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String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"ExecutionAttemptedEvent["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"result="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result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", exception="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exception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']';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5601315" y="7329011"/>
            <a:ext cx="342773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#include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"ExecutionAttemptedEvent.h"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template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typename</a:t>
            </a: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stringExecutionAttemptedEvent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&gt;::</a:t>
            </a:r>
            <a:r>
              <a:rPr lang="en-US" altLang="zh-CN" sz="12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::ostringstream oss;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oss 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"ExecutionAttemptedEvent["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"result="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result 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", exception="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(exception 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?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"exception_ptr"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"nullptr") 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']';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2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oss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2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();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971</Words>
  <Application>Microsoft Macintosh PowerPoint</Application>
  <PresentationFormat>Custom</PresentationFormat>
  <Paragraphs>158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Microsoft YaHei UI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Kaifeng Huang</cp:lastModifiedBy>
  <cp:revision>175</cp:revision>
  <dcterms:created xsi:type="dcterms:W3CDTF">2019-06-19T02:08:00Z</dcterms:created>
  <dcterms:modified xsi:type="dcterms:W3CDTF">2026-03-09T03:58:11Z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C244C0DF1AF94064BBB9ACC474575FD8_11</vt:lpwstr>
  </property>
</Properties>
</file>