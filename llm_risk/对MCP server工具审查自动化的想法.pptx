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9.xml"/><Relationship Id="rId5" Type="http://schemas.openxmlformats.org/officeDocument/2006/relationships/hyperlink" Target="https://github.com/punkpeye/awesome-mcp-servers/blob/main/README-zh.md" TargetMode="Externa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2.xml"/><Relationship Id="rId3" Type="http://schemas.openxmlformats.org/officeDocument/2006/relationships/image" Target="../media/image3.png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5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8.xml"/><Relationship Id="rId3" Type="http://schemas.openxmlformats.org/officeDocument/2006/relationships/image" Target="../media/image6.png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z="40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对</a:t>
            </a:r>
            <a:r>
              <a:rPr lang="en-US" altLang="zh-CN" sz="40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MCP server</a:t>
            </a:r>
            <a:r>
              <a:rPr lang="zh-CN" altLang="en-US" sz="40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工具审查自动化的想法</a:t>
            </a:r>
            <a:endParaRPr lang="zh-CN" altLang="en-US" sz="400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79415" y="3887470"/>
            <a:ext cx="974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臧真宇</a:t>
            </a:r>
            <a:endParaRPr lang="zh-CN" altLang="en-US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人工进行审查时经过的步骤</a:t>
            </a:r>
            <a:endParaRPr lang="zh-CN" altLang="en-US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step1 </a:t>
            </a:r>
            <a:r>
              <a:rPr lang="zh-CN" altLang="en-US"/>
              <a:t>在</a:t>
            </a:r>
            <a:r>
              <a:rPr lang="en-US" altLang="zh-CN"/>
              <a:t>github</a:t>
            </a:r>
            <a:r>
              <a:rPr lang="zh-CN" altLang="en-US"/>
              <a:t>中寻找相应的</a:t>
            </a:r>
            <a:r>
              <a:rPr lang="zh-CN" altLang="en-US"/>
              <a:t>项目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98145" y="1415415"/>
            <a:ext cx="5230495" cy="30975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975" y="1467485"/>
            <a:ext cx="5417185" cy="32080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091815" y="5336540"/>
            <a:ext cx="71501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hlinkClick r:id="rId5" tooltip="" action="ppaction://hlinkfile"/>
              </a:rPr>
              <a:t>https://github.com/punkpeye/awesome-mcp-servers/blob/main/README-zh.md</a:t>
            </a:r>
            <a:endParaRPr lang="en-US" altLang="zh-CN"/>
          </a:p>
        </p:txBody>
      </p:sp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step2 </a:t>
            </a:r>
            <a:r>
              <a:rPr lang="zh-CN" altLang="en-US"/>
              <a:t>在项目中寻找对应的源码，复制网站</a:t>
            </a:r>
            <a:r>
              <a:rPr lang="zh-CN" altLang="en-US"/>
              <a:t>地址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447165"/>
            <a:ext cx="6910070" cy="40925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084820" y="3060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一般存放在</a:t>
            </a:r>
            <a:r>
              <a:rPr lang="en-US" altLang="zh-CN"/>
              <a:t>src</a:t>
            </a:r>
            <a:r>
              <a:rPr lang="zh-CN" altLang="en-US"/>
              <a:t>文件夹</a:t>
            </a:r>
            <a:r>
              <a:rPr lang="zh-CN" altLang="en-US"/>
              <a:t>中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step3 </a:t>
            </a:r>
            <a:r>
              <a:rPr lang="zh-CN" altLang="en-US"/>
              <a:t>将网址与提示词一起发给</a:t>
            </a:r>
            <a:r>
              <a:rPr lang="en-US" altLang="zh-CN"/>
              <a:t>AI</a:t>
            </a:r>
            <a:r>
              <a:rPr lang="zh-CN" altLang="en-US"/>
              <a:t>工具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90220" y="1313815"/>
            <a:ext cx="5001895" cy="20408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660" y="1638935"/>
            <a:ext cx="5368925" cy="15716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756785" y="41694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我所使用的</a:t>
            </a:r>
            <a:r>
              <a:rPr lang="en-US" altLang="zh-CN"/>
              <a:t>AI</a:t>
            </a:r>
            <a:r>
              <a:rPr lang="zh-CN" altLang="en-US"/>
              <a:t>工具为</a:t>
            </a:r>
            <a:r>
              <a:rPr lang="en-US" altLang="zh-CN"/>
              <a:t>gemini</a:t>
            </a:r>
            <a:endParaRPr lang="en-US" altLang="zh-CN"/>
          </a:p>
        </p:txBody>
      </p: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step4 </a:t>
            </a:r>
            <a:r>
              <a:rPr lang="zh-CN" altLang="en-US"/>
              <a:t>将得到的总结添加到</a:t>
            </a:r>
            <a:r>
              <a:rPr lang="zh-CN" altLang="en-US"/>
              <a:t>表格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970530" y="1490345"/>
            <a:ext cx="6580505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对于自动化的想法</a:t>
            </a:r>
            <a:endParaRPr lang="zh-CN" altLang="en-US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6911975" cy="4759325"/>
          </a:xfrm>
        </p:spPr>
        <p:txBody>
          <a:bodyPr/>
          <a:p>
            <a:r>
              <a:rPr lang="zh-CN" altLang="en-US"/>
              <a:t>从上面的步骤可以看出，人工实际上并没有做出什么需要判断的行为，我的想法是，能否利用可以进行</a:t>
            </a:r>
            <a:r>
              <a:rPr lang="zh-CN" altLang="en-US">
                <a:solidFill>
                  <a:srgbClr val="FF0000"/>
                </a:solidFill>
              </a:rPr>
              <a:t>浏览器自动化和网页抓取的</a:t>
            </a:r>
            <a:r>
              <a:rPr lang="en-US" altLang="zh-CN">
                <a:solidFill>
                  <a:srgbClr val="FF0000"/>
                </a:solidFill>
              </a:rPr>
              <a:t>MCP server</a:t>
            </a:r>
            <a:r>
              <a:rPr lang="zh-CN" altLang="en-US">
                <a:solidFill>
                  <a:srgbClr val="FF0000"/>
                </a:solidFill>
              </a:rPr>
              <a:t>工具</a:t>
            </a:r>
            <a:r>
              <a:rPr lang="zh-CN" altLang="en-US"/>
              <a:t>将上面的步骤通过</a:t>
            </a:r>
            <a:r>
              <a:rPr lang="en-US" altLang="zh-CN">
                <a:sym typeface="+mn-ea"/>
              </a:rPr>
              <a:t>MCP server</a:t>
            </a:r>
            <a:r>
              <a:rPr lang="zh-CN" altLang="en-US">
                <a:sym typeface="+mn-ea"/>
              </a:rPr>
              <a:t>工具自动完成，使之制作可视化的表格，以进行大批量的审查</a:t>
            </a:r>
            <a:r>
              <a:rPr lang="zh-CN" altLang="en-US">
                <a:sym typeface="+mn-ea"/>
              </a:rPr>
              <a:t>处理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下周我的想法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：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ym typeface="+mn-ea"/>
              </a:rPr>
              <a:t>寻找好用、安全、快捷的</a:t>
            </a:r>
            <a:r>
              <a:rPr lang="en-US" altLang="zh-CN">
                <a:sym typeface="+mn-ea"/>
              </a:rPr>
              <a:t>MCP server</a:t>
            </a:r>
            <a:r>
              <a:rPr lang="zh-CN" altLang="en-US">
                <a:sym typeface="+mn-ea"/>
              </a:rPr>
              <a:t>工具以初步实现</a:t>
            </a:r>
            <a:r>
              <a:rPr lang="zh-CN" altLang="en-US">
                <a:sym typeface="+mn-ea"/>
              </a:rPr>
              <a:t>自动化</a:t>
            </a:r>
            <a:endParaRPr lang="zh-CN" altLang="en-US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1295" y="368300"/>
            <a:ext cx="3891280" cy="43294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6035" y="4391660"/>
            <a:ext cx="4669155" cy="225044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</Words>
  <Application>WPS 演示</Application>
  <PresentationFormat>宽屏</PresentationFormat>
  <Paragraphs>26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一个老人</cp:lastModifiedBy>
  <cp:revision>157</cp:revision>
  <dcterms:created xsi:type="dcterms:W3CDTF">2019-06-19T02:08:00Z</dcterms:created>
  <dcterms:modified xsi:type="dcterms:W3CDTF">2025-08-21T12:22:47Z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E47222CFCA2E4220BE02EC2C56D960B8_11</vt:lpwstr>
  </property>
</Properties>
</file>