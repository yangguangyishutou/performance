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63" r:id="rId2"/>
    <p:sldId id="264" r:id="rId3"/>
  </p:sldIdLst>
  <p:sldSz cx="12193588" cy="14057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76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0" autoAdjust="0"/>
    <p:restoredTop sz="94034"/>
  </p:normalViewPr>
  <p:slideViewPr>
    <p:cSldViewPr snapToGrid="0">
      <p:cViewPr>
        <p:scale>
          <a:sx n="58" d="100"/>
          <a:sy n="58" d="100"/>
        </p:scale>
        <p:origin x="284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973AF-1E6D-4746-8FA3-3206D360D595}" type="datetimeFigureOut">
              <a:rPr lang="en-CN" smtClean="0"/>
              <a:t>2026/2/19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90738" y="1143000"/>
            <a:ext cx="267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27BCB-9534-0947-95A2-138BE556530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76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7222" rtl="0" eaLnBrk="1" latinLnBrk="0" hangingPunct="1">
      <a:defRPr sz="1427" kern="1200">
        <a:solidFill>
          <a:schemeClr val="tx1"/>
        </a:solidFill>
        <a:latin typeface="+mn-lt"/>
        <a:ea typeface="+mn-ea"/>
        <a:cs typeface="+mn-cs"/>
      </a:defRPr>
    </a:lvl1pPr>
    <a:lvl2pPr marL="543611" algn="l" defTabSz="1087222" rtl="0" eaLnBrk="1" latinLnBrk="0" hangingPunct="1">
      <a:defRPr sz="1427" kern="1200">
        <a:solidFill>
          <a:schemeClr val="tx1"/>
        </a:solidFill>
        <a:latin typeface="+mn-lt"/>
        <a:ea typeface="+mn-ea"/>
        <a:cs typeface="+mn-cs"/>
      </a:defRPr>
    </a:lvl2pPr>
    <a:lvl3pPr marL="1087222" algn="l" defTabSz="1087222" rtl="0" eaLnBrk="1" latinLnBrk="0" hangingPunct="1">
      <a:defRPr sz="1427" kern="1200">
        <a:solidFill>
          <a:schemeClr val="tx1"/>
        </a:solidFill>
        <a:latin typeface="+mn-lt"/>
        <a:ea typeface="+mn-ea"/>
        <a:cs typeface="+mn-cs"/>
      </a:defRPr>
    </a:lvl3pPr>
    <a:lvl4pPr marL="1630832" algn="l" defTabSz="1087222" rtl="0" eaLnBrk="1" latinLnBrk="0" hangingPunct="1">
      <a:defRPr sz="1427" kern="1200">
        <a:solidFill>
          <a:schemeClr val="tx1"/>
        </a:solidFill>
        <a:latin typeface="+mn-lt"/>
        <a:ea typeface="+mn-ea"/>
        <a:cs typeface="+mn-cs"/>
      </a:defRPr>
    </a:lvl4pPr>
    <a:lvl5pPr marL="2174443" algn="l" defTabSz="1087222" rtl="0" eaLnBrk="1" latinLnBrk="0" hangingPunct="1">
      <a:defRPr sz="1427" kern="1200">
        <a:solidFill>
          <a:schemeClr val="tx1"/>
        </a:solidFill>
        <a:latin typeface="+mn-lt"/>
        <a:ea typeface="+mn-ea"/>
        <a:cs typeface="+mn-cs"/>
      </a:defRPr>
    </a:lvl5pPr>
    <a:lvl6pPr marL="2718054" algn="l" defTabSz="1087222" rtl="0" eaLnBrk="1" latinLnBrk="0" hangingPunct="1">
      <a:defRPr sz="1427" kern="1200">
        <a:solidFill>
          <a:schemeClr val="tx1"/>
        </a:solidFill>
        <a:latin typeface="+mn-lt"/>
        <a:ea typeface="+mn-ea"/>
        <a:cs typeface="+mn-cs"/>
      </a:defRPr>
    </a:lvl6pPr>
    <a:lvl7pPr marL="3261665" algn="l" defTabSz="1087222" rtl="0" eaLnBrk="1" latinLnBrk="0" hangingPunct="1">
      <a:defRPr sz="1427" kern="1200">
        <a:solidFill>
          <a:schemeClr val="tx1"/>
        </a:solidFill>
        <a:latin typeface="+mn-lt"/>
        <a:ea typeface="+mn-ea"/>
        <a:cs typeface="+mn-cs"/>
      </a:defRPr>
    </a:lvl7pPr>
    <a:lvl8pPr marL="3805276" algn="l" defTabSz="1087222" rtl="0" eaLnBrk="1" latinLnBrk="0" hangingPunct="1">
      <a:defRPr sz="1427" kern="1200">
        <a:solidFill>
          <a:schemeClr val="tx1"/>
        </a:solidFill>
        <a:latin typeface="+mn-lt"/>
        <a:ea typeface="+mn-ea"/>
        <a:cs typeface="+mn-cs"/>
      </a:defRPr>
    </a:lvl8pPr>
    <a:lvl9pPr marL="4348886" algn="l" defTabSz="1087222" rtl="0" eaLnBrk="1" latinLnBrk="0" hangingPunct="1">
      <a:defRPr sz="142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4919-5BB6-457B-A0EC-AECAAA67E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DEFB0-742E-9966-3F76-3573AB757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85F67-12DE-A42E-430F-011B67D62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>
              <a:sym typeface="Wingdings" pitchFamily="2" charset="2"/>
            </a:endParaRPr>
          </a:p>
          <a:p>
            <a:endParaRPr lang="en-CN" dirty="0">
              <a:sym typeface="Wingdings" pitchFamily="2" charset="2"/>
            </a:endParaRPr>
          </a:p>
          <a:p>
            <a:endParaRPr lang="en-CN" dirty="0">
              <a:sym typeface="Wingdings" pitchFamily="2" charset="2"/>
            </a:endParaRPr>
          </a:p>
          <a:p>
            <a:r>
              <a:rPr lang="en-CN" dirty="0">
                <a:sym typeface="Wingdings" pitchFamily="2" charset="2"/>
              </a:rPr>
              <a:t>Library -&gt; function2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D2541-948C-2F27-A838-A6F8FD919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27BCB-9534-0947-95A2-138BE5565305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4796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519" y="2300585"/>
            <a:ext cx="10364550" cy="4894027"/>
          </a:xfrm>
        </p:spPr>
        <p:txBody>
          <a:bodyPr anchor="b"/>
          <a:lstStyle>
            <a:lvl1pPr algn="ctr">
              <a:defRPr sz="80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7383344"/>
            <a:ext cx="9145191" cy="339392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676" indent="0" algn="ctr">
              <a:buNone/>
              <a:defRPr sz="2667"/>
            </a:lvl2pPr>
            <a:lvl3pPr marL="1219352" indent="0" algn="ctr">
              <a:buNone/>
              <a:defRPr sz="2400"/>
            </a:lvl3pPr>
            <a:lvl4pPr marL="1829029" indent="0" algn="ctr">
              <a:buNone/>
              <a:defRPr sz="2134"/>
            </a:lvl4pPr>
            <a:lvl5pPr marL="2438705" indent="0" algn="ctr">
              <a:buNone/>
              <a:defRPr sz="2134"/>
            </a:lvl5pPr>
            <a:lvl6pPr marL="3048381" indent="0" algn="ctr">
              <a:buNone/>
              <a:defRPr sz="2134"/>
            </a:lvl6pPr>
            <a:lvl7pPr marL="3658057" indent="0" algn="ctr">
              <a:buNone/>
              <a:defRPr sz="2134"/>
            </a:lvl7pPr>
            <a:lvl8pPr marL="4267733" indent="0" algn="ctr">
              <a:buNone/>
              <a:defRPr sz="2134"/>
            </a:lvl8pPr>
            <a:lvl9pPr marL="4877410" indent="0" algn="ctr">
              <a:buNone/>
              <a:defRPr sz="213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057A-0BEA-48B2-A216-D46DB2C83327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00EC-D30B-43B9-91A6-73ACE3934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49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057A-0BEA-48B2-A216-D46DB2C83327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00EC-D30B-43B9-91A6-73ACE3934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824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9" y="3504570"/>
            <a:ext cx="10516970" cy="5847451"/>
          </a:xfrm>
        </p:spPr>
        <p:txBody>
          <a:bodyPr anchor="b"/>
          <a:lstStyle>
            <a:lvl1pPr>
              <a:defRPr sz="80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9" y="9407340"/>
            <a:ext cx="10516970" cy="307503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676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35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9029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4pPr>
            <a:lvl5pPr marL="2438705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5pPr>
            <a:lvl6pPr marL="3048381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6pPr>
            <a:lvl7pPr marL="3658057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7pPr>
            <a:lvl8pPr marL="4267733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8pPr>
            <a:lvl9pPr marL="4877410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057A-0BEA-48B2-A216-D46DB2C83327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00EC-D30B-43B9-91A6-73ACE3934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194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3742109"/>
            <a:ext cx="5182275" cy="89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3742109"/>
            <a:ext cx="5182275" cy="89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057A-0BEA-48B2-A216-D46DB2C83327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00EC-D30B-43B9-91A6-73ACE3934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748425"/>
            <a:ext cx="10516970" cy="2717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9" y="3445995"/>
            <a:ext cx="5158458" cy="168882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76" indent="0">
              <a:buNone/>
              <a:defRPr sz="2667" b="1"/>
            </a:lvl2pPr>
            <a:lvl3pPr marL="1219352" indent="0">
              <a:buNone/>
              <a:defRPr sz="2400" b="1"/>
            </a:lvl3pPr>
            <a:lvl4pPr marL="1829029" indent="0">
              <a:buNone/>
              <a:defRPr sz="2134" b="1"/>
            </a:lvl4pPr>
            <a:lvl5pPr marL="2438705" indent="0">
              <a:buNone/>
              <a:defRPr sz="2134" b="1"/>
            </a:lvl5pPr>
            <a:lvl6pPr marL="3048381" indent="0">
              <a:buNone/>
              <a:defRPr sz="2134" b="1"/>
            </a:lvl6pPr>
            <a:lvl7pPr marL="3658057" indent="0">
              <a:buNone/>
              <a:defRPr sz="2134" b="1"/>
            </a:lvl7pPr>
            <a:lvl8pPr marL="4267733" indent="0">
              <a:buNone/>
              <a:defRPr sz="2134" b="1"/>
            </a:lvl8pPr>
            <a:lvl9pPr marL="4877410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9" y="5134824"/>
            <a:ext cx="5158458" cy="7552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5" y="3445995"/>
            <a:ext cx="5183863" cy="168882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76" indent="0">
              <a:buNone/>
              <a:defRPr sz="2667" b="1"/>
            </a:lvl2pPr>
            <a:lvl3pPr marL="1219352" indent="0">
              <a:buNone/>
              <a:defRPr sz="2400" b="1"/>
            </a:lvl3pPr>
            <a:lvl4pPr marL="1829029" indent="0">
              <a:buNone/>
              <a:defRPr sz="2134" b="1"/>
            </a:lvl4pPr>
            <a:lvl5pPr marL="2438705" indent="0">
              <a:buNone/>
              <a:defRPr sz="2134" b="1"/>
            </a:lvl5pPr>
            <a:lvl6pPr marL="3048381" indent="0">
              <a:buNone/>
              <a:defRPr sz="2134" b="1"/>
            </a:lvl6pPr>
            <a:lvl7pPr marL="3658057" indent="0">
              <a:buNone/>
              <a:defRPr sz="2134" b="1"/>
            </a:lvl7pPr>
            <a:lvl8pPr marL="4267733" indent="0">
              <a:buNone/>
              <a:defRPr sz="2134" b="1"/>
            </a:lvl8pPr>
            <a:lvl9pPr marL="4877410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5" y="5134824"/>
            <a:ext cx="5183863" cy="7552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057A-0BEA-48B2-A216-D46DB2C83327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00EC-D30B-43B9-91A6-73ACE3934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227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057A-0BEA-48B2-A216-D46DB2C83327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00EC-D30B-43B9-91A6-73ACE3934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84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057A-0BEA-48B2-A216-D46DB2C83327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00EC-D30B-43B9-91A6-73ACE3934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634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937154"/>
            <a:ext cx="3932750" cy="328004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2023996"/>
            <a:ext cx="6173004" cy="9989803"/>
          </a:xfrm>
        </p:spPr>
        <p:txBody>
          <a:bodyPr/>
          <a:lstStyle>
            <a:lvl1pPr>
              <a:defRPr sz="4267"/>
            </a:lvl1pPr>
            <a:lvl2pPr>
              <a:defRPr sz="3734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4217194"/>
            <a:ext cx="3932750" cy="7812873"/>
          </a:xfrm>
        </p:spPr>
        <p:txBody>
          <a:bodyPr/>
          <a:lstStyle>
            <a:lvl1pPr marL="0" indent="0">
              <a:buNone/>
              <a:defRPr sz="2134"/>
            </a:lvl1pPr>
            <a:lvl2pPr marL="609676" indent="0">
              <a:buNone/>
              <a:defRPr sz="1867"/>
            </a:lvl2pPr>
            <a:lvl3pPr marL="1219352" indent="0">
              <a:buNone/>
              <a:defRPr sz="1600"/>
            </a:lvl3pPr>
            <a:lvl4pPr marL="1829029" indent="0">
              <a:buNone/>
              <a:defRPr sz="1334"/>
            </a:lvl4pPr>
            <a:lvl5pPr marL="2438705" indent="0">
              <a:buNone/>
              <a:defRPr sz="1334"/>
            </a:lvl5pPr>
            <a:lvl6pPr marL="3048381" indent="0">
              <a:buNone/>
              <a:defRPr sz="1334"/>
            </a:lvl6pPr>
            <a:lvl7pPr marL="3658057" indent="0">
              <a:buNone/>
              <a:defRPr sz="1334"/>
            </a:lvl7pPr>
            <a:lvl8pPr marL="4267733" indent="0">
              <a:buNone/>
              <a:defRPr sz="1334"/>
            </a:lvl8pPr>
            <a:lvl9pPr marL="4877410" indent="0">
              <a:buNone/>
              <a:defRPr sz="13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057A-0BEA-48B2-A216-D46DB2C83327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00EC-D30B-43B9-91A6-73ACE3934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22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937154"/>
            <a:ext cx="3932750" cy="328004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2023996"/>
            <a:ext cx="6173004" cy="9989803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676" indent="0">
              <a:buNone/>
              <a:defRPr sz="3734"/>
            </a:lvl2pPr>
            <a:lvl3pPr marL="1219352" indent="0">
              <a:buNone/>
              <a:defRPr sz="3200"/>
            </a:lvl3pPr>
            <a:lvl4pPr marL="1829029" indent="0">
              <a:buNone/>
              <a:defRPr sz="2667"/>
            </a:lvl4pPr>
            <a:lvl5pPr marL="2438705" indent="0">
              <a:buNone/>
              <a:defRPr sz="2667"/>
            </a:lvl5pPr>
            <a:lvl6pPr marL="3048381" indent="0">
              <a:buNone/>
              <a:defRPr sz="2667"/>
            </a:lvl6pPr>
            <a:lvl7pPr marL="3658057" indent="0">
              <a:buNone/>
              <a:defRPr sz="2667"/>
            </a:lvl7pPr>
            <a:lvl8pPr marL="4267733" indent="0">
              <a:buNone/>
              <a:defRPr sz="2667"/>
            </a:lvl8pPr>
            <a:lvl9pPr marL="4877410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4217194"/>
            <a:ext cx="3932750" cy="7812873"/>
          </a:xfrm>
        </p:spPr>
        <p:txBody>
          <a:bodyPr/>
          <a:lstStyle>
            <a:lvl1pPr marL="0" indent="0">
              <a:buNone/>
              <a:defRPr sz="2134"/>
            </a:lvl1pPr>
            <a:lvl2pPr marL="609676" indent="0">
              <a:buNone/>
              <a:defRPr sz="1867"/>
            </a:lvl2pPr>
            <a:lvl3pPr marL="1219352" indent="0">
              <a:buNone/>
              <a:defRPr sz="1600"/>
            </a:lvl3pPr>
            <a:lvl4pPr marL="1829029" indent="0">
              <a:buNone/>
              <a:defRPr sz="1334"/>
            </a:lvl4pPr>
            <a:lvl5pPr marL="2438705" indent="0">
              <a:buNone/>
              <a:defRPr sz="1334"/>
            </a:lvl5pPr>
            <a:lvl6pPr marL="3048381" indent="0">
              <a:buNone/>
              <a:defRPr sz="1334"/>
            </a:lvl6pPr>
            <a:lvl7pPr marL="3658057" indent="0">
              <a:buNone/>
              <a:defRPr sz="1334"/>
            </a:lvl7pPr>
            <a:lvl8pPr marL="4267733" indent="0">
              <a:buNone/>
              <a:defRPr sz="1334"/>
            </a:lvl8pPr>
            <a:lvl9pPr marL="4877410" indent="0">
              <a:buNone/>
              <a:defRPr sz="13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057A-0BEA-48B2-A216-D46DB2C83327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00EC-D30B-43B9-91A6-73ACE3934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286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057A-0BEA-48B2-A216-D46DB2C83327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00EC-D30B-43B9-91A6-73ACE3934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224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748422"/>
            <a:ext cx="2629242" cy="119129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10" y="748422"/>
            <a:ext cx="7735307" cy="119129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057A-0BEA-48B2-A216-D46DB2C83327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00EC-D30B-43B9-91A6-73ACE3934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69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748425"/>
            <a:ext cx="10516970" cy="2717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3742109"/>
            <a:ext cx="10516970" cy="8919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13029050"/>
            <a:ext cx="2743557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A057A-0BEA-48B2-A216-D46DB2C83327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13029050"/>
            <a:ext cx="4115336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13029050"/>
            <a:ext cx="2743557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A00EC-D30B-43B9-91A6-73ACE3934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03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352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838" indent="-304838" algn="l" defTabSz="1219352" rtl="0" eaLnBrk="1" latinLnBrk="0" hangingPunct="1">
        <a:lnSpc>
          <a:spcPct val="90000"/>
        </a:lnSpc>
        <a:spcBef>
          <a:spcPts val="1334"/>
        </a:spcBef>
        <a:buFont typeface="Arial" panose="020B0604020202020204" pitchFamily="34" charset="0"/>
        <a:buChar char="•"/>
        <a:defRPr sz="3734" kern="1200">
          <a:solidFill>
            <a:schemeClr val="tx1"/>
          </a:solidFill>
          <a:latin typeface="+mn-lt"/>
          <a:ea typeface="+mn-ea"/>
          <a:cs typeface="+mn-cs"/>
        </a:defRPr>
      </a:lvl1pPr>
      <a:lvl2pPr marL="914514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191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867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543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3219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895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572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48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76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352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029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705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381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057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733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10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EBF56-8B6D-0916-1E90-2B07ACA1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4D17E449-70D3-8B35-AA2E-BF6920BD04B2}"/>
              </a:ext>
            </a:extLst>
          </p:cNvPr>
          <p:cNvSpPr/>
          <p:nvPr/>
        </p:nvSpPr>
        <p:spPr>
          <a:xfrm>
            <a:off x="1839097" y="475883"/>
            <a:ext cx="8492532" cy="10192117"/>
          </a:xfrm>
          <a:prstGeom prst="roundRect">
            <a:avLst>
              <a:gd name="adj" fmla="val 1126"/>
            </a:avLst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8FF149-EE2F-05B4-771C-1DCDC72459BF}"/>
              </a:ext>
            </a:extLst>
          </p:cNvPr>
          <p:cNvSpPr txBox="1"/>
          <p:nvPr/>
        </p:nvSpPr>
        <p:spPr>
          <a:xfrm>
            <a:off x="1991993" y="1246768"/>
            <a:ext cx="5321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Model Input</a:t>
            </a:r>
            <a:endParaRPr lang="zh-CN" altLang="en-US" b="1" dirty="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文本框 13">
            <a:extLst>
              <a:ext uri="{FF2B5EF4-FFF2-40B4-BE49-F238E27FC236}">
                <a16:creationId xmlns:a16="http://schemas.microsoft.com/office/drawing/2014/main" id="{22AE5919-001F-31FC-5A50-A87E9D9B7C31}"/>
              </a:ext>
            </a:extLst>
          </p:cNvPr>
          <p:cNvSpPr txBox="1"/>
          <p:nvPr/>
        </p:nvSpPr>
        <p:spPr>
          <a:xfrm>
            <a:off x="1876743" y="522120"/>
            <a:ext cx="8440102" cy="10145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System Persona: 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 are an expert Python security researcher and MCP (Model Context Protocol) developer. Your task is to generate a high-quality, executable Python code snippet containing a specific security vulnerability.</a:t>
            </a:r>
          </a:p>
          <a:p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Input Context:</a:t>
            </a:r>
          </a:p>
          <a:p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Vulnerability Type: 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{Vulnerability Type}</a:t>
            </a:r>
          </a:p>
          <a:p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Vulnerability-Triggering Expression: 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{expr} </a:t>
            </a:r>
          </a:p>
          <a:p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Varying Context: 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{VARIANT} </a:t>
            </a:r>
          </a:p>
          <a:p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Constraint Checklist:</a:t>
            </a:r>
          </a:p>
          <a:p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1. </a:t>
            </a:r>
            <a:r>
              <a:rPr lang="en-US" altLang="zh-CN" b="1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Implementation</a:t>
            </a:r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 from </a:t>
            </a:r>
            <a:r>
              <a:rPr lang="en-US" altLang="zh-CN" dirty="0" err="1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mcp.server.fastmcp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import </a:t>
            </a:r>
            <a:r>
              <a:rPr lang="en-US" altLang="zh-CN" dirty="0" err="1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FastMCP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Define a tool using the @</a:t>
            </a:r>
            <a:r>
              <a:rPr lang="en-US" altLang="zh-CN" dirty="0" err="1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mcp.tool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() decorator.</a:t>
            </a:r>
          </a:p>
          <a:p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2. </a:t>
            </a:r>
            <a:r>
              <a:rPr lang="en-US" altLang="zh-CN" b="1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API</a:t>
            </a:r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Include the standard </a:t>
            </a:r>
            <a:r>
              <a:rPr lang="en-US" altLang="zh-CN" dirty="0" err="1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create_starlette_app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</a:t>
            </a:r>
            <a:r>
              <a:rPr lang="en-US" altLang="zh-CN" dirty="0" err="1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uvicorn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entry point to ensure the code is runnable as an MCP server.</a:t>
            </a:r>
          </a:p>
          <a:p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3. </a:t>
            </a:r>
            <a:r>
              <a:rPr lang="en-US" altLang="zh-CN" b="1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Functionality</a:t>
            </a:r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code should look like a legitimate functional tool (e.g., a system utility, a data analyzer), but fundamentally contain the specified vulnerability logic included with the varying context.</a:t>
            </a:r>
          </a:p>
          <a:p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4. </a:t>
            </a:r>
            <a:r>
              <a:rPr lang="en-US" altLang="zh-CN" b="1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Self-Containment</a:t>
            </a:r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Ensure all necessary imports are present.</a:t>
            </a:r>
          </a:p>
          <a:p>
            <a:r>
              <a:rPr lang="en-US" altLang="zh-CN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Output Format</a:t>
            </a:r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</a:p>
          <a:p>
            <a:r>
              <a:rPr lang="en-US" altLang="zh-CN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 must output ONLY a single valid JSON object on a single line, following this schema: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"metadata": {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		"name": "&lt;Name&gt;",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		"language": "Python",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		"description": "&lt;Desc&gt;”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},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"assets": {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		"</a:t>
            </a:r>
            <a:r>
              <a:rPr lang="en-US" altLang="zh-CN" i="1" dirty="0" err="1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source_code</a:t>
            </a:r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": [{"content":"&lt;full python code&gt;"}]},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		"dependencies": ["</a:t>
            </a:r>
            <a:r>
              <a:rPr lang="en-US" altLang="zh-CN" i="1" dirty="0" err="1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mcp</a:t>
            </a:r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", "</a:t>
            </a:r>
            <a:r>
              <a:rPr lang="en-US" altLang="zh-CN" i="1" dirty="0" err="1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starlette</a:t>
            </a:r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", "</a:t>
            </a:r>
            <a:r>
              <a:rPr lang="en-US" altLang="zh-CN" i="1" dirty="0" err="1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uvicorn</a:t>
            </a:r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", "&lt;</a:t>
            </a:r>
            <a:r>
              <a:rPr lang="en-US" altLang="zh-CN" i="1" dirty="0" err="1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other_libs</a:t>
            </a:r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&gt;"]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},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"</a:t>
            </a:r>
            <a:r>
              <a:rPr lang="en-US" altLang="zh-CN" i="1" dirty="0" err="1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ground_truth</a:t>
            </a:r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": {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			"</a:t>
            </a:r>
            <a:r>
              <a:rPr lang="en-US" altLang="zh-CN" i="1" dirty="0" err="1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is_vulnerable</a:t>
            </a:r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": true,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			"risks": [{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				”</a:t>
            </a:r>
            <a:r>
              <a:rPr lang="en-US" altLang="zh-CN" i="1" dirty="0" err="1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vulnerability_type</a:t>
            </a:r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": "{type}",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				"description": "&lt;desc&gt;"}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			]}</a:t>
            </a:r>
          </a:p>
          <a:p>
            <a:r>
              <a:rPr lang="en-US" altLang="zh-CN" i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}}</a:t>
            </a:r>
          </a:p>
          <a:p>
            <a:endParaRPr lang="en-US" altLang="zh-CN" dirty="0"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altLang="zh-CN" dirty="0">
              <a:latin typeface="Helvetica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47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0BA85A-18E8-2B5F-48E2-8BCEBA54C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594" y="4437856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15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3993</TotalTime>
  <Words>325</Words>
  <Application>Microsoft Macintosh PowerPoint</Application>
  <PresentationFormat>Custom</PresentationFormat>
  <Paragraphs>35</Paragraphs>
  <Slides>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Helvetica Neue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XY L</dc:creator>
  <cp:lastModifiedBy>Kaifeng Huang</cp:lastModifiedBy>
  <cp:revision>89</cp:revision>
  <dcterms:created xsi:type="dcterms:W3CDTF">2025-04-11T05:10:56Z</dcterms:created>
  <dcterms:modified xsi:type="dcterms:W3CDTF">2026-02-19T16:18:40Z</dcterms:modified>
</cp:coreProperties>
</file>