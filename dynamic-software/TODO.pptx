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34"/>
    <p:restoredTop sz="84842"/>
  </p:normalViewPr>
  <p:slideViewPr>
    <p:cSldViewPr snapToGrid="0">
      <p:cViewPr varScale="1">
        <p:scale>
          <a:sx n="57" d="100"/>
          <a:sy n="57" d="100"/>
        </p:scale>
        <p:origin x="8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3C26-BD16-066E-A853-9B375F0CF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62ADE-178A-AD0E-BE52-6221751A0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657C8-4ADE-D990-2587-304302B9D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6CA5-4CF2-0A4C-AC3D-FABAF758CDEF}" type="datetimeFigureOut">
              <a:rPr lang="en-CN" smtClean="0"/>
              <a:t>2025/8/14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5E60E-3BB1-48D7-D4A2-058859D5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EF09C-2467-FA47-EE73-220A43EAB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B4532-40F2-9C4B-922A-49E29F61C3E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6588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14857-6180-C7B5-D7F2-249879B8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74B3A-40C8-7376-2553-A96910258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A4A5C-7023-0D1F-3291-40A6C77BE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6CA5-4CF2-0A4C-AC3D-FABAF758CDEF}" type="datetimeFigureOut">
              <a:rPr lang="en-CN" smtClean="0"/>
              <a:t>2025/8/14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57526-0062-B871-4F89-67BF76EBD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159E6-4A60-28D7-DFA4-7B9329451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B4532-40F2-9C4B-922A-49E29F61C3E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88970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24BE7-CD2F-1E40-7FAF-C21E277E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DC5F3-D700-ED57-741A-27FDD26AD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630F0-9F20-9B3D-AB95-54621DEFC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6CA5-4CF2-0A4C-AC3D-FABAF758CDEF}" type="datetimeFigureOut">
              <a:rPr lang="en-CN" smtClean="0"/>
              <a:t>2025/8/14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84EB9-B311-FF89-BAF4-83F95E161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B8902-AD92-D339-9373-7792F71E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B4532-40F2-9C4B-922A-49E29F61C3E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95927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DB15E-052A-B978-1DAE-6D3B13A89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1A150-6A68-D6AB-462E-938560D37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394A2-0804-B789-281B-E8D7DC91D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2EE15-32B2-C448-121C-BFB08A94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6CA5-4CF2-0A4C-AC3D-FABAF758CDEF}" type="datetimeFigureOut">
              <a:rPr lang="en-CN" smtClean="0"/>
              <a:t>2025/8/14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290CB-EB52-BF83-56AC-DF2A4B06F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BC29E-618D-4907-3F5B-194AAB6E5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B4532-40F2-9C4B-922A-49E29F61C3E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00983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858C2-E70F-46F2-A892-A00AA87EF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0EF8D-47E7-6E23-3A85-047F73367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D0A55-1908-3157-2BE9-743513F53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F40B2D-5F46-FC27-DA64-04C1A432FB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7AC2C6-DF61-0DE0-8A38-47AB4352DD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FD7129-6C03-6C41-2A30-11EA52C89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6CA5-4CF2-0A4C-AC3D-FABAF758CDEF}" type="datetimeFigureOut">
              <a:rPr lang="en-CN" smtClean="0"/>
              <a:t>2025/8/14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81D1B2-4AFC-7FED-E482-4BF6F3C63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A3BAA1-6333-E191-C669-095BAD021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B4532-40F2-9C4B-922A-49E29F61C3E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6045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EAD02-6995-6764-6818-6228B14F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7B824-0008-4C4C-2146-DC4984074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6CA5-4CF2-0A4C-AC3D-FABAF758CDEF}" type="datetimeFigureOut">
              <a:rPr lang="en-CN" smtClean="0"/>
              <a:t>2025/8/14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DA212-0F6D-250F-E84D-8FE547AB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B2C76-9B22-5E34-FA39-653CD1668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B4532-40F2-9C4B-922A-49E29F61C3E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40144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8D363C-6873-EF57-7F97-D608A828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6CA5-4CF2-0A4C-AC3D-FABAF758CDEF}" type="datetimeFigureOut">
              <a:rPr lang="en-CN" smtClean="0"/>
              <a:t>2025/8/14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91117-829B-DBA7-A530-6056CE64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3424A-34E7-B079-133E-AE3208F8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B4532-40F2-9C4B-922A-49E29F61C3E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28914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B543A-8B32-9BF6-B07D-58D41F9E0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F7BC9-F8AE-1081-7815-BE66E9371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A8058-1566-ACAC-5019-4F572469A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6E05F-D533-1533-850C-00849C88A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6CA5-4CF2-0A4C-AC3D-FABAF758CDEF}" type="datetimeFigureOut">
              <a:rPr lang="en-CN" smtClean="0"/>
              <a:t>2025/8/14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9E07C-824C-1D0C-8942-1D943C27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6DE7A-4C1A-0F9C-6202-3CC15592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B4532-40F2-9C4B-922A-49E29F61C3E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53590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04ED-4E67-A86E-9839-E5D307E3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A2894-6953-E175-D517-3E517F187E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FB3D3-6C60-8EFC-47B6-9EFCD23BF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56989-9A6D-86BB-436E-32E44EA19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6CA5-4CF2-0A4C-AC3D-FABAF758CDEF}" type="datetimeFigureOut">
              <a:rPr lang="en-CN" smtClean="0"/>
              <a:t>2025/8/14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33A67-C2DD-5AE1-2361-2444D425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2AADE-A5D4-54D7-2851-6CFD17DB6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B4532-40F2-9C4B-922A-49E29F61C3E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211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B0CD-FD5C-A5B4-2275-DBC958D3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92EE4C-6CB7-AAEC-5141-1ECDF0B02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EB79B-2ABC-BD82-601C-1EE3E930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6CA5-4CF2-0A4C-AC3D-FABAF758CDEF}" type="datetimeFigureOut">
              <a:rPr lang="en-CN" smtClean="0"/>
              <a:t>2025/8/14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31F19-235C-4C91-B5FF-745070B9C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060D5-4114-4B25-F330-17E0A1B05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B4532-40F2-9C4B-922A-49E29F61C3E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68222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82AC38-DAAB-44AA-80F3-05F40E4A0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E71120-E0E9-876D-C908-5AB3161B5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4D355-DFCA-346D-23FE-A8E4A468A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6CA5-4CF2-0A4C-AC3D-FABAF758CDEF}" type="datetimeFigureOut">
              <a:rPr lang="en-CN" smtClean="0"/>
              <a:t>2025/8/14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378C0-247A-7F0C-F30A-D061A8E9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49EBF-F23F-2110-C2E7-D593A4A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B4532-40F2-9C4B-922A-49E29F61C3E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06240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623E69-4984-348D-19BB-99A25C1FB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15D82-98F9-5D84-5871-F769295C9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E790C-5317-EC9F-F96F-DC35629AC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A6CA5-4CF2-0A4C-AC3D-FABAF758CDEF}" type="datetimeFigureOut">
              <a:rPr lang="en-CN" smtClean="0"/>
              <a:t>2025/8/14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2A67A-20CA-D2D2-7F90-8F3E58366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C9AFF-005A-71C8-A5E8-8295DCD7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B4532-40F2-9C4B-922A-49E29F61C3E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4558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8AE540-424A-817E-43DC-38A3E140C534}"/>
              </a:ext>
            </a:extLst>
          </p:cNvPr>
          <p:cNvSpPr/>
          <p:nvPr/>
        </p:nvSpPr>
        <p:spPr>
          <a:xfrm>
            <a:off x="3412957" y="4054642"/>
            <a:ext cx="5856986" cy="125128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86329-3124-BAB9-AEC2-CC70AE729BA9}"/>
              </a:ext>
            </a:extLst>
          </p:cNvPr>
          <p:cNvSpPr/>
          <p:nvPr/>
        </p:nvSpPr>
        <p:spPr>
          <a:xfrm>
            <a:off x="3412957" y="1463842"/>
            <a:ext cx="1736559" cy="125128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</a:t>
            </a:r>
            <a:endParaRPr lang="en-C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078AE5-3560-F3DA-D34D-78BEEA5E6B08}"/>
              </a:ext>
            </a:extLst>
          </p:cNvPr>
          <p:cNvCxnSpPr>
            <a:stCxn id="6" idx="2"/>
          </p:cNvCxnSpPr>
          <p:nvPr/>
        </p:nvCxnSpPr>
        <p:spPr>
          <a:xfrm>
            <a:off x="4281237" y="2715126"/>
            <a:ext cx="45103" cy="713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9250A40-1EF8-E246-FFFD-F2047A89A384}"/>
              </a:ext>
            </a:extLst>
          </p:cNvPr>
          <p:cNvSpPr/>
          <p:nvPr/>
        </p:nvSpPr>
        <p:spPr>
          <a:xfrm>
            <a:off x="3439625" y="1463842"/>
            <a:ext cx="856518" cy="51077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XML</a:t>
            </a:r>
            <a:endParaRPr lang="en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7835DB-9EC9-01B5-D0C6-7B9A18941678}"/>
              </a:ext>
            </a:extLst>
          </p:cNvPr>
          <p:cNvSpPr/>
          <p:nvPr/>
        </p:nvSpPr>
        <p:spPr>
          <a:xfrm>
            <a:off x="4322811" y="1463842"/>
            <a:ext cx="856518" cy="51077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Activity.class</a:t>
            </a:r>
            <a:endParaRPr lang="en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14041-78DB-5A66-6FBB-597FCDE231C6}"/>
              </a:ext>
            </a:extLst>
          </p:cNvPr>
          <p:cNvSpPr txBox="1"/>
          <p:nvPr/>
        </p:nvSpPr>
        <p:spPr>
          <a:xfrm>
            <a:off x="3840039" y="922239"/>
            <a:ext cx="927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WeChat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2B6F22-093C-9E3C-9DE4-A08D54169DFA}"/>
              </a:ext>
            </a:extLst>
          </p:cNvPr>
          <p:cNvSpPr txBox="1"/>
          <p:nvPr/>
        </p:nvSpPr>
        <p:spPr>
          <a:xfrm>
            <a:off x="7178722" y="477672"/>
            <a:ext cx="1642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Pre-I</a:t>
            </a:r>
            <a:r>
              <a:rPr lang="en-CN" b="1" dirty="0"/>
              <a:t>nstall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C72032-EA61-DE5C-9A38-626A05D69B3D}"/>
              </a:ext>
            </a:extLst>
          </p:cNvPr>
          <p:cNvSpPr txBox="1"/>
          <p:nvPr/>
        </p:nvSpPr>
        <p:spPr>
          <a:xfrm>
            <a:off x="7178722" y="1279176"/>
            <a:ext cx="122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CN" dirty="0"/>
              <a:t>nstall time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8E757E-2613-FF59-70BA-D51E35DEF19B}"/>
              </a:ext>
            </a:extLst>
          </p:cNvPr>
          <p:cNvSpPr txBox="1"/>
          <p:nvPr/>
        </p:nvSpPr>
        <p:spPr>
          <a:xfrm>
            <a:off x="7223033" y="2043788"/>
            <a:ext cx="1600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Pot-I</a:t>
            </a:r>
            <a:r>
              <a:rPr lang="en-CN" dirty="0"/>
              <a:t>nstall 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ED272F-B49A-5DCA-1207-D5815B55B37E}"/>
              </a:ext>
            </a:extLst>
          </p:cNvPr>
          <p:cNvSpPr txBox="1"/>
          <p:nvPr/>
        </p:nvSpPr>
        <p:spPr>
          <a:xfrm>
            <a:off x="5842138" y="3253138"/>
            <a:ext cx="297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CN" dirty="0"/>
              <a:t>untime(xml, activity.class) { }</a:t>
            </a:r>
          </a:p>
        </p:txBody>
      </p:sp>
    </p:spTree>
    <p:extLst>
      <p:ext uri="{BB962C8B-B14F-4D97-AF65-F5344CB8AC3E}">
        <p14:creationId xmlns:p14="http://schemas.microsoft.com/office/powerpoint/2010/main" val="3557633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EDB0D5-3696-180D-A597-C8E2CFA624DC}"/>
              </a:ext>
            </a:extLst>
          </p:cNvPr>
          <p:cNvSpPr/>
          <p:nvPr/>
        </p:nvSpPr>
        <p:spPr>
          <a:xfrm>
            <a:off x="4654903" y="1518433"/>
            <a:ext cx="1736559" cy="125128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XML</a:t>
            </a:r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FD1A14-A751-549A-CE20-85FB5D2AAB4B}"/>
              </a:ext>
            </a:extLst>
          </p:cNvPr>
          <p:cNvSpPr/>
          <p:nvPr/>
        </p:nvSpPr>
        <p:spPr>
          <a:xfrm>
            <a:off x="3412956" y="3240326"/>
            <a:ext cx="1736559" cy="125128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Activity.class</a:t>
            </a:r>
            <a:endParaRPr lang="en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FF81ED-1A86-45D0-D090-55979DD12FE5}"/>
              </a:ext>
            </a:extLst>
          </p:cNvPr>
          <p:cNvSpPr/>
          <p:nvPr/>
        </p:nvSpPr>
        <p:spPr>
          <a:xfrm>
            <a:off x="5694407" y="3240326"/>
            <a:ext cx="1736559" cy="125128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Activity.java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87917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674714-4020-B297-8273-38C6401049E0}"/>
              </a:ext>
            </a:extLst>
          </p:cNvPr>
          <p:cNvSpPr/>
          <p:nvPr/>
        </p:nvSpPr>
        <p:spPr>
          <a:xfrm>
            <a:off x="1024599" y="904283"/>
            <a:ext cx="1736559" cy="125128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</a:t>
            </a:r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FEC190-DF3B-8E32-1B5B-E79B13175E4E}"/>
              </a:ext>
            </a:extLst>
          </p:cNvPr>
          <p:cNvSpPr/>
          <p:nvPr/>
        </p:nvSpPr>
        <p:spPr>
          <a:xfrm>
            <a:off x="1051267" y="904283"/>
            <a:ext cx="856518" cy="51077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XML</a:t>
            </a:r>
            <a:endParaRPr lang="en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5275E7-E068-37C5-54C7-BE6D3E4F0176}"/>
              </a:ext>
            </a:extLst>
          </p:cNvPr>
          <p:cNvSpPr/>
          <p:nvPr/>
        </p:nvSpPr>
        <p:spPr>
          <a:xfrm>
            <a:off x="1934453" y="904283"/>
            <a:ext cx="856518" cy="51077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Activity.java</a:t>
            </a: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424342-54C1-912F-BD10-6F357CBC8B1E}"/>
              </a:ext>
            </a:extLst>
          </p:cNvPr>
          <p:cNvSpPr txBox="1"/>
          <p:nvPr/>
        </p:nvSpPr>
        <p:spPr>
          <a:xfrm>
            <a:off x="1451681" y="362680"/>
            <a:ext cx="927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WeChat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740C91-3C75-FAD6-228A-A7FDDEFB13AD}"/>
              </a:ext>
            </a:extLst>
          </p:cNvPr>
          <p:cNvCxnSpPr/>
          <p:nvPr/>
        </p:nvCxnSpPr>
        <p:spPr>
          <a:xfrm>
            <a:off x="3084394" y="1415056"/>
            <a:ext cx="31935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B9B6CA8-AB3A-4267-6A55-4A90301BE590}"/>
              </a:ext>
            </a:extLst>
          </p:cNvPr>
          <p:cNvSpPr txBox="1"/>
          <p:nvPr/>
        </p:nvSpPr>
        <p:spPr>
          <a:xfrm>
            <a:off x="4536831" y="1725782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LLM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3868CA-85B0-8094-3F09-0771784BA2F4}"/>
              </a:ext>
            </a:extLst>
          </p:cNvPr>
          <p:cNvCxnSpPr>
            <a:cxnSpLocks/>
          </p:cNvCxnSpPr>
          <p:nvPr/>
        </p:nvCxnSpPr>
        <p:spPr>
          <a:xfrm flipV="1">
            <a:off x="4874349" y="3209405"/>
            <a:ext cx="0" cy="1023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340FC4C-2C32-62A0-5419-C6F5B926FE98}"/>
              </a:ext>
            </a:extLst>
          </p:cNvPr>
          <p:cNvSpPr txBox="1"/>
          <p:nvPr/>
        </p:nvSpPr>
        <p:spPr>
          <a:xfrm>
            <a:off x="6096000" y="5826752"/>
            <a:ext cx="6346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我希望把所有聊天记录中显示是同济大学为单位的人</a:t>
            </a:r>
            <a:r>
              <a:rPr lang="zh-CN" altLang="en-US" dirty="0"/>
              <a:t>，在备注名上修改他的备注，增加“同济大学”</a:t>
            </a:r>
            <a:endParaRPr lang="en-C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D6CFAC-E5FF-9BF8-413A-13EEB053C125}"/>
              </a:ext>
            </a:extLst>
          </p:cNvPr>
          <p:cNvSpPr txBox="1"/>
          <p:nvPr/>
        </p:nvSpPr>
        <p:spPr>
          <a:xfrm>
            <a:off x="6096000" y="2659657"/>
            <a:ext cx="46023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TODO 找一个App</a:t>
            </a:r>
          </a:p>
          <a:p>
            <a:r>
              <a:rPr lang="en-CN" b="1" dirty="0"/>
              <a:t>TODO 想</a:t>
            </a:r>
            <a:r>
              <a:rPr lang="en-US" altLang="zh-CN" b="1" dirty="0"/>
              <a:t>5</a:t>
            </a:r>
            <a:r>
              <a:rPr lang="zh-CN" altLang="en-US" b="1" dirty="0"/>
              <a:t>个任务</a:t>
            </a:r>
            <a:endParaRPr lang="en-US" altLang="zh-CN" b="1" dirty="0"/>
          </a:p>
          <a:p>
            <a:r>
              <a:rPr lang="en-US" altLang="zh-CN" b="1" dirty="0"/>
              <a:t>TODO</a:t>
            </a:r>
            <a:r>
              <a:rPr lang="zh-CN" altLang="en-US" b="1" dirty="0"/>
              <a:t> 用</a:t>
            </a:r>
            <a:r>
              <a:rPr lang="en-US" altLang="zh-CN" b="1" dirty="0"/>
              <a:t>LLM</a:t>
            </a:r>
            <a:r>
              <a:rPr lang="zh-CN" altLang="en-US" b="1" dirty="0"/>
              <a:t>尝试效果</a:t>
            </a:r>
            <a:endParaRPr lang="en-CN" b="1" dirty="0"/>
          </a:p>
          <a:p>
            <a:r>
              <a:rPr lang="en-CN" dirty="0"/>
              <a:t>任务</a:t>
            </a:r>
            <a:r>
              <a:rPr lang="zh-CN" altLang="en-US" dirty="0"/>
              <a:t>：</a:t>
            </a:r>
            <a:r>
              <a:rPr lang="en-CN" dirty="0"/>
              <a:t>我希望在聊天框右上角</a:t>
            </a:r>
            <a:r>
              <a:rPr lang="en-US" altLang="zh-CN" dirty="0"/>
              <a:t>+</a:t>
            </a:r>
            <a:r>
              <a:rPr lang="zh-CN" altLang="en-US" dirty="0"/>
              <a:t>号旁边增加一个“朋友圈”的按钮</a:t>
            </a:r>
            <a:endParaRPr lang="en-US" altLang="zh-CN" dirty="0"/>
          </a:p>
          <a:p>
            <a:r>
              <a:rPr lang="zh-CN" altLang="en-US" dirty="0"/>
              <a:t>以下是原来的代码</a:t>
            </a:r>
            <a:r>
              <a:rPr lang="en-US" altLang="zh-CN" dirty="0"/>
              <a:t>/XML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C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EA105F-2144-D6EF-67B3-FABFB01A239B}"/>
              </a:ext>
            </a:extLst>
          </p:cNvPr>
          <p:cNvSpPr/>
          <p:nvPr/>
        </p:nvSpPr>
        <p:spPr>
          <a:xfrm>
            <a:off x="1066564" y="3751008"/>
            <a:ext cx="1736559" cy="125128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</a:t>
            </a:r>
            <a:endParaRPr lang="en-C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FF7FD4-1CD1-943A-949E-1F9545306AF4}"/>
              </a:ext>
            </a:extLst>
          </p:cNvPr>
          <p:cNvSpPr/>
          <p:nvPr/>
        </p:nvSpPr>
        <p:spPr>
          <a:xfrm>
            <a:off x="1093232" y="3751008"/>
            <a:ext cx="856518" cy="51077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XML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3F54BE-4FEF-5B7C-3BEC-DD43DBC4F3DC}"/>
              </a:ext>
            </a:extLst>
          </p:cNvPr>
          <p:cNvSpPr/>
          <p:nvPr/>
        </p:nvSpPr>
        <p:spPr>
          <a:xfrm>
            <a:off x="1976418" y="3751008"/>
            <a:ext cx="856518" cy="51077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Activity.class</a:t>
            </a:r>
            <a:endParaRPr lang="en-C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2BA90C-4383-E2ED-E38D-421809752884}"/>
              </a:ext>
            </a:extLst>
          </p:cNvPr>
          <p:cNvSpPr txBox="1"/>
          <p:nvPr/>
        </p:nvSpPr>
        <p:spPr>
          <a:xfrm>
            <a:off x="1493646" y="2405839"/>
            <a:ext cx="927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WeChat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36D0D2-ABD8-2D76-30EF-14C3EF629787}"/>
              </a:ext>
            </a:extLst>
          </p:cNvPr>
          <p:cNvSpPr txBox="1"/>
          <p:nvPr/>
        </p:nvSpPr>
        <p:spPr>
          <a:xfrm>
            <a:off x="443345" y="5597239"/>
            <a:ext cx="2319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基于源码的转换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基于二进制的转换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22E06E-9837-05E6-2F2E-79A363AC1A91}"/>
              </a:ext>
            </a:extLst>
          </p:cNvPr>
          <p:cNvSpPr txBox="1"/>
          <p:nvPr/>
        </p:nvSpPr>
        <p:spPr>
          <a:xfrm>
            <a:off x="4411176" y="441684"/>
            <a:ext cx="3401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修改</a:t>
            </a:r>
            <a:r>
              <a:rPr lang="en-US" altLang="zh-CN" dirty="0"/>
              <a:t>XML</a:t>
            </a:r>
          </a:p>
          <a:p>
            <a:pPr marL="342900" indent="-342900">
              <a:buAutoNum type="arabicPeriod"/>
            </a:pPr>
            <a:r>
              <a:rPr lang="en-US" dirty="0" err="1"/>
              <a:t>XML和</a:t>
            </a:r>
            <a:r>
              <a:rPr lang="zh-CN" altLang="en-US" dirty="0"/>
              <a:t>“</a:t>
            </a:r>
            <a:r>
              <a:rPr lang="en-US" dirty="0" err="1"/>
              <a:t>朋友圈</a:t>
            </a:r>
            <a:r>
              <a:rPr lang="zh-CN" altLang="en-US" dirty="0"/>
              <a:t>”的</a:t>
            </a:r>
            <a:r>
              <a:rPr lang="en-US" altLang="zh-CN" dirty="0"/>
              <a:t>activity</a:t>
            </a:r>
            <a:r>
              <a:rPr lang="zh-CN" altLang="en-US" dirty="0"/>
              <a:t>绑定</a:t>
            </a:r>
            <a:endParaRPr lang="en-C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C0C715-8399-06BE-6CF9-5B32CA39A8EE}"/>
              </a:ext>
            </a:extLst>
          </p:cNvPr>
          <p:cNvSpPr/>
          <p:nvPr/>
        </p:nvSpPr>
        <p:spPr>
          <a:xfrm>
            <a:off x="8195048" y="1011269"/>
            <a:ext cx="1736559" cy="125128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</a:t>
            </a:r>
            <a:endParaRPr lang="en-C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39B3E3-E164-A66C-57C2-29D9CC05B80B}"/>
              </a:ext>
            </a:extLst>
          </p:cNvPr>
          <p:cNvSpPr/>
          <p:nvPr/>
        </p:nvSpPr>
        <p:spPr>
          <a:xfrm>
            <a:off x="8221716" y="1011269"/>
            <a:ext cx="856518" cy="51077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XML</a:t>
            </a:r>
            <a:r>
              <a:rPr lang="zh-CN" altLang="en-US" dirty="0"/>
              <a:t>‘</a:t>
            </a:r>
            <a:endParaRPr lang="en-C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472E47-A618-EC88-B58E-1F848E86BF31}"/>
              </a:ext>
            </a:extLst>
          </p:cNvPr>
          <p:cNvSpPr/>
          <p:nvPr/>
        </p:nvSpPr>
        <p:spPr>
          <a:xfrm>
            <a:off x="9104902" y="1011269"/>
            <a:ext cx="856518" cy="51077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Activity</a:t>
            </a:r>
            <a:r>
              <a:rPr lang="zh-CN" altLang="en-US" dirty="0"/>
              <a:t>‘</a:t>
            </a:r>
            <a:r>
              <a:rPr lang="en-US" dirty="0"/>
              <a:t>.java</a:t>
            </a:r>
            <a:endParaRPr lang="en-C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BE4633-990A-DDBA-FDFD-1B80742DE4CA}"/>
              </a:ext>
            </a:extLst>
          </p:cNvPr>
          <p:cNvSpPr txBox="1"/>
          <p:nvPr/>
        </p:nvSpPr>
        <p:spPr>
          <a:xfrm>
            <a:off x="8622130" y="469666"/>
            <a:ext cx="927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WeChat</a:t>
            </a:r>
          </a:p>
        </p:txBody>
      </p:sp>
    </p:spTree>
    <p:extLst>
      <p:ext uri="{BB962C8B-B14F-4D97-AF65-F5344CB8AC3E}">
        <p14:creationId xmlns:p14="http://schemas.microsoft.com/office/powerpoint/2010/main" val="3097987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119</Words>
  <Application>Microsoft Macintosh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Kaifeng Huang</dc:creator>
  <cp:lastModifiedBy>Kaifeng Huang</cp:lastModifiedBy>
  <cp:revision>1</cp:revision>
  <dcterms:created xsi:type="dcterms:W3CDTF">2025-08-14T02:34:10Z</dcterms:created>
  <dcterms:modified xsi:type="dcterms:W3CDTF">2025-08-14T02:54:55Z</dcterms:modified>
</cp:coreProperties>
</file>