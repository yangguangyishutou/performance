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75"/>
  </p:normalViewPr>
  <p:slideViewPr>
    <p:cSldViewPr snapToGrid="0">
      <p:cViewPr varScale="1">
        <p:scale>
          <a:sx n="102" d="100"/>
          <a:sy n="102" d="100"/>
        </p:scale>
        <p:origin x="19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1EA1C-D995-4734-0914-717E0D7B3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19F29-1DF6-0744-5A00-D67CC212A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72191-2EEF-682B-4572-5AB5A5EB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F934B-75EF-B3B2-14EB-7453C7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8CBDE-54D2-AFF5-5BA6-94F36325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855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C9E4-FBEA-E25C-3EC2-A59676EB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9EA36-0F83-D336-6149-2645393B7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B26C5-B32A-1BC6-4FAF-88D58C4C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A27F4-3B55-4189-066E-97744F9C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D9D0C-32A8-584E-7342-E1C0914B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648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1AC22-9221-8A22-6AEE-35FA0902D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9BEBE-6FA8-FEF0-408A-247B9B15C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FB04A-7695-528B-9762-2CA87C5F2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321FA-5945-00AA-5AEE-DDED548EA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CE791-9C08-3767-BED6-EE77D72C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05415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E1E26-86D9-A966-AFF9-E2F9510B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2D082-C995-6093-762F-B9A4D7EC8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41C76-1C22-0CA9-03E2-A76E9AA8D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C5ECF-1C14-893F-E671-CB7BE80E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BED80-9F4F-2635-C132-0F4D7AA3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2691E-901C-567F-5E81-68438DD8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8772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F3D3E-5711-A3EA-378C-8C1EF735B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4C8DA-17FF-9CA5-604D-64F36872A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7C403-A4DD-83D8-04C9-6BD983249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42E88-0961-CC97-1CD0-F9E7C764C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94C5EB-FC5C-E3CA-7B85-1DAB02AD3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2B0AD3-AC53-7F74-8273-427B2694D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55123E-7A9D-95EB-DC08-5D0504E0D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E130A-56F8-757D-4194-3068A42A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3669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D206-E28D-65B8-F506-2823918E5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B33210-8F9A-5F1A-157B-C944C4194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F2958-A21E-F021-6C53-D68DA5E0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AC4A0-8892-4914-0843-0AC38DEFA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15495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F794B0-E782-A180-D9FD-0CE1A0A9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9045E-D440-16CA-2A05-05F76F53E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FAF5D-601C-9D75-BEB7-57EDCD20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987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B80F-CC48-8AB4-E0BE-EE33E851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5D098-AFF8-E298-E343-B09385841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5B6A3-6F1E-FDE9-C2B2-A855DC300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D5675-9A08-33B2-6B10-C1B6CCCB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C8291-EBD3-7677-86B9-69BB8AD4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4DD4D-4D54-5B14-8674-633F9E69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5356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9B40-2BDA-5347-8BBC-1C7C94A5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BB91D-EBDA-7B81-4D3E-FBC8AF19E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1E299-C3B9-ABC6-B02F-EA9D34632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41F8C-44CC-F168-F1E1-54AF7B761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46ADB-0DA7-E407-4047-351A2A47E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22ABA-C27C-C05F-3C7D-43D23F85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63609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AE734-449A-ACF6-6080-0235559C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6CE42-1DDA-993E-4084-200434B80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6402F-3ACF-F039-2FF6-8352EC182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32021-CEDE-7AB4-2B3B-97EE21501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08BB1-95F0-2403-C939-4760BFCF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225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6A1A90-05BC-4D1F-D606-60C7FD158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A0FB5-8539-7597-7D1A-235C5E47B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6FBF2-02AB-A858-8C67-5FB3847B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15DB3-FD97-8836-2027-C08087DB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5C4EF-1B10-9227-75D2-376DCAA8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297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A065B2-CD3F-2058-1DAD-9D37863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074BB-5371-A02D-BF0F-5E02F9B04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E638-7007-BF09-E003-75AE72C7B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9B67E-7194-2645-9FD1-50C2AF53D7D6}" type="datetimeFigureOut">
              <a:rPr lang="en-CN" smtClean="0"/>
              <a:t>2025/9/9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0673F-A86C-BF29-337E-64512920A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B9F09-8A20-B616-64A7-140D2EBAB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79A2A-9F6A-0E45-84F6-5EA6A60BBD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0255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53DF23-8DF4-2BF8-25EF-3BFEA6E36B55}"/>
              </a:ext>
            </a:extLst>
          </p:cNvPr>
          <p:cNvCxnSpPr/>
          <p:nvPr/>
        </p:nvCxnSpPr>
        <p:spPr>
          <a:xfrm>
            <a:off x="983848" y="2870522"/>
            <a:ext cx="104866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0E2FDB-806A-DBBA-D47B-AD411708BEBC}"/>
              </a:ext>
            </a:extLst>
          </p:cNvPr>
          <p:cNvSpPr txBox="1"/>
          <p:nvPr/>
        </p:nvSpPr>
        <p:spPr>
          <a:xfrm>
            <a:off x="810228" y="1041722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UI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E4A604-E08A-97F6-D574-12AA74DA2ADD}"/>
              </a:ext>
            </a:extLst>
          </p:cNvPr>
          <p:cNvSpPr txBox="1"/>
          <p:nvPr/>
        </p:nvSpPr>
        <p:spPr>
          <a:xfrm>
            <a:off x="798653" y="3958542"/>
            <a:ext cx="973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Backend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CC997-AF7F-04D8-9ED9-49E1203F7EBA}"/>
              </a:ext>
            </a:extLst>
          </p:cNvPr>
          <p:cNvSpPr txBox="1"/>
          <p:nvPr/>
        </p:nvSpPr>
        <p:spPr>
          <a:xfrm>
            <a:off x="2800820" y="141542"/>
            <a:ext cx="70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Static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C9C68A-B8C1-6EF1-8ED6-0B2EE73FE805}"/>
              </a:ext>
            </a:extLst>
          </p:cNvPr>
          <p:cNvSpPr txBox="1"/>
          <p:nvPr/>
        </p:nvSpPr>
        <p:spPr>
          <a:xfrm>
            <a:off x="7318770" y="208345"/>
            <a:ext cx="138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User defined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81E53F-4AC0-4D11-B606-443A31B09A4E}"/>
              </a:ext>
            </a:extLst>
          </p:cNvPr>
          <p:cNvCxnSpPr>
            <a:cxnSpLocks/>
          </p:cNvCxnSpPr>
          <p:nvPr/>
        </p:nvCxnSpPr>
        <p:spPr>
          <a:xfrm>
            <a:off x="5810491" y="0"/>
            <a:ext cx="0" cy="717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171E40B-5346-2350-4433-77626335F827}"/>
              </a:ext>
            </a:extLst>
          </p:cNvPr>
          <p:cNvSpPr/>
          <p:nvPr/>
        </p:nvSpPr>
        <p:spPr>
          <a:xfrm>
            <a:off x="3038481" y="902032"/>
            <a:ext cx="717377" cy="6487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9C78189-4B1E-3715-8BEA-E58C11A68EC1}"/>
              </a:ext>
            </a:extLst>
          </p:cNvPr>
          <p:cNvSpPr/>
          <p:nvPr/>
        </p:nvSpPr>
        <p:spPr>
          <a:xfrm>
            <a:off x="3184939" y="3679163"/>
            <a:ext cx="717377" cy="6487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C3F3DA0-9B90-238A-310E-6824B59DC04E}"/>
              </a:ext>
            </a:extLst>
          </p:cNvPr>
          <p:cNvSpPr/>
          <p:nvPr/>
        </p:nvSpPr>
        <p:spPr>
          <a:xfrm>
            <a:off x="2502286" y="5115750"/>
            <a:ext cx="717377" cy="6487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C78DF78-FD37-A5BE-CAD7-25F0137D877F}"/>
              </a:ext>
            </a:extLst>
          </p:cNvPr>
          <p:cNvSpPr/>
          <p:nvPr/>
        </p:nvSpPr>
        <p:spPr>
          <a:xfrm>
            <a:off x="4081540" y="4327874"/>
            <a:ext cx="717377" cy="6487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CD0212F-A82D-7978-EE0E-7103D1262332}"/>
              </a:ext>
            </a:extLst>
          </p:cNvPr>
          <p:cNvSpPr/>
          <p:nvPr/>
        </p:nvSpPr>
        <p:spPr>
          <a:xfrm>
            <a:off x="7865124" y="1226387"/>
            <a:ext cx="717377" cy="64871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4B7EF7-AE26-FB46-CDCD-8A9E5EF75BF1}"/>
              </a:ext>
            </a:extLst>
          </p:cNvPr>
          <p:cNvSpPr txBox="1"/>
          <p:nvPr/>
        </p:nvSpPr>
        <p:spPr>
          <a:xfrm>
            <a:off x="9081370" y="764088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Benchmark</a:t>
            </a:r>
            <a:r>
              <a:rPr lang="zh-CN" altLang="en-US" dirty="0"/>
              <a:t> </a:t>
            </a:r>
            <a:endParaRPr lang="en-C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359698-ADDE-D2F7-0FDC-F7F3F5A539FC}"/>
              </a:ext>
            </a:extLst>
          </p:cNvPr>
          <p:cNvSpPr txBox="1"/>
          <p:nvPr/>
        </p:nvSpPr>
        <p:spPr>
          <a:xfrm>
            <a:off x="9153519" y="1392554"/>
            <a:ext cx="572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Tool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0BA1DA-8760-8D7B-1044-9FBFD0B9C74B}"/>
              </a:ext>
            </a:extLst>
          </p:cNvPr>
          <p:cNvSpPr txBox="1"/>
          <p:nvPr/>
        </p:nvSpPr>
        <p:spPr>
          <a:xfrm>
            <a:off x="9212955" y="2134606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Mobile</a:t>
            </a:r>
          </a:p>
        </p:txBody>
      </p:sp>
    </p:spTree>
    <p:extLst>
      <p:ext uri="{BB962C8B-B14F-4D97-AF65-F5344CB8AC3E}">
        <p14:creationId xmlns:p14="http://schemas.microsoft.com/office/powerpoint/2010/main" val="617284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Kaifeng Huang</dc:creator>
  <cp:lastModifiedBy>Kaifeng Huang</cp:lastModifiedBy>
  <cp:revision>1</cp:revision>
  <dcterms:created xsi:type="dcterms:W3CDTF">2025-09-09T11:02:35Z</dcterms:created>
  <dcterms:modified xsi:type="dcterms:W3CDTF">2025-09-09T11:08:51Z</dcterms:modified>
</cp:coreProperties>
</file>